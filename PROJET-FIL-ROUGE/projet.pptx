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fr-Y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31DB"/>
    <a:srgbClr val="2473EB"/>
    <a:srgbClr val="0D0D3E"/>
    <a:srgbClr val="29288B"/>
    <a:srgbClr val="10D061"/>
    <a:srgbClr val="B493F1"/>
    <a:srgbClr val="81CDA3"/>
    <a:srgbClr val="98FEC1"/>
    <a:srgbClr val="469CA6"/>
    <a:srgbClr val="052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874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e VERA" userId="6b960476-e567-467f-a33f-aec172a9bd13" providerId="ADAL" clId="{8A9E6FFF-D572-4621-84EA-50F599B778CC}"/>
    <pc:docChg chg="undo redo custSel addSld delSld modSld sldOrd modMainMaster">
      <pc:chgData name="Aloe VERA" userId="6b960476-e567-467f-a33f-aec172a9bd13" providerId="ADAL" clId="{8A9E6FFF-D572-4621-84EA-50F599B778CC}" dt="2026-03-24T09:01:19.899" v="3640"/>
      <pc:docMkLst>
        <pc:docMk/>
      </pc:docMkLst>
      <pc:sldChg chg="addSp modSp add del mod modTransition setBg">
        <pc:chgData name="Aloe VERA" userId="6b960476-e567-467f-a33f-aec172a9bd13" providerId="ADAL" clId="{8A9E6FFF-D572-4621-84EA-50F599B778CC}" dt="2026-03-06T05:32:50.486" v="3135"/>
        <pc:sldMkLst>
          <pc:docMk/>
          <pc:sldMk cId="1737002079" sldId="258"/>
        </pc:sldMkLst>
        <pc:spChg chg="mod">
          <ac:chgData name="Aloe VERA" userId="6b960476-e567-467f-a33f-aec172a9bd13" providerId="ADAL" clId="{8A9E6FFF-D572-4621-84EA-50F599B778CC}" dt="2026-03-05T10:46:50.496" v="693" actId="207"/>
          <ac:spMkLst>
            <pc:docMk/>
            <pc:sldMk cId="1737002079" sldId="258"/>
            <ac:spMk id="2" creationId="{0560B38B-E5E8-6D3E-270A-A703315792D1}"/>
          </ac:spMkLst>
        </pc:spChg>
        <pc:spChg chg="add mod">
          <ac:chgData name="Aloe VERA" userId="6b960476-e567-467f-a33f-aec172a9bd13" providerId="ADAL" clId="{8A9E6FFF-D572-4621-84EA-50F599B778CC}" dt="2026-03-06T05:32:33.652" v="3123" actId="20577"/>
          <ac:spMkLst>
            <pc:docMk/>
            <pc:sldMk cId="1737002079" sldId="258"/>
            <ac:spMk id="3" creationId="{E09BEB4C-BFB6-59BC-3F0D-920DF9AD5CF3}"/>
          </ac:spMkLst>
        </pc:spChg>
        <pc:spChg chg="add mod">
          <ac:chgData name="Aloe VERA" userId="6b960476-e567-467f-a33f-aec172a9bd13" providerId="ADAL" clId="{8A9E6FFF-D572-4621-84EA-50F599B778CC}" dt="2026-03-05T11:09:16.380" v="860" actId="1076"/>
          <ac:spMkLst>
            <pc:docMk/>
            <pc:sldMk cId="1737002079" sldId="258"/>
            <ac:spMk id="8" creationId="{620314AC-8B84-2AD3-C6E2-4FCEA0DF1334}"/>
          </ac:spMkLst>
        </pc:spChg>
        <pc:grpChg chg="mod">
          <ac:chgData name="Aloe VERA" userId="6b960476-e567-467f-a33f-aec172a9bd13" providerId="ADAL" clId="{8A9E6FFF-D572-4621-84EA-50F599B778CC}" dt="2026-03-05T10:47:15.977" v="694" actId="16481"/>
          <ac:grpSpMkLst>
            <pc:docMk/>
            <pc:sldMk cId="1737002079" sldId="258"/>
            <ac:grpSpMk id="7" creationId="{D678C6F5-C4B5-4709-D459-1F8A9C7A3B24}"/>
          </ac:grpSpMkLst>
        </pc:grpChg>
      </pc:sldChg>
      <pc:sldChg chg="addSp modSp add del mod ord modTransition">
        <pc:chgData name="Aloe VERA" userId="6b960476-e567-467f-a33f-aec172a9bd13" providerId="ADAL" clId="{8A9E6FFF-D572-4621-84EA-50F599B778CC}" dt="2026-03-06T05:32:50.486" v="3135"/>
        <pc:sldMkLst>
          <pc:docMk/>
          <pc:sldMk cId="2225081033" sldId="259"/>
        </pc:sldMkLst>
        <pc:spChg chg="mod">
          <ac:chgData name="Aloe VERA" userId="6b960476-e567-467f-a33f-aec172a9bd13" providerId="ADAL" clId="{8A9E6FFF-D572-4621-84EA-50F599B778CC}" dt="2026-03-05T10:48:30.459" v="697" actId="1076"/>
          <ac:spMkLst>
            <pc:docMk/>
            <pc:sldMk cId="2225081033" sldId="259"/>
            <ac:spMk id="2" creationId="{0921A942-20E3-3940-B0EE-0FA7A1D15C07}"/>
          </ac:spMkLst>
        </pc:spChg>
        <pc:spChg chg="add mod">
          <ac:chgData name="Aloe VERA" userId="6b960476-e567-467f-a33f-aec172a9bd13" providerId="ADAL" clId="{8A9E6FFF-D572-4621-84EA-50F599B778CC}" dt="2026-03-06T05:32:14.610" v="3114" actId="20577"/>
          <ac:spMkLst>
            <pc:docMk/>
            <pc:sldMk cId="2225081033" sldId="259"/>
            <ac:spMk id="3" creationId="{B08AC350-85F3-39AB-A9D3-23243E4AE62B}"/>
          </ac:spMkLst>
        </pc:spChg>
        <pc:grpChg chg="mod">
          <ac:chgData name="Aloe VERA" userId="6b960476-e567-467f-a33f-aec172a9bd13" providerId="ADAL" clId="{8A9E6FFF-D572-4621-84EA-50F599B778CC}" dt="2026-03-05T10:48:37.424" v="698" actId="1076"/>
          <ac:grpSpMkLst>
            <pc:docMk/>
            <pc:sldMk cId="2225081033" sldId="259"/>
            <ac:grpSpMk id="7" creationId="{4BFA2BF3-26C0-D926-34D1-625BF8AE800D}"/>
          </ac:grpSpMkLst>
        </pc:grpChg>
      </pc:sldChg>
      <pc:sldChg chg="addSp delSp modSp add mod modTransition setBg">
        <pc:chgData name="Aloe VERA" userId="6b960476-e567-467f-a33f-aec172a9bd13" providerId="ADAL" clId="{8A9E6FFF-D572-4621-84EA-50F599B778CC}" dt="2026-03-06T05:32:50.486" v="3135"/>
        <pc:sldMkLst>
          <pc:docMk/>
          <pc:sldMk cId="3181828234" sldId="260"/>
        </pc:sldMkLst>
        <pc:spChg chg="mod">
          <ac:chgData name="Aloe VERA" userId="6b960476-e567-467f-a33f-aec172a9bd13" providerId="ADAL" clId="{8A9E6FFF-D572-4621-84EA-50F599B778CC}" dt="2026-03-05T11:24:43.750" v="1437" actId="26606"/>
          <ac:spMkLst>
            <pc:docMk/>
            <pc:sldMk cId="3181828234" sldId="260"/>
            <ac:spMk id="2" creationId="{0560B38B-E5E8-6D3E-270A-A703315792D1}"/>
          </ac:spMkLst>
        </pc:spChg>
        <pc:spChg chg="add mod">
          <ac:chgData name="Aloe VERA" userId="6b960476-e567-467f-a33f-aec172a9bd13" providerId="ADAL" clId="{8A9E6FFF-D572-4621-84EA-50F599B778CC}" dt="2026-03-05T11:24:43.750" v="1437" actId="26606"/>
          <ac:spMkLst>
            <pc:docMk/>
            <pc:sldMk cId="3181828234" sldId="260"/>
            <ac:spMk id="5" creationId="{4216AD2A-8BF3-0009-C94F-F76143D2EB8F}"/>
          </ac:spMkLst>
        </pc:spChg>
        <pc:spChg chg="add mod">
          <ac:chgData name="Aloe VERA" userId="6b960476-e567-467f-a33f-aec172a9bd13" providerId="ADAL" clId="{8A9E6FFF-D572-4621-84EA-50F599B778CC}" dt="2026-03-05T11:30:49.912" v="1959" actId="1076"/>
          <ac:spMkLst>
            <pc:docMk/>
            <pc:sldMk cId="3181828234" sldId="260"/>
            <ac:spMk id="43" creationId="{D7BC4FB2-3F54-5677-B7B5-E9A236C60681}"/>
          </ac:spMkLst>
        </pc:spChg>
        <pc:grpChg chg="add mod ord">
          <ac:chgData name="Aloe VERA" userId="6b960476-e567-467f-a33f-aec172a9bd13" providerId="ADAL" clId="{8A9E6FFF-D572-4621-84EA-50F599B778CC}" dt="2026-03-05T11:24:43.750" v="1437" actId="26606"/>
          <ac:grpSpMkLst>
            <pc:docMk/>
            <pc:sldMk cId="3181828234" sldId="260"/>
            <ac:grpSpMk id="3" creationId="{7B7C8BC4-C033-E252-098D-32C87D1018EB}"/>
          </ac:grpSpMkLst>
        </pc:grpChg>
        <pc:picChg chg="mod topLvl">
          <ac:chgData name="Aloe VERA" userId="6b960476-e567-467f-a33f-aec172a9bd13" providerId="ADAL" clId="{8A9E6FFF-D572-4621-84EA-50F599B778CC}" dt="2026-03-05T10:52:16.234" v="707" actId="338"/>
          <ac:picMkLst>
            <pc:docMk/>
            <pc:sldMk cId="3181828234" sldId="260"/>
            <ac:picMk id="4" creationId="{03FEC316-A536-D2E0-339D-C949CC2249ED}"/>
          </ac:picMkLst>
        </pc:picChg>
        <pc:picChg chg="mod topLvl">
          <ac:chgData name="Aloe VERA" userId="6b960476-e567-467f-a33f-aec172a9bd13" providerId="ADAL" clId="{8A9E6FFF-D572-4621-84EA-50F599B778CC}" dt="2026-03-05T10:52:16.234" v="707" actId="338"/>
          <ac:picMkLst>
            <pc:docMk/>
            <pc:sldMk cId="3181828234" sldId="260"/>
            <ac:picMk id="6" creationId="{B18EDD84-7255-47EB-CCA6-7ABF70C030B5}"/>
          </ac:picMkLst>
        </pc:picChg>
      </pc:sldChg>
      <pc:sldChg chg="addSp delSp modSp add mod ord modTransition">
        <pc:chgData name="Aloe VERA" userId="6b960476-e567-467f-a33f-aec172a9bd13" providerId="ADAL" clId="{8A9E6FFF-D572-4621-84EA-50F599B778CC}" dt="2026-03-06T05:32:50.486" v="3135"/>
        <pc:sldMkLst>
          <pc:docMk/>
          <pc:sldMk cId="2319976852" sldId="261"/>
        </pc:sldMkLst>
        <pc:spChg chg="add mod">
          <ac:chgData name="Aloe VERA" userId="6b960476-e567-467f-a33f-aec172a9bd13" providerId="ADAL" clId="{8A9E6FFF-D572-4621-84EA-50F599B778CC}" dt="2026-03-05T11:42:49.526" v="2071" actId="14100"/>
          <ac:spMkLst>
            <pc:docMk/>
            <pc:sldMk cId="2319976852" sldId="261"/>
            <ac:spMk id="10" creationId="{6F98E5D6-173F-B43B-73E6-6420A071A885}"/>
          </ac:spMkLst>
        </pc:spChg>
        <pc:spChg chg="add mod">
          <ac:chgData name="Aloe VERA" userId="6b960476-e567-467f-a33f-aec172a9bd13" providerId="ADAL" clId="{8A9E6FFF-D572-4621-84EA-50F599B778CC}" dt="2026-03-05T11:31:04.141" v="1964"/>
          <ac:spMkLst>
            <pc:docMk/>
            <pc:sldMk cId="2319976852" sldId="261"/>
            <ac:spMk id="15" creationId="{74349BCC-3868-65CB-D623-524A7327AC41}"/>
          </ac:spMkLst>
        </pc:spChg>
        <pc:spChg chg="add mod">
          <ac:chgData name="Aloe VERA" userId="6b960476-e567-467f-a33f-aec172a9bd13" providerId="ADAL" clId="{8A9E6FFF-D572-4621-84EA-50F599B778CC}" dt="2026-03-05T11:32:26.702" v="1976" actId="1076"/>
          <ac:spMkLst>
            <pc:docMk/>
            <pc:sldMk cId="2319976852" sldId="261"/>
            <ac:spMk id="16" creationId="{44418334-20FB-1FBA-5CF0-52FEB67F5636}"/>
          </ac:spMkLst>
        </pc:spChg>
        <pc:spChg chg="add mod">
          <ac:chgData name="Aloe VERA" userId="6b960476-e567-467f-a33f-aec172a9bd13" providerId="ADAL" clId="{8A9E6FFF-D572-4621-84EA-50F599B778CC}" dt="2026-03-05T11:33:02.700" v="1980" actId="1076"/>
          <ac:spMkLst>
            <pc:docMk/>
            <pc:sldMk cId="2319976852" sldId="261"/>
            <ac:spMk id="19" creationId="{2095E8F8-9576-6E82-1B32-49D77EDD3380}"/>
          </ac:spMkLst>
        </pc:spChg>
      </pc:sldChg>
      <pc:sldChg chg="modSp add mod ord modTransition">
        <pc:chgData name="Aloe VERA" userId="6b960476-e567-467f-a33f-aec172a9bd13" providerId="ADAL" clId="{8A9E6FFF-D572-4621-84EA-50F599B778CC}" dt="2026-03-24T09:01:19.899" v="3640"/>
        <pc:sldMkLst>
          <pc:docMk/>
          <pc:sldMk cId="1027420898" sldId="262"/>
        </pc:sldMkLst>
        <pc:spChg chg="mod">
          <ac:chgData name="Aloe VERA" userId="6b960476-e567-467f-a33f-aec172a9bd13" providerId="ADAL" clId="{8A9E6FFF-D572-4621-84EA-50F599B778CC}" dt="2026-03-05T11:40:38.542" v="2054" actId="14100"/>
          <ac:spMkLst>
            <pc:docMk/>
            <pc:sldMk cId="1027420898" sldId="262"/>
            <ac:spMk id="10" creationId="{BE2C6E3E-7588-6EB7-0634-D22139D8874D}"/>
          </ac:spMkLst>
        </pc:spChg>
        <pc:spChg chg="mod">
          <ac:chgData name="Aloe VERA" userId="6b960476-e567-467f-a33f-aec172a9bd13" providerId="ADAL" clId="{8A9E6FFF-D572-4621-84EA-50F599B778CC}" dt="2026-03-05T11:40:38.542" v="2054" actId="14100"/>
          <ac:spMkLst>
            <pc:docMk/>
            <pc:sldMk cId="1027420898" sldId="262"/>
            <ac:spMk id="16" creationId="{9C5319DC-9786-BA79-9706-85F81405E818}"/>
          </ac:spMkLst>
        </pc:spChg>
      </pc:sldChg>
      <pc:sldChg chg="addSp modSp add mod modTransition">
        <pc:chgData name="Aloe VERA" userId="6b960476-e567-467f-a33f-aec172a9bd13" providerId="ADAL" clId="{8A9E6FFF-D572-4621-84EA-50F599B778CC}" dt="2026-03-06T05:32:50.486" v="3135"/>
        <pc:sldMkLst>
          <pc:docMk/>
          <pc:sldMk cId="2023836600" sldId="263"/>
        </pc:sldMkLst>
        <pc:spChg chg="add mod">
          <ac:chgData name="Aloe VERA" userId="6b960476-e567-467f-a33f-aec172a9bd13" providerId="ADAL" clId="{8A9E6FFF-D572-4621-84EA-50F599B778CC}" dt="2026-03-05T11:36:09.793" v="2010" actId="14100"/>
          <ac:spMkLst>
            <pc:docMk/>
            <pc:sldMk cId="2023836600" sldId="263"/>
            <ac:spMk id="7" creationId="{137269DB-5FAC-3BAE-1A6D-4E43BAA5CD84}"/>
          </ac:spMkLst>
        </pc:spChg>
        <pc:spChg chg="add mod">
          <ac:chgData name="Aloe VERA" userId="6b960476-e567-467f-a33f-aec172a9bd13" providerId="ADAL" clId="{8A9E6FFF-D572-4621-84EA-50F599B778CC}" dt="2026-03-05T11:36:45.427" v="2016" actId="14100"/>
          <ac:spMkLst>
            <pc:docMk/>
            <pc:sldMk cId="2023836600" sldId="263"/>
            <ac:spMk id="8" creationId="{12ACFF3F-7172-3ADE-ABBF-7C41553A5186}"/>
          </ac:spMkLst>
        </pc:spChg>
        <pc:spChg chg="add mod">
          <ac:chgData name="Aloe VERA" userId="6b960476-e567-467f-a33f-aec172a9bd13" providerId="ADAL" clId="{8A9E6FFF-D572-4621-84EA-50F599B778CC}" dt="2026-03-05T11:37:04.724" v="2022" actId="14100"/>
          <ac:spMkLst>
            <pc:docMk/>
            <pc:sldMk cId="2023836600" sldId="263"/>
            <ac:spMk id="9" creationId="{759A1DFE-4BAB-2D25-7CB5-D02D91C32C1B}"/>
          </ac:spMkLst>
        </pc:spChg>
        <pc:spChg chg="mod">
          <ac:chgData name="Aloe VERA" userId="6b960476-e567-467f-a33f-aec172a9bd13" providerId="ADAL" clId="{8A9E6FFF-D572-4621-84EA-50F599B778CC}" dt="2026-03-05T11:40:47.332" v="2056" actId="14100"/>
          <ac:spMkLst>
            <pc:docMk/>
            <pc:sldMk cId="2023836600" sldId="263"/>
            <ac:spMk id="10" creationId="{EA6CD1B7-5494-9081-B9F0-E724CD37E873}"/>
          </ac:spMkLst>
        </pc:spChg>
        <pc:spChg chg="mod">
          <ac:chgData name="Aloe VERA" userId="6b960476-e567-467f-a33f-aec172a9bd13" providerId="ADAL" clId="{8A9E6FFF-D572-4621-84EA-50F599B778CC}" dt="2026-03-05T11:40:44.031" v="2055" actId="12"/>
          <ac:spMkLst>
            <pc:docMk/>
            <pc:sldMk cId="2023836600" sldId="263"/>
            <ac:spMk id="16" creationId="{7E55E168-DDB4-3E0F-4C3B-DDA52813E509}"/>
          </ac:spMkLst>
        </pc:spChg>
        <pc:spChg chg="mod">
          <ac:chgData name="Aloe VERA" userId="6b960476-e567-467f-a33f-aec172a9bd13" providerId="ADAL" clId="{8A9E6FFF-D572-4621-84EA-50F599B778CC}" dt="2026-03-05T11:40:51.020" v="2057" actId="14100"/>
          <ac:spMkLst>
            <pc:docMk/>
            <pc:sldMk cId="2023836600" sldId="263"/>
            <ac:spMk id="19" creationId="{5BEC1EEE-96A5-4B47-5DBD-EA4FEA293659}"/>
          </ac:spMkLst>
        </pc:spChg>
      </pc:sldChg>
      <pc:sldChg chg="modSp add mod modTransition">
        <pc:chgData name="Aloe VERA" userId="6b960476-e567-467f-a33f-aec172a9bd13" providerId="ADAL" clId="{8A9E6FFF-D572-4621-84EA-50F599B778CC}" dt="2026-03-06T05:32:50.486" v="3135"/>
        <pc:sldMkLst>
          <pc:docMk/>
          <pc:sldMk cId="1052933594" sldId="264"/>
        </pc:sldMkLst>
        <pc:spChg chg="mod">
          <ac:chgData name="Aloe VERA" userId="6b960476-e567-467f-a33f-aec172a9bd13" providerId="ADAL" clId="{8A9E6FFF-D572-4621-84EA-50F599B778CC}" dt="2026-03-05T11:41:05.207" v="2061" actId="14100"/>
          <ac:spMkLst>
            <pc:docMk/>
            <pc:sldMk cId="1052933594" sldId="264"/>
            <ac:spMk id="7" creationId="{A7FAF9DA-2F6A-D847-0C7A-60DCA6B467C1}"/>
          </ac:spMkLst>
        </pc:spChg>
        <pc:spChg chg="mod">
          <ac:chgData name="Aloe VERA" userId="6b960476-e567-467f-a33f-aec172a9bd13" providerId="ADAL" clId="{8A9E6FFF-D572-4621-84EA-50F599B778CC}" dt="2026-03-05T11:41:00.796" v="2059" actId="14100"/>
          <ac:spMkLst>
            <pc:docMk/>
            <pc:sldMk cId="1052933594" sldId="264"/>
            <ac:spMk id="10" creationId="{83A8814C-FDB0-65B2-D6E9-E64A7AD80DE1}"/>
          </ac:spMkLst>
        </pc:spChg>
        <pc:spChg chg="mod">
          <ac:chgData name="Aloe VERA" userId="6b960476-e567-467f-a33f-aec172a9bd13" providerId="ADAL" clId="{8A9E6FFF-D572-4621-84EA-50F599B778CC}" dt="2026-03-05T11:40:57.510" v="2058" actId="12"/>
          <ac:spMkLst>
            <pc:docMk/>
            <pc:sldMk cId="1052933594" sldId="264"/>
            <ac:spMk id="16" creationId="{8E3AB6CA-424B-9012-6032-D14163985521}"/>
          </ac:spMkLst>
        </pc:spChg>
        <pc:spChg chg="mod">
          <ac:chgData name="Aloe VERA" userId="6b960476-e567-467f-a33f-aec172a9bd13" providerId="ADAL" clId="{8A9E6FFF-D572-4621-84EA-50F599B778CC}" dt="2026-03-05T11:41:03.381" v="2060" actId="14100"/>
          <ac:spMkLst>
            <pc:docMk/>
            <pc:sldMk cId="1052933594" sldId="264"/>
            <ac:spMk id="19" creationId="{157FE45D-AE5E-B229-6753-BBB6DBF0C1A0}"/>
          </ac:spMkLst>
        </pc:spChg>
      </pc:sldChg>
      <pc:sldChg chg="modSp add mod modTransition">
        <pc:chgData name="Aloe VERA" userId="6b960476-e567-467f-a33f-aec172a9bd13" providerId="ADAL" clId="{8A9E6FFF-D572-4621-84EA-50F599B778CC}" dt="2026-03-06T05:32:50.486" v="3135"/>
        <pc:sldMkLst>
          <pc:docMk/>
          <pc:sldMk cId="2251327359" sldId="265"/>
        </pc:sldMkLst>
        <pc:spChg chg="mod">
          <ac:chgData name="Aloe VERA" userId="6b960476-e567-467f-a33f-aec172a9bd13" providerId="ADAL" clId="{8A9E6FFF-D572-4621-84EA-50F599B778CC}" dt="2026-03-05T11:41:11.672" v="2062" actId="12"/>
          <ac:spMkLst>
            <pc:docMk/>
            <pc:sldMk cId="2251327359" sldId="265"/>
            <ac:spMk id="7" creationId="{8012585F-7DB9-09F1-D101-222D76690F0D}"/>
          </ac:spMkLst>
        </pc:spChg>
        <pc:spChg chg="mod">
          <ac:chgData name="Aloe VERA" userId="6b960476-e567-467f-a33f-aec172a9bd13" providerId="ADAL" clId="{8A9E6FFF-D572-4621-84EA-50F599B778CC}" dt="2026-03-05T11:41:22.341" v="2065" actId="14100"/>
          <ac:spMkLst>
            <pc:docMk/>
            <pc:sldMk cId="2251327359" sldId="265"/>
            <ac:spMk id="8" creationId="{A58FE633-8093-56B8-762E-84EDE398B06C}"/>
          </ac:spMkLst>
        </pc:spChg>
        <pc:spChg chg="mod">
          <ac:chgData name="Aloe VERA" userId="6b960476-e567-467f-a33f-aec172a9bd13" providerId="ADAL" clId="{8A9E6FFF-D572-4621-84EA-50F599B778CC}" dt="2026-03-05T11:41:15.420" v="2063" actId="14100"/>
          <ac:spMkLst>
            <pc:docMk/>
            <pc:sldMk cId="2251327359" sldId="265"/>
            <ac:spMk id="10" creationId="{57F953A3-670F-9D7E-EB32-4AFCB41F47A4}"/>
          </ac:spMkLst>
        </pc:spChg>
        <pc:spChg chg="mod">
          <ac:chgData name="Aloe VERA" userId="6b960476-e567-467f-a33f-aec172a9bd13" providerId="ADAL" clId="{8A9E6FFF-D572-4621-84EA-50F599B778CC}" dt="2026-03-05T11:41:11.672" v="2062" actId="12"/>
          <ac:spMkLst>
            <pc:docMk/>
            <pc:sldMk cId="2251327359" sldId="265"/>
            <ac:spMk id="16" creationId="{45618FC9-4126-7E51-6FE0-F74DE78E8CE3}"/>
          </ac:spMkLst>
        </pc:spChg>
        <pc:spChg chg="mod">
          <ac:chgData name="Aloe VERA" userId="6b960476-e567-467f-a33f-aec172a9bd13" providerId="ADAL" clId="{8A9E6FFF-D572-4621-84EA-50F599B778CC}" dt="2026-03-05T11:41:18.665" v="2064" actId="14100"/>
          <ac:spMkLst>
            <pc:docMk/>
            <pc:sldMk cId="2251327359" sldId="265"/>
            <ac:spMk id="19" creationId="{F12B1769-C2FF-EA9C-CF3A-528555522513}"/>
          </ac:spMkLst>
        </pc:spChg>
      </pc:sldChg>
      <pc:sldChg chg="addSp delSp modSp add mod modTransition">
        <pc:chgData name="Aloe VERA" userId="6b960476-e567-467f-a33f-aec172a9bd13" providerId="ADAL" clId="{8A9E6FFF-D572-4621-84EA-50F599B778CC}" dt="2026-03-06T05:32:50.486" v="3135"/>
        <pc:sldMkLst>
          <pc:docMk/>
          <pc:sldMk cId="4236445518" sldId="266"/>
        </pc:sldMkLst>
        <pc:spChg chg="mod">
          <ac:chgData name="Aloe VERA" userId="6b960476-e567-467f-a33f-aec172a9bd13" providerId="ADAL" clId="{8A9E6FFF-D572-4621-84EA-50F599B778CC}" dt="2026-03-05T11:41:30.223" v="2066" actId="12"/>
          <ac:spMkLst>
            <pc:docMk/>
            <pc:sldMk cId="4236445518" sldId="266"/>
            <ac:spMk id="7" creationId="{790DEDE0-B4EE-1281-335C-9E8740F9DE2B}"/>
          </ac:spMkLst>
        </pc:spChg>
        <pc:spChg chg="mod">
          <ac:chgData name="Aloe VERA" userId="6b960476-e567-467f-a33f-aec172a9bd13" providerId="ADAL" clId="{8A9E6FFF-D572-4621-84EA-50F599B778CC}" dt="2026-03-05T11:41:40.325" v="2069" actId="14100"/>
          <ac:spMkLst>
            <pc:docMk/>
            <pc:sldMk cId="4236445518" sldId="266"/>
            <ac:spMk id="8" creationId="{091B492B-4E32-F0D4-7BC6-036EA2FDA8AA}"/>
          </ac:spMkLst>
        </pc:spChg>
        <pc:spChg chg="mod">
          <ac:chgData name="Aloe VERA" userId="6b960476-e567-467f-a33f-aec172a9bd13" providerId="ADAL" clId="{8A9E6FFF-D572-4621-84EA-50F599B778CC}" dt="2026-03-05T11:41:30.223" v="2066" actId="12"/>
          <ac:spMkLst>
            <pc:docMk/>
            <pc:sldMk cId="4236445518" sldId="266"/>
            <ac:spMk id="9" creationId="{B7F23269-D088-8D1B-1DC8-B1F3438A1397}"/>
          </ac:spMkLst>
        </pc:spChg>
        <pc:spChg chg="mod">
          <ac:chgData name="Aloe VERA" userId="6b960476-e567-467f-a33f-aec172a9bd13" providerId="ADAL" clId="{8A9E6FFF-D572-4621-84EA-50F599B778CC}" dt="2026-03-05T11:41:33.726" v="2067" actId="14100"/>
          <ac:spMkLst>
            <pc:docMk/>
            <pc:sldMk cId="4236445518" sldId="266"/>
            <ac:spMk id="10" creationId="{7DDACF26-7BCF-5EE6-1E9A-1CD35F5AFDBB}"/>
          </ac:spMkLst>
        </pc:spChg>
        <pc:spChg chg="mod">
          <ac:chgData name="Aloe VERA" userId="6b960476-e567-467f-a33f-aec172a9bd13" providerId="ADAL" clId="{8A9E6FFF-D572-4621-84EA-50F599B778CC}" dt="2026-03-05T11:41:30.223" v="2066" actId="12"/>
          <ac:spMkLst>
            <pc:docMk/>
            <pc:sldMk cId="4236445518" sldId="266"/>
            <ac:spMk id="16" creationId="{04E0C726-7D06-9F10-C936-0A68AD6EA3FB}"/>
          </ac:spMkLst>
        </pc:spChg>
        <pc:spChg chg="mod">
          <ac:chgData name="Aloe VERA" userId="6b960476-e567-467f-a33f-aec172a9bd13" providerId="ADAL" clId="{8A9E6FFF-D572-4621-84EA-50F599B778CC}" dt="2026-03-05T11:41:37.208" v="2068" actId="14100"/>
          <ac:spMkLst>
            <pc:docMk/>
            <pc:sldMk cId="4236445518" sldId="266"/>
            <ac:spMk id="19" creationId="{5AB197DF-D33C-8BC5-C509-968E14B08BCE}"/>
          </ac:spMkLst>
        </pc:spChg>
      </pc:sldChg>
      <pc:sldChg chg="addSp delSp modSp add mod ord modTransition">
        <pc:chgData name="Aloe VERA" userId="6b960476-e567-467f-a33f-aec172a9bd13" providerId="ADAL" clId="{8A9E6FFF-D572-4621-84EA-50F599B778CC}" dt="2026-03-06T07:32:34.535" v="3497" actId="14100"/>
        <pc:sldMkLst>
          <pc:docMk/>
          <pc:sldMk cId="4038760175" sldId="267"/>
        </pc:sldMkLst>
        <pc:spChg chg="mod">
          <ac:chgData name="Aloe VERA" userId="6b960476-e567-467f-a33f-aec172a9bd13" providerId="ADAL" clId="{8A9E6FFF-D572-4621-84EA-50F599B778CC}" dt="2026-03-06T04:52:18.926" v="2218" actId="1076"/>
          <ac:spMkLst>
            <pc:docMk/>
            <pc:sldMk cId="4038760175" sldId="267"/>
            <ac:spMk id="5" creationId="{A3C696AA-34C7-FBA1-09F9-A115830756C0}"/>
          </ac:spMkLst>
        </pc:spChg>
        <pc:spChg chg="mod">
          <ac:chgData name="Aloe VERA" userId="6b960476-e567-467f-a33f-aec172a9bd13" providerId="ADAL" clId="{8A9E6FFF-D572-4621-84EA-50F599B778CC}" dt="2026-03-06T04:52:08.311" v="2216" actId="1076"/>
          <ac:spMkLst>
            <pc:docMk/>
            <pc:sldMk cId="4038760175" sldId="267"/>
            <ac:spMk id="7" creationId="{9236F08B-CCC0-CFEC-22B7-534D8406EFD3}"/>
          </ac:spMkLst>
        </pc:spChg>
        <pc:spChg chg="mod">
          <ac:chgData name="Aloe VERA" userId="6b960476-e567-467f-a33f-aec172a9bd13" providerId="ADAL" clId="{8A9E6FFF-D572-4621-84EA-50F599B778CC}" dt="2026-03-06T04:52:15.439" v="2217" actId="1076"/>
          <ac:spMkLst>
            <pc:docMk/>
            <pc:sldMk cId="4038760175" sldId="267"/>
            <ac:spMk id="8" creationId="{B81DE85F-6E57-2DE1-D59A-DB7D9E08107B}"/>
          </ac:spMkLst>
        </pc:spChg>
        <pc:spChg chg="mod">
          <ac:chgData name="Aloe VERA" userId="6b960476-e567-467f-a33f-aec172a9bd13" providerId="ADAL" clId="{8A9E6FFF-D572-4621-84EA-50F599B778CC}" dt="2026-03-06T04:52:15.439" v="2217" actId="1076"/>
          <ac:spMkLst>
            <pc:docMk/>
            <pc:sldMk cId="4038760175" sldId="267"/>
            <ac:spMk id="9" creationId="{875C8867-73A5-DDC4-78ED-CD2CC5F624A9}"/>
          </ac:spMkLst>
        </pc:spChg>
        <pc:spChg chg="mod">
          <ac:chgData name="Aloe VERA" userId="6b960476-e567-467f-a33f-aec172a9bd13" providerId="ADAL" clId="{8A9E6FFF-D572-4621-84EA-50F599B778CC}" dt="2026-03-06T05:18:49.480" v="3046" actId="12"/>
          <ac:spMkLst>
            <pc:docMk/>
            <pc:sldMk cId="4038760175" sldId="267"/>
            <ac:spMk id="10" creationId="{E033494B-1BB7-781D-36A7-3FD92A1F4AA7}"/>
          </ac:spMkLst>
        </pc:spChg>
        <pc:spChg chg="mod ord">
          <ac:chgData name="Aloe VERA" userId="6b960476-e567-467f-a33f-aec172a9bd13" providerId="ADAL" clId="{8A9E6FFF-D572-4621-84EA-50F599B778CC}" dt="2026-03-06T04:51:19.614" v="2213" actId="167"/>
          <ac:spMkLst>
            <pc:docMk/>
            <pc:sldMk cId="4038760175" sldId="267"/>
            <ac:spMk id="15" creationId="{AAAE40E6-CA65-73C5-9248-44740A38BFC3}"/>
          </ac:spMkLst>
        </pc:spChg>
        <pc:spChg chg="mod">
          <ac:chgData name="Aloe VERA" userId="6b960476-e567-467f-a33f-aec172a9bd13" providerId="ADAL" clId="{8A9E6FFF-D572-4621-84EA-50F599B778CC}" dt="2026-03-06T04:52:00.995" v="2214" actId="1076"/>
          <ac:spMkLst>
            <pc:docMk/>
            <pc:sldMk cId="4038760175" sldId="267"/>
            <ac:spMk id="16" creationId="{2B62A612-F523-1D81-F230-2CF42CF60F4C}"/>
          </ac:spMkLst>
        </pc:spChg>
        <pc:spChg chg="mod">
          <ac:chgData name="Aloe VERA" userId="6b960476-e567-467f-a33f-aec172a9bd13" providerId="ADAL" clId="{8A9E6FFF-D572-4621-84EA-50F599B778CC}" dt="2026-03-06T04:52:04.991" v="2215" actId="1076"/>
          <ac:spMkLst>
            <pc:docMk/>
            <pc:sldMk cId="4038760175" sldId="267"/>
            <ac:spMk id="19" creationId="{A9B1F0F1-ABA6-03A6-9FCE-1FF0A9669EA1}"/>
          </ac:spMkLst>
        </pc:spChg>
        <pc:spChg chg="add mod">
          <ac:chgData name="Aloe VERA" userId="6b960476-e567-467f-a33f-aec172a9bd13" providerId="ADAL" clId="{8A9E6FFF-D572-4621-84EA-50F599B778CC}" dt="2026-03-06T07:29:28.366" v="3484"/>
          <ac:spMkLst>
            <pc:docMk/>
            <pc:sldMk cId="4038760175" sldId="267"/>
            <ac:spMk id="24" creationId="{2E9DA19F-B4A3-4517-10BA-6AC50A630C47}"/>
          </ac:spMkLst>
        </pc:spChg>
        <pc:spChg chg="add mod">
          <ac:chgData name="Aloe VERA" userId="6b960476-e567-467f-a33f-aec172a9bd13" providerId="ADAL" clId="{8A9E6FFF-D572-4621-84EA-50F599B778CC}" dt="2026-03-06T07:32:20.646" v="3496" actId="20577"/>
          <ac:spMkLst>
            <pc:docMk/>
            <pc:sldMk cId="4038760175" sldId="267"/>
            <ac:spMk id="30" creationId="{4DA0E19C-4C68-C191-9131-11E417338F9E}"/>
          </ac:spMkLst>
        </pc:spChg>
        <pc:grpChg chg="mod">
          <ac:chgData name="Aloe VERA" userId="6b960476-e567-467f-a33f-aec172a9bd13" providerId="ADAL" clId="{8A9E6FFF-D572-4621-84EA-50F599B778CC}" dt="2026-03-06T04:53:11.468" v="2221" actId="1076"/>
          <ac:grpSpMkLst>
            <pc:docMk/>
            <pc:sldMk cId="4038760175" sldId="267"/>
            <ac:grpSpMk id="3" creationId="{DB96677F-CD5A-558F-50D4-069D7055C321}"/>
          </ac:grpSpMkLst>
        </pc:grpChg>
        <pc:grpChg chg="add mod">
          <ac:chgData name="Aloe VERA" userId="6b960476-e567-467f-a33f-aec172a9bd13" providerId="ADAL" clId="{8A9E6FFF-D572-4621-84EA-50F599B778CC}" dt="2026-03-06T07:32:34.535" v="3497" actId="14100"/>
          <ac:grpSpMkLst>
            <pc:docMk/>
            <pc:sldMk cId="4038760175" sldId="267"/>
            <ac:grpSpMk id="43" creationId="{61B0C46F-9712-B957-AE1C-CFB49A2151A6}"/>
          </ac:grpSpMkLst>
        </pc:grpChg>
      </pc:sldChg>
      <pc:sldChg chg="addSp delSp modSp add mod modTransition">
        <pc:chgData name="Aloe VERA" userId="6b960476-e567-467f-a33f-aec172a9bd13" providerId="ADAL" clId="{8A9E6FFF-D572-4621-84EA-50F599B778CC}" dt="2026-03-06T07:33:44.665" v="3502" actId="14100"/>
        <pc:sldMkLst>
          <pc:docMk/>
          <pc:sldMk cId="1558116141" sldId="268"/>
        </pc:sldMkLst>
        <pc:spChg chg="mod">
          <ac:chgData name="Aloe VERA" userId="6b960476-e567-467f-a33f-aec172a9bd13" providerId="ADAL" clId="{8A9E6FFF-D572-4621-84EA-50F599B778CC}" dt="2026-03-06T05:06:54.098" v="2962" actId="1076"/>
          <ac:spMkLst>
            <pc:docMk/>
            <pc:sldMk cId="1558116141" sldId="268"/>
            <ac:spMk id="7" creationId="{F29CA3DB-D543-5F16-A92F-C16A74A992FD}"/>
          </ac:spMkLst>
        </pc:spChg>
        <pc:spChg chg="mod">
          <ac:chgData name="Aloe VERA" userId="6b960476-e567-467f-a33f-aec172a9bd13" providerId="ADAL" clId="{8A9E6FFF-D572-4621-84EA-50F599B778CC}" dt="2026-03-06T05:06:54.098" v="2962" actId="1076"/>
          <ac:spMkLst>
            <pc:docMk/>
            <pc:sldMk cId="1558116141" sldId="268"/>
            <ac:spMk id="8" creationId="{273D0408-B8D5-A76A-D5D7-D068B5FCC9D7}"/>
          </ac:spMkLst>
        </pc:spChg>
        <pc:spChg chg="mod">
          <ac:chgData name="Aloe VERA" userId="6b960476-e567-467f-a33f-aec172a9bd13" providerId="ADAL" clId="{8A9E6FFF-D572-4621-84EA-50F599B778CC}" dt="2026-03-06T05:06:54.098" v="2962" actId="1076"/>
          <ac:spMkLst>
            <pc:docMk/>
            <pc:sldMk cId="1558116141" sldId="268"/>
            <ac:spMk id="9" creationId="{78C7664B-4ABC-93F4-41BD-8A217F478EEB}"/>
          </ac:spMkLst>
        </pc:spChg>
        <pc:spChg chg="mod">
          <ac:chgData name="Aloe VERA" userId="6b960476-e567-467f-a33f-aec172a9bd13" providerId="ADAL" clId="{8A9E6FFF-D572-4621-84EA-50F599B778CC}" dt="2026-03-06T05:18:53.392" v="3047" actId="12"/>
          <ac:spMkLst>
            <pc:docMk/>
            <pc:sldMk cId="1558116141" sldId="268"/>
            <ac:spMk id="10" creationId="{93130F99-3969-E8F0-4F24-1CD46729231C}"/>
          </ac:spMkLst>
        </pc:spChg>
        <pc:spChg chg="mod">
          <ac:chgData name="Aloe VERA" userId="6b960476-e567-467f-a33f-aec172a9bd13" providerId="ADAL" clId="{8A9E6FFF-D572-4621-84EA-50F599B778CC}" dt="2026-03-06T05:06:54.098" v="2962" actId="1076"/>
          <ac:spMkLst>
            <pc:docMk/>
            <pc:sldMk cId="1558116141" sldId="268"/>
            <ac:spMk id="16" creationId="{3A5BED21-05F5-F089-887A-4BBE97AB6301}"/>
          </ac:spMkLst>
        </pc:spChg>
        <pc:spChg chg="mod">
          <ac:chgData name="Aloe VERA" userId="6b960476-e567-467f-a33f-aec172a9bd13" providerId="ADAL" clId="{8A9E6FFF-D572-4621-84EA-50F599B778CC}" dt="2026-03-06T05:06:54.098" v="2962" actId="1076"/>
          <ac:spMkLst>
            <pc:docMk/>
            <pc:sldMk cId="1558116141" sldId="268"/>
            <ac:spMk id="19" creationId="{2F533049-76A3-3433-D948-6D1125406B01}"/>
          </ac:spMkLst>
        </pc:spChg>
        <pc:spChg chg="mod">
          <ac:chgData name="Aloe VERA" userId="6b960476-e567-467f-a33f-aec172a9bd13" providerId="ADAL" clId="{8A9E6FFF-D572-4621-84EA-50F599B778CC}" dt="2026-03-06T05:11:35.953" v="2993"/>
          <ac:spMkLst>
            <pc:docMk/>
            <pc:sldMk cId="1558116141" sldId="268"/>
            <ac:spMk id="21" creationId="{F575703A-E403-F5C0-CCC7-BE945BEDE9C7}"/>
          </ac:spMkLst>
        </pc:spChg>
        <pc:spChg chg="mod">
          <ac:chgData name="Aloe VERA" userId="6b960476-e567-467f-a33f-aec172a9bd13" providerId="ADAL" clId="{8A9E6FFF-D572-4621-84EA-50F599B778CC}" dt="2026-03-06T05:11:53.734" v="3000"/>
          <ac:spMkLst>
            <pc:docMk/>
            <pc:sldMk cId="1558116141" sldId="268"/>
            <ac:spMk id="22" creationId="{4EB99413-9D8B-6E3B-D028-13F5DE1DF4DD}"/>
          </ac:spMkLst>
        </pc:spChg>
        <pc:spChg chg="mod">
          <ac:chgData name="Aloe VERA" userId="6b960476-e567-467f-a33f-aec172a9bd13" providerId="ADAL" clId="{8A9E6FFF-D572-4621-84EA-50F599B778CC}" dt="2026-03-06T07:33:20.973" v="3501" actId="20577"/>
          <ac:spMkLst>
            <pc:docMk/>
            <pc:sldMk cId="1558116141" sldId="268"/>
            <ac:spMk id="30" creationId="{E60F8084-8F6B-FBF5-B6E4-F8CA2459D484}"/>
          </ac:spMkLst>
        </pc:spChg>
        <pc:grpChg chg="add mod">
          <ac:chgData name="Aloe VERA" userId="6b960476-e567-467f-a33f-aec172a9bd13" providerId="ADAL" clId="{8A9E6FFF-D572-4621-84EA-50F599B778CC}" dt="2026-03-06T05:11:59.219" v="3001" actId="14100"/>
          <ac:grpSpMkLst>
            <pc:docMk/>
            <pc:sldMk cId="1558116141" sldId="268"/>
            <ac:grpSpMk id="20" creationId="{8D4B1B49-E99D-9067-6FC8-115B093F8382}"/>
          </ac:grpSpMkLst>
        </pc:grpChg>
        <pc:grpChg chg="mod">
          <ac:chgData name="Aloe VERA" userId="6b960476-e567-467f-a33f-aec172a9bd13" providerId="ADAL" clId="{8A9E6FFF-D572-4621-84EA-50F599B778CC}" dt="2026-03-06T07:33:44.665" v="3502" actId="14100"/>
          <ac:grpSpMkLst>
            <pc:docMk/>
            <pc:sldMk cId="1558116141" sldId="268"/>
            <ac:grpSpMk id="43" creationId="{7264C7CE-6D05-924E-0388-BAAC702C51E1}"/>
          </ac:grpSpMkLst>
        </pc:grpChg>
        <pc:cxnChg chg="mod">
          <ac:chgData name="Aloe VERA" userId="6b960476-e567-467f-a33f-aec172a9bd13" providerId="ADAL" clId="{8A9E6FFF-D572-4621-84EA-50F599B778CC}" dt="2026-03-06T07:33:44.665" v="3502" actId="14100"/>
          <ac:cxnSpMkLst>
            <pc:docMk/>
            <pc:sldMk cId="1558116141" sldId="268"/>
            <ac:cxnSpMk id="41" creationId="{DDC7896A-6973-E644-E5D7-894546B97F8B}"/>
          </ac:cxnSpMkLst>
        </pc:cxnChg>
      </pc:sldChg>
      <pc:sldChg chg="addSp delSp modSp add mod modTransition">
        <pc:chgData name="Aloe VERA" userId="6b960476-e567-467f-a33f-aec172a9bd13" providerId="ADAL" clId="{8A9E6FFF-D572-4621-84EA-50F599B778CC}" dt="2026-03-06T07:34:57.378" v="3504"/>
        <pc:sldMkLst>
          <pc:docMk/>
          <pc:sldMk cId="366723496" sldId="269"/>
        </pc:sldMkLst>
        <pc:spChg chg="mod">
          <ac:chgData name="Aloe VERA" userId="6b960476-e567-467f-a33f-aec172a9bd13" providerId="ADAL" clId="{8A9E6FFF-D572-4621-84EA-50F599B778CC}" dt="2026-03-06T05:18:56.330" v="3048" actId="12"/>
          <ac:spMkLst>
            <pc:docMk/>
            <pc:sldMk cId="366723496" sldId="269"/>
            <ac:spMk id="10" creationId="{3C792E17-623C-59B4-782E-3852D00F58D0}"/>
          </ac:spMkLst>
        </pc:spChg>
        <pc:spChg chg="mod">
          <ac:chgData name="Aloe VERA" userId="6b960476-e567-467f-a33f-aec172a9bd13" providerId="ADAL" clId="{8A9E6FFF-D572-4621-84EA-50F599B778CC}" dt="2026-03-06T07:34:57.378" v="3504"/>
          <ac:spMkLst>
            <pc:docMk/>
            <pc:sldMk cId="366723496" sldId="269"/>
            <ac:spMk id="11" creationId="{347A024E-03C7-5237-FECB-6E230B26C59E}"/>
          </ac:spMkLst>
        </pc:spChg>
        <pc:spChg chg="mod">
          <ac:chgData name="Aloe VERA" userId="6b960476-e567-467f-a33f-aec172a9bd13" providerId="ADAL" clId="{8A9E6FFF-D572-4621-84EA-50F599B778CC}" dt="2026-03-06T07:34:57.378" v="3504"/>
          <ac:spMkLst>
            <pc:docMk/>
            <pc:sldMk cId="366723496" sldId="269"/>
            <ac:spMk id="12" creationId="{8E355936-F88A-EF77-D894-266CBBD73F0D}"/>
          </ac:spMkLst>
        </pc:spChg>
        <pc:spChg chg="mod">
          <ac:chgData name="Aloe VERA" userId="6b960476-e567-467f-a33f-aec172a9bd13" providerId="ADAL" clId="{8A9E6FFF-D572-4621-84EA-50F599B778CC}" dt="2026-03-06T05:12:08.967" v="3002"/>
          <ac:spMkLst>
            <pc:docMk/>
            <pc:sldMk cId="366723496" sldId="269"/>
            <ac:spMk id="14" creationId="{DCBF3BDA-7A69-350C-7C76-CF32D5F13D81}"/>
          </ac:spMkLst>
        </pc:spChg>
        <pc:spChg chg="mod">
          <ac:chgData name="Aloe VERA" userId="6b960476-e567-467f-a33f-aec172a9bd13" providerId="ADAL" clId="{8A9E6FFF-D572-4621-84EA-50F599B778CC}" dt="2026-03-06T05:12:08.967" v="3002"/>
          <ac:spMkLst>
            <pc:docMk/>
            <pc:sldMk cId="366723496" sldId="269"/>
            <ac:spMk id="17" creationId="{B358B30A-F0E8-DEF7-84C0-2D49532798BB}"/>
          </ac:spMkLst>
        </pc:spChg>
        <pc:spChg chg="mod">
          <ac:chgData name="Aloe VERA" userId="6b960476-e567-467f-a33f-aec172a9bd13" providerId="ADAL" clId="{8A9E6FFF-D572-4621-84EA-50F599B778CC}" dt="2026-03-06T05:13:05.035" v="3011"/>
          <ac:spMkLst>
            <pc:docMk/>
            <pc:sldMk cId="366723496" sldId="269"/>
            <ac:spMk id="25" creationId="{AD3A8283-8708-1CCD-4E00-2A7E94419561}"/>
          </ac:spMkLst>
        </pc:spChg>
        <pc:spChg chg="mod">
          <ac:chgData name="Aloe VERA" userId="6b960476-e567-467f-a33f-aec172a9bd13" providerId="ADAL" clId="{8A9E6FFF-D572-4621-84EA-50F599B778CC}" dt="2026-03-06T05:13:05.035" v="3011"/>
          <ac:spMkLst>
            <pc:docMk/>
            <pc:sldMk cId="366723496" sldId="269"/>
            <ac:spMk id="26" creationId="{349CD0B8-FA83-32D5-3B2D-AF7A6433980F}"/>
          </ac:spMkLst>
        </pc:spChg>
        <pc:grpChg chg="add mod">
          <ac:chgData name="Aloe VERA" userId="6b960476-e567-467f-a33f-aec172a9bd13" providerId="ADAL" clId="{8A9E6FFF-D572-4621-84EA-50F599B778CC}" dt="2026-03-06T07:34:57.378" v="3504"/>
          <ac:grpSpMkLst>
            <pc:docMk/>
            <pc:sldMk cId="366723496" sldId="269"/>
            <ac:grpSpMk id="5" creationId="{A0A1314F-05DA-59CD-402E-83DA2AB79C88}"/>
          </ac:grpSpMkLst>
        </pc:grpChg>
        <pc:grpChg chg="add mod">
          <ac:chgData name="Aloe VERA" userId="6b960476-e567-467f-a33f-aec172a9bd13" providerId="ADAL" clId="{8A9E6FFF-D572-4621-84EA-50F599B778CC}" dt="2026-03-06T05:12:48.151" v="3007" actId="1076"/>
          <ac:grpSpMkLst>
            <pc:docMk/>
            <pc:sldMk cId="366723496" sldId="269"/>
            <ac:grpSpMk id="13" creationId="{98E4B83A-7A09-1865-CC70-794B03F55BF2}"/>
          </ac:grpSpMkLst>
        </pc:grpChg>
        <pc:grpChg chg="add mod">
          <ac:chgData name="Aloe VERA" userId="6b960476-e567-467f-a33f-aec172a9bd13" providerId="ADAL" clId="{8A9E6FFF-D572-4621-84EA-50F599B778CC}" dt="2026-03-06T05:13:11.534" v="3012" actId="14100"/>
          <ac:grpSpMkLst>
            <pc:docMk/>
            <pc:sldMk cId="366723496" sldId="269"/>
            <ac:grpSpMk id="23" creationId="{170CDED4-82FC-5500-1E37-33BC4843D2E6}"/>
          </ac:grpSpMkLst>
        </pc:grpChg>
        <pc:cxnChg chg="add mod">
          <ac:chgData name="Aloe VERA" userId="6b960476-e567-467f-a33f-aec172a9bd13" providerId="ADAL" clId="{8A9E6FFF-D572-4621-84EA-50F599B778CC}" dt="2026-03-06T07:34:57.378" v="3504"/>
          <ac:cxnSpMkLst>
            <pc:docMk/>
            <pc:sldMk cId="366723496" sldId="269"/>
            <ac:cxnSpMk id="18" creationId="{A4CB7E08-4F62-8D1A-201E-8B84C7BF4E05}"/>
          </ac:cxnSpMkLst>
        </pc:cxnChg>
        <pc:cxnChg chg="add mod">
          <ac:chgData name="Aloe VERA" userId="6b960476-e567-467f-a33f-aec172a9bd13" providerId="ADAL" clId="{8A9E6FFF-D572-4621-84EA-50F599B778CC}" dt="2026-03-06T05:12:48.151" v="3007" actId="1076"/>
          <ac:cxnSpMkLst>
            <pc:docMk/>
            <pc:sldMk cId="366723496" sldId="269"/>
            <ac:cxnSpMk id="22" creationId="{8F17F625-59CA-7B41-9DFD-A1AE86C0D2A0}"/>
          </ac:cxnSpMkLst>
        </pc:cxnChg>
      </pc:sldChg>
      <pc:sldChg chg="addSp delSp modSp add mod modTransition">
        <pc:chgData name="Aloe VERA" userId="6b960476-e567-467f-a33f-aec172a9bd13" providerId="ADAL" clId="{8A9E6FFF-D572-4621-84EA-50F599B778CC}" dt="2026-03-06T07:35:09.322" v="3507"/>
        <pc:sldMkLst>
          <pc:docMk/>
          <pc:sldMk cId="248456682" sldId="270"/>
        </pc:sldMkLst>
        <pc:spChg chg="mod">
          <ac:chgData name="Aloe VERA" userId="6b960476-e567-467f-a33f-aec172a9bd13" providerId="ADAL" clId="{8A9E6FFF-D572-4621-84EA-50F599B778CC}" dt="2026-03-06T05:19:02.809" v="3049" actId="12"/>
          <ac:spMkLst>
            <pc:docMk/>
            <pc:sldMk cId="248456682" sldId="270"/>
            <ac:spMk id="10" creationId="{67E3DFA9-AEE4-E307-3507-1DA3AA2A192D}"/>
          </ac:spMkLst>
        </pc:spChg>
        <pc:spChg chg="mod">
          <ac:chgData name="Aloe VERA" userId="6b960476-e567-467f-a33f-aec172a9bd13" providerId="ADAL" clId="{8A9E6FFF-D572-4621-84EA-50F599B778CC}" dt="2026-03-06T05:13:57.297" v="3018"/>
          <ac:spMkLst>
            <pc:docMk/>
            <pc:sldMk cId="248456682" sldId="270"/>
            <ac:spMk id="18" creationId="{15D826FA-B64C-5721-F7D8-32DE14393185}"/>
          </ac:spMkLst>
        </pc:spChg>
        <pc:spChg chg="mod">
          <ac:chgData name="Aloe VERA" userId="6b960476-e567-467f-a33f-aec172a9bd13" providerId="ADAL" clId="{8A9E6FFF-D572-4621-84EA-50F599B778CC}" dt="2026-03-06T05:14:19.785" v="3021"/>
          <ac:spMkLst>
            <pc:docMk/>
            <pc:sldMk cId="248456682" sldId="270"/>
            <ac:spMk id="20" creationId="{3E5D7EB5-44AE-38E5-F94B-A801FC269A5B}"/>
          </ac:spMkLst>
        </pc:spChg>
        <pc:spChg chg="mod">
          <ac:chgData name="Aloe VERA" userId="6b960476-e567-467f-a33f-aec172a9bd13" providerId="ADAL" clId="{8A9E6FFF-D572-4621-84EA-50F599B778CC}" dt="2026-03-06T07:35:09.322" v="3507"/>
          <ac:spMkLst>
            <pc:docMk/>
            <pc:sldMk cId="248456682" sldId="270"/>
            <ac:spMk id="31" creationId="{547A25B8-EB8C-20AF-2BB1-87A620A477F1}"/>
          </ac:spMkLst>
        </pc:spChg>
        <pc:spChg chg="mod">
          <ac:chgData name="Aloe VERA" userId="6b960476-e567-467f-a33f-aec172a9bd13" providerId="ADAL" clId="{8A9E6FFF-D572-4621-84EA-50F599B778CC}" dt="2026-03-06T07:35:09.322" v="3507"/>
          <ac:spMkLst>
            <pc:docMk/>
            <pc:sldMk cId="248456682" sldId="270"/>
            <ac:spMk id="32" creationId="{7AAB42F3-E425-6F4C-5829-23882BB7E7B6}"/>
          </ac:spMkLst>
        </pc:spChg>
        <pc:grpChg chg="add mod">
          <ac:chgData name="Aloe VERA" userId="6b960476-e567-467f-a33f-aec172a9bd13" providerId="ADAL" clId="{8A9E6FFF-D572-4621-84EA-50F599B778CC}" dt="2026-03-06T05:14:56.177" v="3026" actId="1076"/>
          <ac:grpSpMkLst>
            <pc:docMk/>
            <pc:sldMk cId="248456682" sldId="270"/>
            <ac:grpSpMk id="12" creationId="{D73FC948-4740-0421-822E-9EFE68183357}"/>
          </ac:grpSpMkLst>
        </pc:grpChg>
        <pc:grpChg chg="mod">
          <ac:chgData name="Aloe VERA" userId="6b960476-e567-467f-a33f-aec172a9bd13" providerId="ADAL" clId="{8A9E6FFF-D572-4621-84EA-50F599B778CC}" dt="2026-03-06T05:13:28.769" v="3014" actId="1076"/>
          <ac:grpSpMkLst>
            <pc:docMk/>
            <pc:sldMk cId="248456682" sldId="270"/>
            <ac:grpSpMk id="23" creationId="{77BC2A2B-F334-275E-7962-B21B5A80A515}"/>
          </ac:grpSpMkLst>
        </pc:grpChg>
        <pc:grpChg chg="add mod">
          <ac:chgData name="Aloe VERA" userId="6b960476-e567-467f-a33f-aec172a9bd13" providerId="ADAL" clId="{8A9E6FFF-D572-4621-84EA-50F599B778CC}" dt="2026-03-06T07:35:09.322" v="3507"/>
          <ac:grpSpMkLst>
            <pc:docMk/>
            <pc:sldMk cId="248456682" sldId="270"/>
            <ac:grpSpMk id="29" creationId="{7B89EE3E-B84D-F77E-585D-FBECC093F396}"/>
          </ac:grpSpMkLst>
        </pc:grpChg>
        <pc:cxnChg chg="add">
          <ac:chgData name="Aloe VERA" userId="6b960476-e567-467f-a33f-aec172a9bd13" providerId="ADAL" clId="{8A9E6FFF-D572-4621-84EA-50F599B778CC}" dt="2026-03-06T05:13:38.368" v="3015" actId="11529"/>
          <ac:cxnSpMkLst>
            <pc:docMk/>
            <pc:sldMk cId="248456682" sldId="270"/>
            <ac:cxnSpMk id="11" creationId="{F43E6DA0-CFB0-6D97-7C2E-51B36D5A77BE}"/>
          </ac:cxnSpMkLst>
        </pc:cxnChg>
        <pc:cxnChg chg="add mod">
          <ac:chgData name="Aloe VERA" userId="6b960476-e567-467f-a33f-aec172a9bd13" providerId="ADAL" clId="{8A9E6FFF-D572-4621-84EA-50F599B778CC}" dt="2026-03-06T07:35:09.322" v="3507"/>
          <ac:cxnSpMkLst>
            <pc:docMk/>
            <pc:sldMk cId="248456682" sldId="270"/>
            <ac:cxnSpMk id="33" creationId="{DA1A2483-5F35-6244-1EA8-393EA7DDFF53}"/>
          </ac:cxnSpMkLst>
        </pc:cxnChg>
      </pc:sldChg>
      <pc:sldChg chg="addSp delSp modSp add mod modTransition">
        <pc:chgData name="Aloe VERA" userId="6b960476-e567-467f-a33f-aec172a9bd13" providerId="ADAL" clId="{8A9E6FFF-D572-4621-84EA-50F599B778CC}" dt="2026-03-06T07:37:32.181" v="3521" actId="20577"/>
        <pc:sldMkLst>
          <pc:docMk/>
          <pc:sldMk cId="658785378" sldId="271"/>
        </pc:sldMkLst>
        <pc:spChg chg="mod">
          <ac:chgData name="Aloe VERA" userId="6b960476-e567-467f-a33f-aec172a9bd13" providerId="ADAL" clId="{8A9E6FFF-D572-4621-84EA-50F599B778CC}" dt="2026-03-06T05:20:30.212" v="3062" actId="1076"/>
          <ac:spMkLst>
            <pc:docMk/>
            <pc:sldMk cId="658785378" sldId="271"/>
            <ac:spMk id="7" creationId="{736594A3-88FC-660F-97DB-433789E5B57D}"/>
          </ac:spMkLst>
        </pc:spChg>
        <pc:spChg chg="mod">
          <ac:chgData name="Aloe VERA" userId="6b960476-e567-467f-a33f-aec172a9bd13" providerId="ADAL" clId="{8A9E6FFF-D572-4621-84EA-50F599B778CC}" dt="2026-03-06T05:20:30.212" v="3062" actId="1076"/>
          <ac:spMkLst>
            <pc:docMk/>
            <pc:sldMk cId="658785378" sldId="271"/>
            <ac:spMk id="8" creationId="{2DDAFA48-F28F-0319-DD14-947749BBB5FA}"/>
          </ac:spMkLst>
        </pc:spChg>
        <pc:spChg chg="mod">
          <ac:chgData name="Aloe VERA" userId="6b960476-e567-467f-a33f-aec172a9bd13" providerId="ADAL" clId="{8A9E6FFF-D572-4621-84EA-50F599B778CC}" dt="2026-03-06T05:20:30.212" v="3062" actId="1076"/>
          <ac:spMkLst>
            <pc:docMk/>
            <pc:sldMk cId="658785378" sldId="271"/>
            <ac:spMk id="9" creationId="{174B674C-6F2F-3717-F694-38E95EEAC02E}"/>
          </ac:spMkLst>
        </pc:spChg>
        <pc:spChg chg="mod">
          <ac:chgData name="Aloe VERA" userId="6b960476-e567-467f-a33f-aec172a9bd13" providerId="ADAL" clId="{8A9E6FFF-D572-4621-84EA-50F599B778CC}" dt="2026-03-06T05:19:08.130" v="3050" actId="12"/>
          <ac:spMkLst>
            <pc:docMk/>
            <pc:sldMk cId="658785378" sldId="271"/>
            <ac:spMk id="10" creationId="{F10606FF-3108-85D1-644E-5B06EFB1A9D7}"/>
          </ac:spMkLst>
        </pc:spChg>
        <pc:spChg chg="mod">
          <ac:chgData name="Aloe VERA" userId="6b960476-e567-467f-a33f-aec172a9bd13" providerId="ADAL" clId="{8A9E6FFF-D572-4621-84EA-50F599B778CC}" dt="2026-03-06T05:20:30.212" v="3062" actId="1076"/>
          <ac:spMkLst>
            <pc:docMk/>
            <pc:sldMk cId="658785378" sldId="271"/>
            <ac:spMk id="16" creationId="{AE520171-05DA-A5D3-7239-8D9B493C9DD3}"/>
          </ac:spMkLst>
        </pc:spChg>
        <pc:spChg chg="mod">
          <ac:chgData name="Aloe VERA" userId="6b960476-e567-467f-a33f-aec172a9bd13" providerId="ADAL" clId="{8A9E6FFF-D572-4621-84EA-50F599B778CC}" dt="2026-03-06T05:20:30.212" v="3062" actId="1076"/>
          <ac:spMkLst>
            <pc:docMk/>
            <pc:sldMk cId="658785378" sldId="271"/>
            <ac:spMk id="19" creationId="{71ECDC90-F9BC-1607-7E58-A5D2CBFA7B5A}"/>
          </ac:spMkLst>
        </pc:spChg>
        <pc:spChg chg="mod">
          <ac:chgData name="Aloe VERA" userId="6b960476-e567-467f-a33f-aec172a9bd13" providerId="ADAL" clId="{8A9E6FFF-D572-4621-84EA-50F599B778CC}" dt="2026-03-06T05:15:25.493" v="3030"/>
          <ac:spMkLst>
            <pc:docMk/>
            <pc:sldMk cId="658785378" sldId="271"/>
            <ac:spMk id="28" creationId="{AB543199-4962-58F8-8C65-0E61758163E7}"/>
          </ac:spMkLst>
        </pc:spChg>
        <pc:spChg chg="mod">
          <ac:chgData name="Aloe VERA" userId="6b960476-e567-467f-a33f-aec172a9bd13" providerId="ADAL" clId="{8A9E6FFF-D572-4621-84EA-50F599B778CC}" dt="2026-03-06T07:37:32.181" v="3521" actId="20577"/>
          <ac:spMkLst>
            <pc:docMk/>
            <pc:sldMk cId="658785378" sldId="271"/>
            <ac:spMk id="29" creationId="{59F3D70F-4480-177E-0956-EDD9D4EF4846}"/>
          </ac:spMkLst>
        </pc:spChg>
        <pc:spChg chg="mod">
          <ac:chgData name="Aloe VERA" userId="6b960476-e567-467f-a33f-aec172a9bd13" providerId="ADAL" clId="{8A9E6FFF-D572-4621-84EA-50F599B778CC}" dt="2026-03-06T07:35:15.953" v="3509"/>
          <ac:spMkLst>
            <pc:docMk/>
            <pc:sldMk cId="658785378" sldId="271"/>
            <ac:spMk id="31" creationId="{48636AF9-58FE-E380-90A1-9CE2AA81B3A6}"/>
          </ac:spMkLst>
        </pc:spChg>
        <pc:spChg chg="mod">
          <ac:chgData name="Aloe VERA" userId="6b960476-e567-467f-a33f-aec172a9bd13" providerId="ADAL" clId="{8A9E6FFF-D572-4621-84EA-50F599B778CC}" dt="2026-03-06T07:35:15.953" v="3509"/>
          <ac:spMkLst>
            <pc:docMk/>
            <pc:sldMk cId="658785378" sldId="271"/>
            <ac:spMk id="32" creationId="{7E12C83E-A41F-322A-38ED-A0E879E4CD27}"/>
          </ac:spMkLst>
        </pc:spChg>
        <pc:grpChg chg="add mod">
          <ac:chgData name="Aloe VERA" userId="6b960476-e567-467f-a33f-aec172a9bd13" providerId="ADAL" clId="{8A9E6FFF-D572-4621-84EA-50F599B778CC}" dt="2026-03-06T07:35:15.953" v="3509"/>
          <ac:grpSpMkLst>
            <pc:docMk/>
            <pc:sldMk cId="658785378" sldId="271"/>
            <ac:grpSpMk id="5" creationId="{04640505-1000-781D-4B5B-80A7D8F7A32B}"/>
          </ac:grpSpMkLst>
        </pc:grpChg>
        <pc:grpChg chg="mod">
          <ac:chgData name="Aloe VERA" userId="6b960476-e567-467f-a33f-aec172a9bd13" providerId="ADAL" clId="{8A9E6FFF-D572-4621-84EA-50F599B778CC}" dt="2026-03-06T05:14:51.380" v="3025" actId="1076"/>
          <ac:grpSpMkLst>
            <pc:docMk/>
            <pc:sldMk cId="658785378" sldId="271"/>
            <ac:grpSpMk id="12" creationId="{C1F37624-524B-12D1-050C-DF8ED915FC97}"/>
          </ac:grpSpMkLst>
        </pc:grpChg>
        <pc:grpChg chg="add mod">
          <ac:chgData name="Aloe VERA" userId="6b960476-e567-467f-a33f-aec172a9bd13" providerId="ADAL" clId="{8A9E6FFF-D572-4621-84EA-50F599B778CC}" dt="2026-03-06T05:15:46.673" v="3033" actId="14100"/>
          <ac:grpSpMkLst>
            <pc:docMk/>
            <pc:sldMk cId="658785378" sldId="271"/>
            <ac:grpSpMk id="27" creationId="{C04F0A5D-4D36-EADE-CB35-1C09DDA52567}"/>
          </ac:grpSpMkLst>
        </pc:grpChg>
        <pc:cxnChg chg="add">
          <ac:chgData name="Aloe VERA" userId="6b960476-e567-467f-a33f-aec172a9bd13" providerId="ADAL" clId="{8A9E6FFF-D572-4621-84EA-50F599B778CC}" dt="2026-03-06T05:15:08.014" v="3027" actId="11529"/>
          <ac:cxnSpMkLst>
            <pc:docMk/>
            <pc:sldMk cId="658785378" sldId="271"/>
            <ac:cxnSpMk id="21" creationId="{20231A55-65BB-4085-699D-5EFFF7D95981}"/>
          </ac:cxnSpMkLst>
        </pc:cxnChg>
        <pc:cxnChg chg="add mod">
          <ac:chgData name="Aloe VERA" userId="6b960476-e567-467f-a33f-aec172a9bd13" providerId="ADAL" clId="{8A9E6FFF-D572-4621-84EA-50F599B778CC}" dt="2026-03-06T07:35:15.953" v="3509"/>
          <ac:cxnSpMkLst>
            <pc:docMk/>
            <pc:sldMk cId="658785378" sldId="271"/>
            <ac:cxnSpMk id="33" creationId="{FDAE9C6A-B235-2A60-87F2-AAA1EC9A5DB4}"/>
          </ac:cxnSpMkLst>
        </pc:cxnChg>
      </pc:sldChg>
      <pc:sldChg chg="addSp delSp modSp add mod modTransition">
        <pc:chgData name="Aloe VERA" userId="6b960476-e567-467f-a33f-aec172a9bd13" providerId="ADAL" clId="{8A9E6FFF-D572-4621-84EA-50F599B778CC}" dt="2026-03-06T07:37:20.176" v="3517" actId="20577"/>
        <pc:sldMkLst>
          <pc:docMk/>
          <pc:sldMk cId="3296255542" sldId="272"/>
        </pc:sldMkLst>
        <pc:spChg chg="mod">
          <ac:chgData name="Aloe VERA" userId="6b960476-e567-467f-a33f-aec172a9bd13" providerId="ADAL" clId="{8A9E6FFF-D572-4621-84EA-50F599B778CC}" dt="2026-03-06T07:35:22.659" v="3511"/>
          <ac:spMkLst>
            <pc:docMk/>
            <pc:sldMk cId="3296255542" sldId="272"/>
            <ac:spMk id="7" creationId="{D01C5950-42A6-22A8-12B2-32C0479AFE55}"/>
          </ac:spMkLst>
        </pc:spChg>
        <pc:spChg chg="mod">
          <ac:chgData name="Aloe VERA" userId="6b960476-e567-467f-a33f-aec172a9bd13" providerId="ADAL" clId="{8A9E6FFF-D572-4621-84EA-50F599B778CC}" dt="2026-03-06T07:35:22.659" v="3511"/>
          <ac:spMkLst>
            <pc:docMk/>
            <pc:sldMk cId="3296255542" sldId="272"/>
            <ac:spMk id="8" creationId="{52E97A64-ABDE-9ABA-761B-9CE6B3B6D9A3}"/>
          </ac:spMkLst>
        </pc:spChg>
        <pc:spChg chg="mod">
          <ac:chgData name="Aloe VERA" userId="6b960476-e567-467f-a33f-aec172a9bd13" providerId="ADAL" clId="{8A9E6FFF-D572-4621-84EA-50F599B778CC}" dt="2026-03-06T05:19:12.025" v="3051" actId="12"/>
          <ac:spMkLst>
            <pc:docMk/>
            <pc:sldMk cId="3296255542" sldId="272"/>
            <ac:spMk id="10" creationId="{3BEA4D8F-2DEB-3769-B8DF-A51DA3F2505C}"/>
          </ac:spMkLst>
        </pc:spChg>
        <pc:spChg chg="mod">
          <ac:chgData name="Aloe VERA" userId="6b960476-e567-467f-a33f-aec172a9bd13" providerId="ADAL" clId="{8A9E6FFF-D572-4621-84EA-50F599B778CC}" dt="2026-03-06T07:37:11.518" v="3513"/>
          <ac:spMkLst>
            <pc:docMk/>
            <pc:sldMk cId="3296255542" sldId="272"/>
            <ac:spMk id="28" creationId="{BBA413FC-D1D0-8DDF-7592-5EF8666DF1CE}"/>
          </ac:spMkLst>
        </pc:spChg>
        <pc:spChg chg="mod">
          <ac:chgData name="Aloe VERA" userId="6b960476-e567-467f-a33f-aec172a9bd13" providerId="ADAL" clId="{8A9E6FFF-D572-4621-84EA-50F599B778CC}" dt="2026-03-06T07:37:20.176" v="3517" actId="20577"/>
          <ac:spMkLst>
            <pc:docMk/>
            <pc:sldMk cId="3296255542" sldId="272"/>
            <ac:spMk id="29" creationId="{E27865A3-F741-6FF9-190C-1DAE16B4A9B5}"/>
          </ac:spMkLst>
        </pc:spChg>
        <pc:spChg chg="add mod">
          <ac:chgData name="Aloe VERA" userId="6b960476-e567-467f-a33f-aec172a9bd13" providerId="ADAL" clId="{8A9E6FFF-D572-4621-84EA-50F599B778CC}" dt="2026-03-06T05:20:57.815" v="3063"/>
          <ac:spMkLst>
            <pc:docMk/>
            <pc:sldMk cId="3296255542" sldId="272"/>
            <ac:spMk id="35" creationId="{CF7B30B6-32D8-5776-1E65-05A93C9EF5CD}"/>
          </ac:spMkLst>
        </pc:spChg>
        <pc:spChg chg="add mod">
          <ac:chgData name="Aloe VERA" userId="6b960476-e567-467f-a33f-aec172a9bd13" providerId="ADAL" clId="{8A9E6FFF-D572-4621-84EA-50F599B778CC}" dt="2026-03-06T05:20:57.815" v="3063"/>
          <ac:spMkLst>
            <pc:docMk/>
            <pc:sldMk cId="3296255542" sldId="272"/>
            <ac:spMk id="36" creationId="{5F116113-A377-2C92-BA75-DCAECFD6E6DB}"/>
          </ac:spMkLst>
        </pc:spChg>
        <pc:spChg chg="add mod">
          <ac:chgData name="Aloe VERA" userId="6b960476-e567-467f-a33f-aec172a9bd13" providerId="ADAL" clId="{8A9E6FFF-D572-4621-84EA-50F599B778CC}" dt="2026-03-06T05:20:57.815" v="3063"/>
          <ac:spMkLst>
            <pc:docMk/>
            <pc:sldMk cId="3296255542" sldId="272"/>
            <ac:spMk id="37" creationId="{3CF0D81E-3E94-FFBD-AA79-78DA81AC53BE}"/>
          </ac:spMkLst>
        </pc:spChg>
        <pc:spChg chg="add mod">
          <ac:chgData name="Aloe VERA" userId="6b960476-e567-467f-a33f-aec172a9bd13" providerId="ADAL" clId="{8A9E6FFF-D572-4621-84EA-50F599B778CC}" dt="2026-03-06T05:20:57.815" v="3063"/>
          <ac:spMkLst>
            <pc:docMk/>
            <pc:sldMk cId="3296255542" sldId="272"/>
            <ac:spMk id="38" creationId="{81FCECDE-B335-3C76-878E-B64104D0E005}"/>
          </ac:spMkLst>
        </pc:spChg>
        <pc:spChg chg="add mod">
          <ac:chgData name="Aloe VERA" userId="6b960476-e567-467f-a33f-aec172a9bd13" providerId="ADAL" clId="{8A9E6FFF-D572-4621-84EA-50F599B778CC}" dt="2026-03-06T05:20:57.815" v="3063"/>
          <ac:spMkLst>
            <pc:docMk/>
            <pc:sldMk cId="3296255542" sldId="272"/>
            <ac:spMk id="39" creationId="{C4CC49DC-AD21-D21E-D4B9-EB127BF1AE37}"/>
          </ac:spMkLst>
        </pc:spChg>
        <pc:grpChg chg="mod">
          <ac:chgData name="Aloe VERA" userId="6b960476-e567-467f-a33f-aec172a9bd13" providerId="ADAL" clId="{8A9E6FFF-D572-4621-84EA-50F599B778CC}" dt="2026-03-06T05:41:43.139" v="3175" actId="1076"/>
          <ac:grpSpMkLst>
            <pc:docMk/>
            <pc:sldMk cId="3296255542" sldId="272"/>
            <ac:grpSpMk id="3" creationId="{31F8DA98-C6B0-48B6-18A2-88218EBBCE15}"/>
          </ac:grpSpMkLst>
        </pc:grpChg>
        <pc:grpChg chg="add mod">
          <ac:chgData name="Aloe VERA" userId="6b960476-e567-467f-a33f-aec172a9bd13" providerId="ADAL" clId="{8A9E6FFF-D572-4621-84EA-50F599B778CC}" dt="2026-03-06T07:35:22.659" v="3511"/>
          <ac:grpSpMkLst>
            <pc:docMk/>
            <pc:sldMk cId="3296255542" sldId="272"/>
            <ac:grpSpMk id="5" creationId="{D5009BCD-CB84-731A-F688-F5CE2656C362}"/>
          </ac:grpSpMkLst>
        </pc:grpChg>
        <pc:grpChg chg="mod">
          <ac:chgData name="Aloe VERA" userId="6b960476-e567-467f-a33f-aec172a9bd13" providerId="ADAL" clId="{8A9E6FFF-D572-4621-84EA-50F599B778CC}" dt="2026-03-06T07:37:11.518" v="3513"/>
          <ac:grpSpMkLst>
            <pc:docMk/>
            <pc:sldMk cId="3296255542" sldId="272"/>
            <ac:grpSpMk id="27" creationId="{3FD95BBE-AF01-2882-2D83-9A6933B4A8F1}"/>
          </ac:grpSpMkLst>
        </pc:grpChg>
        <pc:graphicFrameChg chg="add mod ord modGraphic">
          <ac:chgData name="Aloe VERA" userId="6b960476-e567-467f-a33f-aec172a9bd13" providerId="ADAL" clId="{8A9E6FFF-D572-4621-84EA-50F599B778CC}" dt="2026-03-06T05:41:39.624" v="3173"/>
          <ac:graphicFrameMkLst>
            <pc:docMk/>
            <pc:sldMk cId="3296255542" sldId="272"/>
            <ac:graphicFrameMk id="42" creationId="{AADABE7B-AE1B-49F8-47CF-F9530AC6DDD7}"/>
          </ac:graphicFrameMkLst>
        </pc:graphicFrameChg>
        <pc:cxnChg chg="add mod">
          <ac:chgData name="Aloe VERA" userId="6b960476-e567-467f-a33f-aec172a9bd13" providerId="ADAL" clId="{8A9E6FFF-D572-4621-84EA-50F599B778CC}" dt="2026-03-06T07:35:22.659" v="3511"/>
          <ac:cxnSpMkLst>
            <pc:docMk/>
            <pc:sldMk cId="3296255542" sldId="272"/>
            <ac:cxnSpMk id="9" creationId="{588D844B-7B07-5736-D8C5-22A4817EB492}"/>
          </ac:cxnSpMkLst>
        </pc:cxnChg>
        <pc:cxnChg chg="mod">
          <ac:chgData name="Aloe VERA" userId="6b960476-e567-467f-a33f-aec172a9bd13" providerId="ADAL" clId="{8A9E6FFF-D572-4621-84EA-50F599B778CC}" dt="2026-03-06T05:41:43.139" v="3175" actId="1076"/>
          <ac:cxnSpMkLst>
            <pc:docMk/>
            <pc:sldMk cId="3296255542" sldId="272"/>
            <ac:cxnSpMk id="11" creationId="{333A0B3B-65CC-3EEA-EFAD-3B497E7546B2}"/>
          </ac:cxnSpMkLst>
        </pc:cxnChg>
        <pc:cxnChg chg="mod">
          <ac:chgData name="Aloe VERA" userId="6b960476-e567-467f-a33f-aec172a9bd13" providerId="ADAL" clId="{8A9E6FFF-D572-4621-84EA-50F599B778CC}" dt="2026-03-06T05:41:43.139" v="3175" actId="1076"/>
          <ac:cxnSpMkLst>
            <pc:docMk/>
            <pc:sldMk cId="3296255542" sldId="272"/>
            <ac:cxnSpMk id="22" creationId="{1E3319B1-AC2A-7238-DC00-65B71A4D9873}"/>
          </ac:cxnSpMkLst>
        </pc:cxnChg>
        <pc:cxnChg chg="add mod">
          <ac:chgData name="Aloe VERA" userId="6b960476-e567-467f-a33f-aec172a9bd13" providerId="ADAL" clId="{8A9E6FFF-D572-4621-84EA-50F599B778CC}" dt="2026-03-06T05:41:43.139" v="3175" actId="1076"/>
          <ac:cxnSpMkLst>
            <pc:docMk/>
            <pc:sldMk cId="3296255542" sldId="272"/>
            <ac:cxnSpMk id="34" creationId="{14203651-0535-3676-7631-6417A7408211}"/>
          </ac:cxnSpMkLst>
        </pc:cxnChg>
      </pc:sldChg>
      <pc:sldChg chg="addSp delSp modSp add mod modTransition modAnim">
        <pc:chgData name="Aloe VERA" userId="6b960476-e567-467f-a33f-aec172a9bd13" providerId="ADAL" clId="{8A9E6FFF-D572-4621-84EA-50F599B778CC}" dt="2026-03-06T07:03:46.031" v="3403"/>
        <pc:sldMkLst>
          <pc:docMk/>
          <pc:sldMk cId="2999350797" sldId="273"/>
        </pc:sldMkLst>
        <pc:spChg chg="mod">
          <ac:chgData name="Aloe VERA" userId="6b960476-e567-467f-a33f-aec172a9bd13" providerId="ADAL" clId="{8A9E6FFF-D572-4621-84EA-50F599B778CC}" dt="2026-03-06T07:01:12.338" v="3362" actId="1076"/>
          <ac:spMkLst>
            <pc:docMk/>
            <pc:sldMk cId="2999350797" sldId="273"/>
            <ac:spMk id="10" creationId="{16894108-D3D3-7701-ED48-F9AD5E6BE80A}"/>
          </ac:spMkLst>
        </pc:spChg>
        <pc:spChg chg="mod">
          <ac:chgData name="Aloe VERA" userId="6b960476-e567-467f-a33f-aec172a9bd13" providerId="ADAL" clId="{8A9E6FFF-D572-4621-84EA-50F599B778CC}" dt="2026-03-06T07:02:28.032" v="3383" actId="1076"/>
          <ac:spMkLst>
            <pc:docMk/>
            <pc:sldMk cId="2999350797" sldId="273"/>
            <ac:spMk id="15" creationId="{32F4F0E2-5142-0E94-B446-3CBD56BE94FB}"/>
          </ac:spMkLst>
        </pc:spChg>
        <pc:spChg chg="add mod">
          <ac:chgData name="Aloe VERA" userId="6b960476-e567-467f-a33f-aec172a9bd13" providerId="ADAL" clId="{8A9E6FFF-D572-4621-84EA-50F599B778CC}" dt="2026-03-06T05:23:38.037" v="3087"/>
          <ac:spMkLst>
            <pc:docMk/>
            <pc:sldMk cId="2999350797" sldId="273"/>
            <ac:spMk id="19" creationId="{25F380A3-B354-A607-9C23-E562ED835628}"/>
          </ac:spMkLst>
        </pc:spChg>
        <pc:spChg chg="mod">
          <ac:chgData name="Aloe VERA" userId="6b960476-e567-467f-a33f-aec172a9bd13" providerId="ADAL" clId="{8A9E6FFF-D572-4621-84EA-50F599B778CC}" dt="2026-03-06T07:02:29.959" v="3389" actId="1076"/>
          <ac:spMkLst>
            <pc:docMk/>
            <pc:sldMk cId="2999350797" sldId="273"/>
            <ac:spMk id="35" creationId="{476BC176-B1C5-81C0-AA9C-F8F0F7755A88}"/>
          </ac:spMkLst>
        </pc:spChg>
        <pc:spChg chg="add mod">
          <ac:chgData name="Aloe VERA" userId="6b960476-e567-467f-a33f-aec172a9bd13" providerId="ADAL" clId="{8A9E6FFF-D572-4621-84EA-50F599B778CC}" dt="2026-03-06T07:03:46.031" v="3403"/>
          <ac:spMkLst>
            <pc:docMk/>
            <pc:sldMk cId="2999350797" sldId="273"/>
            <ac:spMk id="63" creationId="{F828874B-F949-0963-D729-BDD8AC517294}"/>
          </ac:spMkLst>
        </pc:spChg>
        <pc:grpChg chg="add mod">
          <ac:chgData name="Aloe VERA" userId="6b960476-e567-467f-a33f-aec172a9bd13" providerId="ADAL" clId="{8A9E6FFF-D572-4621-84EA-50F599B778CC}" dt="2026-03-06T05:23:38.037" v="3087"/>
          <ac:grpSpMkLst>
            <pc:docMk/>
            <pc:sldMk cId="2999350797" sldId="273"/>
            <ac:grpSpMk id="8" creationId="{747C2EDB-92F8-E8E4-331E-EE69B7620EC1}"/>
          </ac:grpSpMkLst>
        </pc:grpChg>
        <pc:picChg chg="mod">
          <ac:chgData name="Aloe VERA" userId="6b960476-e567-467f-a33f-aec172a9bd13" providerId="ADAL" clId="{8A9E6FFF-D572-4621-84EA-50F599B778CC}" dt="2026-03-06T05:23:38.037" v="3087"/>
          <ac:picMkLst>
            <pc:docMk/>
            <pc:sldMk cId="2999350797" sldId="273"/>
            <ac:picMk id="9" creationId="{3D6152C4-9CC4-332E-2ADB-E340ACECA252}"/>
          </ac:picMkLst>
        </pc:picChg>
        <pc:picChg chg="mod">
          <ac:chgData name="Aloe VERA" userId="6b960476-e567-467f-a33f-aec172a9bd13" providerId="ADAL" clId="{8A9E6FFF-D572-4621-84EA-50F599B778CC}" dt="2026-03-06T05:23:38.037" v="3087"/>
          <ac:picMkLst>
            <pc:docMk/>
            <pc:sldMk cId="2999350797" sldId="273"/>
            <ac:picMk id="16" creationId="{E9A03D3C-960F-8D84-E787-51E93D3FE225}"/>
          </ac:picMkLst>
        </pc:picChg>
      </pc:sldChg>
      <pc:sldChg chg="addSp delSp modSp add mod">
        <pc:chgData name="Aloe VERA" userId="6b960476-e567-467f-a33f-aec172a9bd13" providerId="ADAL" clId="{8A9E6FFF-D572-4621-84EA-50F599B778CC}" dt="2026-03-06T07:06:05.688" v="3439" actId="255"/>
        <pc:sldMkLst>
          <pc:docMk/>
          <pc:sldMk cId="14434222" sldId="274"/>
        </pc:sldMkLst>
        <pc:spChg chg="add mod">
          <ac:chgData name="Aloe VERA" userId="6b960476-e567-467f-a33f-aec172a9bd13" providerId="ADAL" clId="{8A9E6FFF-D572-4621-84EA-50F599B778CC}" dt="2026-03-06T07:04:23.062" v="3413" actId="1076"/>
          <ac:spMkLst>
            <pc:docMk/>
            <pc:sldMk cId="14434222" sldId="274"/>
            <ac:spMk id="2" creationId="{6A1A7F28-83A8-C930-292A-99DEFF2C3994}"/>
          </ac:spMkLst>
        </pc:spChg>
        <pc:spChg chg="add mod">
          <ac:chgData name="Aloe VERA" userId="6b960476-e567-467f-a33f-aec172a9bd13" providerId="ADAL" clId="{8A9E6FFF-D572-4621-84EA-50F599B778CC}" dt="2026-03-06T07:04:59.413" v="3427" actId="20577"/>
          <ac:spMkLst>
            <pc:docMk/>
            <pc:sldMk cId="14434222" sldId="274"/>
            <ac:spMk id="3" creationId="{D053FC79-041E-A551-87D8-64C793DFC250}"/>
          </ac:spMkLst>
        </pc:spChg>
        <pc:spChg chg="add mod">
          <ac:chgData name="Aloe VERA" userId="6b960476-e567-467f-a33f-aec172a9bd13" providerId="ADAL" clId="{8A9E6FFF-D572-4621-84EA-50F599B778CC}" dt="2026-03-06T07:05:27.293" v="3433" actId="255"/>
          <ac:spMkLst>
            <pc:docMk/>
            <pc:sldMk cId="14434222" sldId="274"/>
            <ac:spMk id="4" creationId="{0DC6ACB4-0F9F-9F0B-1F6E-0C75A4BF7F45}"/>
          </ac:spMkLst>
        </pc:spChg>
        <pc:spChg chg="add mod">
          <ac:chgData name="Aloe VERA" userId="6b960476-e567-467f-a33f-aec172a9bd13" providerId="ADAL" clId="{8A9E6FFF-D572-4621-84EA-50F599B778CC}" dt="2026-03-06T07:06:05.688" v="3439" actId="255"/>
          <ac:spMkLst>
            <pc:docMk/>
            <pc:sldMk cId="14434222" sldId="274"/>
            <ac:spMk id="5" creationId="{610422E4-6F2C-6D3C-FEB3-0ED479F609A1}"/>
          </ac:spMkLst>
        </pc:spChg>
        <pc:spChg chg="mod">
          <ac:chgData name="Aloe VERA" userId="6b960476-e567-467f-a33f-aec172a9bd13" providerId="ADAL" clId="{8A9E6FFF-D572-4621-84EA-50F599B778CC}" dt="2026-03-06T07:03:55.928" v="3406" actId="1076"/>
          <ac:spMkLst>
            <pc:docMk/>
            <pc:sldMk cId="14434222" sldId="274"/>
            <ac:spMk id="62" creationId="{0F96CE2F-851B-6546-A77E-6326BF4E4B53}"/>
          </ac:spMkLst>
        </pc:spChg>
      </pc:sldChg>
      <pc:sldChg chg="addSp delSp modSp add mod">
        <pc:chgData name="Aloe VERA" userId="6b960476-e567-467f-a33f-aec172a9bd13" providerId="ADAL" clId="{8A9E6FFF-D572-4621-84EA-50F599B778CC}" dt="2026-03-06T07:07:50.178" v="3462" actId="692"/>
        <pc:sldMkLst>
          <pc:docMk/>
          <pc:sldMk cId="3744767870" sldId="275"/>
        </pc:sldMkLst>
        <pc:spChg chg="mod">
          <ac:chgData name="Aloe VERA" userId="6b960476-e567-467f-a33f-aec172a9bd13" providerId="ADAL" clId="{8A9E6FFF-D572-4621-84EA-50F599B778CC}" dt="2026-03-06T07:06:25.991" v="3441" actId="1076"/>
          <ac:spMkLst>
            <pc:docMk/>
            <pc:sldMk cId="3744767870" sldId="275"/>
            <ac:spMk id="2" creationId="{887A7201-D95D-F0CD-1D1D-B6A3889F781D}"/>
          </ac:spMkLst>
        </pc:spChg>
        <pc:cxnChg chg="add mod">
          <ac:chgData name="Aloe VERA" userId="6b960476-e567-467f-a33f-aec172a9bd13" providerId="ADAL" clId="{8A9E6FFF-D572-4621-84EA-50F599B778CC}" dt="2026-03-06T07:07:50.178" v="3462" actId="692"/>
          <ac:cxnSpMkLst>
            <pc:docMk/>
            <pc:sldMk cId="3744767870" sldId="275"/>
            <ac:cxnSpMk id="13" creationId="{6C9DC6A4-1EDB-92E2-6FBA-7143C1ED78B3}"/>
          </ac:cxnSpMkLst>
        </pc:cxnChg>
      </pc:sldChg>
      <pc:sldChg chg="addSp modSp add mod">
        <pc:chgData name="Aloe VERA" userId="6b960476-e567-467f-a33f-aec172a9bd13" providerId="ADAL" clId="{8A9E6FFF-D572-4621-84EA-50F599B778CC}" dt="2026-03-06T07:08:22.091" v="3467" actId="1076"/>
        <pc:sldMkLst>
          <pc:docMk/>
          <pc:sldMk cId="639817643" sldId="276"/>
        </pc:sldMkLst>
        <pc:spChg chg="mod">
          <ac:chgData name="Aloe VERA" userId="6b960476-e567-467f-a33f-aec172a9bd13" providerId="ADAL" clId="{8A9E6FFF-D572-4621-84EA-50F599B778CC}" dt="2026-03-06T07:06:35.809" v="3443" actId="1076"/>
          <ac:spMkLst>
            <pc:docMk/>
            <pc:sldMk cId="639817643" sldId="276"/>
            <ac:spMk id="3" creationId="{1AFAE6A3-1A9A-38CC-D74D-043DE0505B43}"/>
          </ac:spMkLst>
        </pc:spChg>
        <pc:cxnChg chg="add mod">
          <ac:chgData name="Aloe VERA" userId="6b960476-e567-467f-a33f-aec172a9bd13" providerId="ADAL" clId="{8A9E6FFF-D572-4621-84EA-50F599B778CC}" dt="2026-03-06T07:08:09" v="3463"/>
          <ac:cxnSpMkLst>
            <pc:docMk/>
            <pc:sldMk cId="639817643" sldId="276"/>
            <ac:cxnSpMk id="6" creationId="{877B8536-EDAD-B44A-23C6-97958CBDF62C}"/>
          </ac:cxnSpMkLst>
        </pc:cxnChg>
        <pc:cxnChg chg="add mod">
          <ac:chgData name="Aloe VERA" userId="6b960476-e567-467f-a33f-aec172a9bd13" providerId="ADAL" clId="{8A9E6FFF-D572-4621-84EA-50F599B778CC}" dt="2026-03-06T07:08:22.091" v="3467" actId="1076"/>
          <ac:cxnSpMkLst>
            <pc:docMk/>
            <pc:sldMk cId="639817643" sldId="276"/>
            <ac:cxnSpMk id="7" creationId="{E990ECB8-8FCF-08F7-8EB3-CC6BB7105BBF}"/>
          </ac:cxnSpMkLst>
        </pc:cxnChg>
      </pc:sldChg>
      <pc:sldChg chg="addSp modSp add mod">
        <pc:chgData name="Aloe VERA" userId="6b960476-e567-467f-a33f-aec172a9bd13" providerId="ADAL" clId="{8A9E6FFF-D572-4621-84EA-50F599B778CC}" dt="2026-03-06T07:08:43.461" v="3473" actId="1076"/>
        <pc:sldMkLst>
          <pc:docMk/>
          <pc:sldMk cId="4108607945" sldId="277"/>
        </pc:sldMkLst>
        <pc:spChg chg="mod">
          <ac:chgData name="Aloe VERA" userId="6b960476-e567-467f-a33f-aec172a9bd13" providerId="ADAL" clId="{8A9E6FFF-D572-4621-84EA-50F599B778CC}" dt="2026-03-06T07:08:43.461" v="3473" actId="1076"/>
          <ac:spMkLst>
            <pc:docMk/>
            <pc:sldMk cId="4108607945" sldId="277"/>
            <ac:spMk id="4" creationId="{693D5E94-FE2F-BEC0-4FA5-BC292504447D}"/>
          </ac:spMkLst>
        </pc:spChg>
        <pc:cxnChg chg="add mod">
          <ac:chgData name="Aloe VERA" userId="6b960476-e567-467f-a33f-aec172a9bd13" providerId="ADAL" clId="{8A9E6FFF-D572-4621-84EA-50F599B778CC}" dt="2026-03-06T07:08:24.824" v="3468"/>
          <ac:cxnSpMkLst>
            <pc:docMk/>
            <pc:sldMk cId="4108607945" sldId="277"/>
            <ac:cxnSpMk id="6" creationId="{38AE7717-5CE1-1BBA-346C-D3E94B3F3919}"/>
          </ac:cxnSpMkLst>
        </pc:cxnChg>
        <pc:cxnChg chg="add mod">
          <ac:chgData name="Aloe VERA" userId="6b960476-e567-467f-a33f-aec172a9bd13" providerId="ADAL" clId="{8A9E6FFF-D572-4621-84EA-50F599B778CC}" dt="2026-03-06T07:08:29.394" v="3470" actId="1076"/>
          <ac:cxnSpMkLst>
            <pc:docMk/>
            <pc:sldMk cId="4108607945" sldId="277"/>
            <ac:cxnSpMk id="7" creationId="{DD532AA5-D389-BF55-519C-0A3C0BAAD494}"/>
          </ac:cxnSpMkLst>
        </pc:cxnChg>
        <pc:cxnChg chg="add mod">
          <ac:chgData name="Aloe VERA" userId="6b960476-e567-467f-a33f-aec172a9bd13" providerId="ADAL" clId="{8A9E6FFF-D572-4621-84EA-50F599B778CC}" dt="2026-03-06T07:08:38.459" v="3472" actId="1076"/>
          <ac:cxnSpMkLst>
            <pc:docMk/>
            <pc:sldMk cId="4108607945" sldId="277"/>
            <ac:cxnSpMk id="11" creationId="{D7ADFEEB-58A0-5C15-B248-F85C886321D5}"/>
          </ac:cxnSpMkLst>
        </pc:cxnChg>
      </pc:sldChg>
      <pc:sldChg chg="addSp modSp add mod">
        <pc:chgData name="Aloe VERA" userId="6b960476-e567-467f-a33f-aec172a9bd13" providerId="ADAL" clId="{8A9E6FFF-D572-4621-84EA-50F599B778CC}" dt="2026-03-06T07:09:07.428" v="3482" actId="1076"/>
        <pc:sldMkLst>
          <pc:docMk/>
          <pc:sldMk cId="1331597318" sldId="278"/>
        </pc:sldMkLst>
        <pc:spChg chg="mod">
          <ac:chgData name="Aloe VERA" userId="6b960476-e567-467f-a33f-aec172a9bd13" providerId="ADAL" clId="{8A9E6FFF-D572-4621-84EA-50F599B778CC}" dt="2026-03-06T07:08:59.739" v="3479" actId="1076"/>
          <ac:spMkLst>
            <pc:docMk/>
            <pc:sldMk cId="1331597318" sldId="278"/>
            <ac:spMk id="4" creationId="{11CB636B-92D2-BA99-33E1-B321B863F0D4}"/>
          </ac:spMkLst>
        </pc:spChg>
        <pc:spChg chg="mod">
          <ac:chgData name="Aloe VERA" userId="6b960476-e567-467f-a33f-aec172a9bd13" providerId="ADAL" clId="{8A9E6FFF-D572-4621-84EA-50F599B778CC}" dt="2026-03-06T07:09:07.428" v="3482" actId="1076"/>
          <ac:spMkLst>
            <pc:docMk/>
            <pc:sldMk cId="1331597318" sldId="278"/>
            <ac:spMk id="5" creationId="{FB368F5A-E017-DF0A-8A10-915A93A3BEBA}"/>
          </ac:spMkLst>
        </pc:spChg>
        <pc:cxnChg chg="add mod">
          <ac:chgData name="Aloe VERA" userId="6b960476-e567-467f-a33f-aec172a9bd13" providerId="ADAL" clId="{8A9E6FFF-D572-4621-84EA-50F599B778CC}" dt="2026-03-06T07:08:46.627" v="3474"/>
          <ac:cxnSpMkLst>
            <pc:docMk/>
            <pc:sldMk cId="1331597318" sldId="278"/>
            <ac:cxnSpMk id="6" creationId="{A3C0BE82-4B21-8A7B-6963-643D3F8A5997}"/>
          </ac:cxnSpMkLst>
        </pc:cxnChg>
        <pc:cxnChg chg="add mod">
          <ac:chgData name="Aloe VERA" userId="6b960476-e567-467f-a33f-aec172a9bd13" providerId="ADAL" clId="{8A9E6FFF-D572-4621-84EA-50F599B778CC}" dt="2026-03-06T07:08:51.538" v="3476" actId="1076"/>
          <ac:cxnSpMkLst>
            <pc:docMk/>
            <pc:sldMk cId="1331597318" sldId="278"/>
            <ac:cxnSpMk id="7" creationId="{E8D45A61-138A-F161-14B1-81B79F437C77}"/>
          </ac:cxnSpMkLst>
        </pc:cxnChg>
        <pc:cxnChg chg="add mod">
          <ac:chgData name="Aloe VERA" userId="6b960476-e567-467f-a33f-aec172a9bd13" providerId="ADAL" clId="{8A9E6FFF-D572-4621-84EA-50F599B778CC}" dt="2026-03-06T07:08:57.004" v="3478" actId="1076"/>
          <ac:cxnSpMkLst>
            <pc:docMk/>
            <pc:sldMk cId="1331597318" sldId="278"/>
            <ac:cxnSpMk id="11" creationId="{E7EC5B69-A55D-A76E-48FE-DBFF13B1C9D9}"/>
          </ac:cxnSpMkLst>
        </pc:cxnChg>
        <pc:cxnChg chg="add mod">
          <ac:chgData name="Aloe VERA" userId="6b960476-e567-467f-a33f-aec172a9bd13" providerId="ADAL" clId="{8A9E6FFF-D572-4621-84EA-50F599B778CC}" dt="2026-03-06T07:09:05.307" v="3481" actId="1076"/>
          <ac:cxnSpMkLst>
            <pc:docMk/>
            <pc:sldMk cId="1331597318" sldId="278"/>
            <ac:cxnSpMk id="12" creationId="{330D17E8-0F82-F92F-5029-F43191EBE19B}"/>
          </ac:cxnSpMkLst>
        </pc:cxnChg>
      </pc:sldChg>
      <pc:sldChg chg="modSp add mod">
        <pc:chgData name="Aloe VERA" userId="6b960476-e567-467f-a33f-aec172a9bd13" providerId="ADAL" clId="{8A9E6FFF-D572-4621-84EA-50F599B778CC}" dt="2026-03-06T07:42:55.752" v="3552" actId="1076"/>
        <pc:sldMkLst>
          <pc:docMk/>
          <pc:sldMk cId="750024488" sldId="279"/>
        </pc:sldMkLst>
        <pc:spChg chg="mod">
          <ac:chgData name="Aloe VERA" userId="6b960476-e567-467f-a33f-aec172a9bd13" providerId="ADAL" clId="{8A9E6FFF-D572-4621-84EA-50F599B778CC}" dt="2026-03-06T07:39:25.902" v="3523" actId="1076"/>
          <ac:spMkLst>
            <pc:docMk/>
            <pc:sldMk cId="750024488" sldId="279"/>
            <ac:spMk id="2" creationId="{64652EF8-4712-47E0-45AD-0947AB1D97B0}"/>
          </ac:spMkLst>
        </pc:spChg>
        <pc:spChg chg="mod">
          <ac:chgData name="Aloe VERA" userId="6b960476-e567-467f-a33f-aec172a9bd13" providerId="ADAL" clId="{8A9E6FFF-D572-4621-84EA-50F599B778CC}" dt="2026-03-06T07:39:25.902" v="3523" actId="1076"/>
          <ac:spMkLst>
            <pc:docMk/>
            <pc:sldMk cId="750024488" sldId="279"/>
            <ac:spMk id="3" creationId="{82482366-B2A6-053A-9DB1-19246B3217D7}"/>
          </ac:spMkLst>
        </pc:spChg>
        <pc:spChg chg="mod">
          <ac:chgData name="Aloe VERA" userId="6b960476-e567-467f-a33f-aec172a9bd13" providerId="ADAL" clId="{8A9E6FFF-D572-4621-84EA-50F599B778CC}" dt="2026-03-06T07:39:25.902" v="3523" actId="1076"/>
          <ac:spMkLst>
            <pc:docMk/>
            <pc:sldMk cId="750024488" sldId="279"/>
            <ac:spMk id="4" creationId="{E604C861-163F-FE4A-220C-BC519CC45646}"/>
          </ac:spMkLst>
        </pc:spChg>
        <pc:spChg chg="mod">
          <ac:chgData name="Aloe VERA" userId="6b960476-e567-467f-a33f-aec172a9bd13" providerId="ADAL" clId="{8A9E6FFF-D572-4621-84EA-50F599B778CC}" dt="2026-03-06T07:39:25.902" v="3523" actId="1076"/>
          <ac:spMkLst>
            <pc:docMk/>
            <pc:sldMk cId="750024488" sldId="279"/>
            <ac:spMk id="5" creationId="{881626A0-64EF-5499-484A-6CE23157EB36}"/>
          </ac:spMkLst>
        </pc:spChg>
        <pc:spChg chg="mod">
          <ac:chgData name="Aloe VERA" userId="6b960476-e567-467f-a33f-aec172a9bd13" providerId="ADAL" clId="{8A9E6FFF-D572-4621-84EA-50F599B778CC}" dt="2026-03-06T07:41:44.582" v="3542" actId="1076"/>
          <ac:spMkLst>
            <pc:docMk/>
            <pc:sldMk cId="750024488" sldId="279"/>
            <ac:spMk id="15" creationId="{C95566DB-FB79-48DD-6CF9-D8F518C33C80}"/>
          </ac:spMkLst>
        </pc:spChg>
        <pc:spChg chg="mod">
          <ac:chgData name="Aloe VERA" userId="6b960476-e567-467f-a33f-aec172a9bd13" providerId="ADAL" clId="{8A9E6FFF-D572-4621-84EA-50F599B778CC}" dt="2026-03-06T07:42:55.752" v="3552" actId="1076"/>
          <ac:spMkLst>
            <pc:docMk/>
            <pc:sldMk cId="750024488" sldId="279"/>
            <ac:spMk id="35" creationId="{E138AC54-C6FE-5158-A314-9D229B14F291}"/>
          </ac:spMkLst>
        </pc:spChg>
        <pc:spChg chg="mod">
          <ac:chgData name="Aloe VERA" userId="6b960476-e567-467f-a33f-aec172a9bd13" providerId="ADAL" clId="{8A9E6FFF-D572-4621-84EA-50F599B778CC}" dt="2026-03-06T07:39:25.902" v="3523" actId="1076"/>
          <ac:spMkLst>
            <pc:docMk/>
            <pc:sldMk cId="750024488" sldId="279"/>
            <ac:spMk id="62" creationId="{A5E1F137-C4DB-0952-5E69-1F0D20112A76}"/>
          </ac:spMkLst>
        </pc:spChg>
        <pc:cxnChg chg="mod">
          <ac:chgData name="Aloe VERA" userId="6b960476-e567-467f-a33f-aec172a9bd13" providerId="ADAL" clId="{8A9E6FFF-D572-4621-84EA-50F599B778CC}" dt="2026-03-06T07:39:25.902" v="3523" actId="1076"/>
          <ac:cxnSpMkLst>
            <pc:docMk/>
            <pc:sldMk cId="750024488" sldId="279"/>
            <ac:cxnSpMk id="6" creationId="{BD1A5F53-068D-EF00-72C4-A6FCFF7C9997}"/>
          </ac:cxnSpMkLst>
        </pc:cxnChg>
        <pc:cxnChg chg="mod">
          <ac:chgData name="Aloe VERA" userId="6b960476-e567-467f-a33f-aec172a9bd13" providerId="ADAL" clId="{8A9E6FFF-D572-4621-84EA-50F599B778CC}" dt="2026-03-06T07:39:25.902" v="3523" actId="1076"/>
          <ac:cxnSpMkLst>
            <pc:docMk/>
            <pc:sldMk cId="750024488" sldId="279"/>
            <ac:cxnSpMk id="7" creationId="{A0155242-1280-5122-8CC0-062A8081DF4B}"/>
          </ac:cxnSpMkLst>
        </pc:cxnChg>
        <pc:cxnChg chg="mod">
          <ac:chgData name="Aloe VERA" userId="6b960476-e567-467f-a33f-aec172a9bd13" providerId="ADAL" clId="{8A9E6FFF-D572-4621-84EA-50F599B778CC}" dt="2026-03-06T07:39:25.902" v="3523" actId="1076"/>
          <ac:cxnSpMkLst>
            <pc:docMk/>
            <pc:sldMk cId="750024488" sldId="279"/>
            <ac:cxnSpMk id="11" creationId="{1F9E8C45-B35B-B5FE-4B26-156044DD30DC}"/>
          </ac:cxnSpMkLst>
        </pc:cxnChg>
        <pc:cxnChg chg="mod">
          <ac:chgData name="Aloe VERA" userId="6b960476-e567-467f-a33f-aec172a9bd13" providerId="ADAL" clId="{8A9E6FFF-D572-4621-84EA-50F599B778CC}" dt="2026-03-06T07:39:25.902" v="3523" actId="1076"/>
          <ac:cxnSpMkLst>
            <pc:docMk/>
            <pc:sldMk cId="750024488" sldId="279"/>
            <ac:cxnSpMk id="12" creationId="{31A5845F-6B9B-9C3F-D325-8F683C8AC585}"/>
          </ac:cxnSpMkLst>
        </pc:cxnChg>
      </pc:sldChg>
      <pc:sldMasterChg chg="modTransition setBg modSldLayout">
        <pc:chgData name="Aloe VERA" userId="6b960476-e567-467f-a33f-aec172a9bd13" providerId="ADAL" clId="{8A9E6FFF-D572-4621-84EA-50F599B778CC}" dt="2026-03-06T05:32:50.486" v="3135"/>
        <pc:sldMasterMkLst>
          <pc:docMk/>
          <pc:sldMasterMk cId="1119961609" sldId="2147483648"/>
        </pc:sldMasterMkLst>
        <pc:sldLayoutChg chg="modTransition setBg">
          <pc:chgData name="Aloe VERA" userId="6b960476-e567-467f-a33f-aec172a9bd13" providerId="ADAL" clId="{8A9E6FFF-D572-4621-84EA-50F599B778CC}" dt="2026-03-06T05:32:50.486" v="3135"/>
          <pc:sldLayoutMkLst>
            <pc:docMk/>
            <pc:sldMasterMk cId="1119961609" sldId="2147483648"/>
            <pc:sldLayoutMk cId="1167208020" sldId="2147483649"/>
          </pc:sldLayoutMkLst>
        </pc:sldLayoutChg>
        <pc:sldLayoutChg chg="modTransition setBg">
          <pc:chgData name="Aloe VERA" userId="6b960476-e567-467f-a33f-aec172a9bd13" providerId="ADAL" clId="{8A9E6FFF-D572-4621-84EA-50F599B778CC}" dt="2026-03-06T05:32:50.486" v="3135"/>
          <pc:sldLayoutMkLst>
            <pc:docMk/>
            <pc:sldMasterMk cId="1119961609" sldId="2147483648"/>
            <pc:sldLayoutMk cId="2298607123" sldId="2147483650"/>
          </pc:sldLayoutMkLst>
        </pc:sldLayoutChg>
        <pc:sldLayoutChg chg="modTransition setBg">
          <pc:chgData name="Aloe VERA" userId="6b960476-e567-467f-a33f-aec172a9bd13" providerId="ADAL" clId="{8A9E6FFF-D572-4621-84EA-50F599B778CC}" dt="2026-03-06T05:32:50.486" v="3135"/>
          <pc:sldLayoutMkLst>
            <pc:docMk/>
            <pc:sldMasterMk cId="1119961609" sldId="2147483648"/>
            <pc:sldLayoutMk cId="4127946529" sldId="2147483651"/>
          </pc:sldLayoutMkLst>
        </pc:sldLayoutChg>
        <pc:sldLayoutChg chg="modTransition setBg">
          <pc:chgData name="Aloe VERA" userId="6b960476-e567-467f-a33f-aec172a9bd13" providerId="ADAL" clId="{8A9E6FFF-D572-4621-84EA-50F599B778CC}" dt="2026-03-06T05:32:50.486" v="3135"/>
          <pc:sldLayoutMkLst>
            <pc:docMk/>
            <pc:sldMasterMk cId="1119961609" sldId="2147483648"/>
            <pc:sldLayoutMk cId="2802214423" sldId="2147483652"/>
          </pc:sldLayoutMkLst>
        </pc:sldLayoutChg>
        <pc:sldLayoutChg chg="modTransition setBg">
          <pc:chgData name="Aloe VERA" userId="6b960476-e567-467f-a33f-aec172a9bd13" providerId="ADAL" clId="{8A9E6FFF-D572-4621-84EA-50F599B778CC}" dt="2026-03-06T05:32:50.486" v="3135"/>
          <pc:sldLayoutMkLst>
            <pc:docMk/>
            <pc:sldMasterMk cId="1119961609" sldId="2147483648"/>
            <pc:sldLayoutMk cId="1385736550" sldId="2147483653"/>
          </pc:sldLayoutMkLst>
        </pc:sldLayoutChg>
        <pc:sldLayoutChg chg="modTransition setBg">
          <pc:chgData name="Aloe VERA" userId="6b960476-e567-467f-a33f-aec172a9bd13" providerId="ADAL" clId="{8A9E6FFF-D572-4621-84EA-50F599B778CC}" dt="2026-03-06T05:32:50.486" v="3135"/>
          <pc:sldLayoutMkLst>
            <pc:docMk/>
            <pc:sldMasterMk cId="1119961609" sldId="2147483648"/>
            <pc:sldLayoutMk cId="1791966685" sldId="2147483654"/>
          </pc:sldLayoutMkLst>
        </pc:sldLayoutChg>
        <pc:sldLayoutChg chg="modTransition setBg">
          <pc:chgData name="Aloe VERA" userId="6b960476-e567-467f-a33f-aec172a9bd13" providerId="ADAL" clId="{8A9E6FFF-D572-4621-84EA-50F599B778CC}" dt="2026-03-06T05:32:50.486" v="3135"/>
          <pc:sldLayoutMkLst>
            <pc:docMk/>
            <pc:sldMasterMk cId="1119961609" sldId="2147483648"/>
            <pc:sldLayoutMk cId="1561800430" sldId="2147483655"/>
          </pc:sldLayoutMkLst>
        </pc:sldLayoutChg>
        <pc:sldLayoutChg chg="modTransition setBg">
          <pc:chgData name="Aloe VERA" userId="6b960476-e567-467f-a33f-aec172a9bd13" providerId="ADAL" clId="{8A9E6FFF-D572-4621-84EA-50F599B778CC}" dt="2026-03-06T05:32:50.486" v="3135"/>
          <pc:sldLayoutMkLst>
            <pc:docMk/>
            <pc:sldMasterMk cId="1119961609" sldId="2147483648"/>
            <pc:sldLayoutMk cId="4137646260" sldId="2147483656"/>
          </pc:sldLayoutMkLst>
        </pc:sldLayoutChg>
        <pc:sldLayoutChg chg="modTransition setBg">
          <pc:chgData name="Aloe VERA" userId="6b960476-e567-467f-a33f-aec172a9bd13" providerId="ADAL" clId="{8A9E6FFF-D572-4621-84EA-50F599B778CC}" dt="2026-03-06T05:32:50.486" v="3135"/>
          <pc:sldLayoutMkLst>
            <pc:docMk/>
            <pc:sldMasterMk cId="1119961609" sldId="2147483648"/>
            <pc:sldLayoutMk cId="1587320141" sldId="2147483657"/>
          </pc:sldLayoutMkLst>
        </pc:sldLayoutChg>
        <pc:sldLayoutChg chg="modTransition setBg">
          <pc:chgData name="Aloe VERA" userId="6b960476-e567-467f-a33f-aec172a9bd13" providerId="ADAL" clId="{8A9E6FFF-D572-4621-84EA-50F599B778CC}" dt="2026-03-06T05:32:50.486" v="3135"/>
          <pc:sldLayoutMkLst>
            <pc:docMk/>
            <pc:sldMasterMk cId="1119961609" sldId="2147483648"/>
            <pc:sldLayoutMk cId="739382775" sldId="2147483658"/>
          </pc:sldLayoutMkLst>
        </pc:sldLayoutChg>
        <pc:sldLayoutChg chg="modTransition setBg">
          <pc:chgData name="Aloe VERA" userId="6b960476-e567-467f-a33f-aec172a9bd13" providerId="ADAL" clId="{8A9E6FFF-D572-4621-84EA-50F599B778CC}" dt="2026-03-06T05:32:50.486" v="3135"/>
          <pc:sldLayoutMkLst>
            <pc:docMk/>
            <pc:sldMasterMk cId="1119961609" sldId="2147483648"/>
            <pc:sldLayoutMk cId="3847111191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YT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EAFAB-C22D-4A06-817C-40AA0C2893E7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YT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YT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408E5-ED24-42DC-B4FE-A75346E520AB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505212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6337E5-3285-8C35-B77E-07FA456A5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48684C8-3F0C-22A9-177A-5ECA4D472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YT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A96B93-F715-DFA4-32CE-DCC9BFE08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BC1A41-CDF1-3D31-5A96-BA790530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AE1336-B304-F5B5-35FA-60C1C02E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167208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F5B81F-0BDB-E2B6-04D3-1EBD9E86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F03624-4DCE-69A9-799B-741D5D0CF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235E48-1D27-F9E7-A3A9-67DFE001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A3B5B6-068E-96DC-1A35-5A0D4A9F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292DD9-F746-E066-1097-F16907A8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298607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4D4015-B9E1-E5DD-1855-70E05AD71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480297-E61A-5F6C-52F0-8D51CD3C4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2DE7B5-7CC2-E766-D349-C84721459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1AD651-DF64-32E3-0CF8-D0D70B16D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46EA54-C579-EE6E-8E11-EE8F6A4F6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4127946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10ED75-A12B-57E7-8FAA-9A92F2293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CB4225-6F1F-BDC6-EDB2-6D336C557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95EA2A-ECA0-D757-C6F3-A11C95F44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9ABF2A-3D70-C886-BBB6-4CE77CB31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D1359B-CF51-517C-5C83-2B71B75C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E758D0-8B5F-8C5C-5812-EAD720E7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2802214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41C145-ABB5-125E-A296-6765CB66E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CEF021-15D5-6F62-87A3-B8E4897E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C673DB-9426-FB7A-B487-866764247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52001B2-1706-B89D-262C-FA773F426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15BFF35-14DE-FBC0-1035-F1279F75F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94F5E40-606F-D0BC-8EB6-B6FE4511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D4678E-2DFC-F885-E514-E851F45E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691CE2-ED64-ED15-3BE6-14346B76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385736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0A9005-B55D-E38F-D274-92155C84F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189AA20-99F9-E55A-18B8-F09AF5F4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CD072E-DD0E-8ECC-4AA6-82C7B1B2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606FE1-C643-396E-AE06-5FBA669C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791966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D430345-BE01-B457-F76B-9B898D2AD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105BEF8-2F44-DCC0-DCE8-76315BB5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0EB0F7-B220-F5F8-8C23-3690FB9D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561800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1FBF25-B13F-84C7-65AA-80E61BCB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30C9D4-7EC1-D633-78EE-15651A90B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ADD37C-C96A-C02A-572B-570A049B1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856AB0B-7122-BF95-AE0E-5B50754B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2B0E1A-E837-8413-741C-B17B8F5E1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4FD92A-2E99-FC3C-5131-AFBF6803C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4137646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C72E7-F364-367A-94ED-0DD900D2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650E993-0EAB-0106-ABAE-6557BD64F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YT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FFC3A4-B4B8-BDF7-B9DC-F3F3837CF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32B968-AD02-409D-D38F-AAB399CB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FB60E59-6794-B77A-78F7-1CF778A7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3A9933-1F2A-C320-AAF2-65D86907E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587320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E9EE6-FD13-DF8D-BB19-40BDDB60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FC71A6B-962C-B040-9836-DC240A880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982A25-5196-36A6-46FC-5D71B83AD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C25448-EC7D-66AB-0C2F-1431FAB1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7BE024-7E8F-8250-1BF4-B4F6BBA4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739382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AFC1122-50BF-0C68-AAF6-BB5EAB1B7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6435D15-0812-3B69-B8BE-73913EEFC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FD5C98-20A0-0B0E-5F5C-E91513783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933627-5613-30CC-AFB9-0B4227C8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D3C952-E8F7-6892-9B81-2AFD7D1B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847111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6000">
              <a:srgbClr val="2473EB">
                <a:alpha val="59000"/>
                <a:lumMod val="95000"/>
              </a:srgbClr>
            </a:gs>
            <a:gs pos="0">
              <a:srgbClr val="29288B"/>
            </a:gs>
            <a:gs pos="100000">
              <a:srgbClr val="B493F1">
                <a:lumMod val="88000"/>
              </a:srgbClr>
            </a:gs>
          </a:gsLst>
          <a:lin ang="15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4100BC0-6A5D-D926-193A-C9A06DB11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YT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5625C3-45AF-8C8A-EEE3-34189FFA0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1F7427-A57B-5436-0AF5-80151D4F8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CFC12-B3BE-4FF1-B463-E1B585AA4664}" type="datetimeFigureOut">
              <a:rPr lang="fr-YT" smtClean="0"/>
              <a:t>24/03/2026</a:t>
            </a:fld>
            <a:endParaRPr lang="fr-YT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40B424-4502-94F9-597C-CAB0F9377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YT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0C29D3-2969-3F95-7EE1-00895549E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5E507-DE0C-4370-B22F-62451AED4A31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1119961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Y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99F75-3BF0-226F-9FF1-D8C1D97B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4BFA2BF3-26C0-D926-34D1-625BF8AE800D}"/>
              </a:ext>
            </a:extLst>
          </p:cNvPr>
          <p:cNvGrpSpPr/>
          <p:nvPr/>
        </p:nvGrpSpPr>
        <p:grpSpPr>
          <a:xfrm>
            <a:off x="5811009" y="-2629099"/>
            <a:ext cx="2024640" cy="2026706"/>
            <a:chOff x="9025555" y="487304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2E2B7E46-68A9-3508-5CCA-0A5E54D46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1580" y="487304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D402BA5F-2F3C-72DC-616F-2F8877CCA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9024522" y="488337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921A942-20E3-3940-B0EE-0FA7A1D15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7777" y="7263543"/>
            <a:ext cx="6616446" cy="1271714"/>
          </a:xfrm>
        </p:spPr>
        <p:txBody>
          <a:bodyPr>
            <a:noAutofit/>
          </a:bodyPr>
          <a:lstStyle/>
          <a:p>
            <a:r>
              <a:rPr lang="fr-FR" sz="88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88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88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88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08AC350-85F3-39AB-A9D3-23243E4AE62B}"/>
              </a:ext>
            </a:extLst>
          </p:cNvPr>
          <p:cNvSpPr txBox="1"/>
          <p:nvPr/>
        </p:nvSpPr>
        <p:spPr>
          <a:xfrm>
            <a:off x="-4226855" y="7530068"/>
            <a:ext cx="4386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Forte" panose="03060902040502070203" pitchFamily="66" charset="0"/>
              </a:rPr>
              <a:t>COMPARER. ÉCONOMISER.  ACHETER.</a:t>
            </a:r>
            <a:endParaRPr lang="fr-YT" dirty="0"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081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99FAA-EF44-C11F-7941-9D2917AC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D678C6F5-C4B5-4709-D459-1F8A9C7A3B24}"/>
              </a:ext>
            </a:extLst>
          </p:cNvPr>
          <p:cNvGrpSpPr/>
          <p:nvPr/>
        </p:nvGrpSpPr>
        <p:grpSpPr>
          <a:xfrm>
            <a:off x="5353809" y="2038151"/>
            <a:ext cx="2024640" cy="2026706"/>
            <a:chOff x="9025555" y="487304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B18EDD84-7255-47EB-CCA6-7ABF70C03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1580" y="487304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03FEC316-A536-D2E0-339D-C949CC224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9024522" y="488337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560B38B-E5E8-6D3E-270A-A70331579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7906" y="2793143"/>
            <a:ext cx="6616446" cy="1271714"/>
          </a:xfrm>
        </p:spPr>
        <p:txBody>
          <a:bodyPr>
            <a:noAutofit/>
          </a:bodyPr>
          <a:lstStyle/>
          <a:p>
            <a:r>
              <a:rPr lang="fr-FR" sz="88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88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88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88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09BEB4C-BFB6-59BC-3F0D-920DF9AD5CF3}"/>
              </a:ext>
            </a:extLst>
          </p:cNvPr>
          <p:cNvSpPr txBox="1"/>
          <p:nvPr/>
        </p:nvSpPr>
        <p:spPr>
          <a:xfrm>
            <a:off x="4305100" y="4161110"/>
            <a:ext cx="4386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Forte" panose="03060902040502070203" pitchFamily="66" charset="0"/>
              </a:rPr>
              <a:t>COMPARER.  ÉCONOMISER.  ACHETER.</a:t>
            </a:r>
            <a:endParaRPr lang="fr-YT" dirty="0">
              <a:latin typeface="Forte" panose="03060902040502070203" pitchFamily="66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20314AC-8B84-2AD3-C6E2-4FCEA0DF1334}"/>
              </a:ext>
            </a:extLst>
          </p:cNvPr>
          <p:cNvSpPr txBox="1"/>
          <p:nvPr/>
        </p:nvSpPr>
        <p:spPr>
          <a:xfrm>
            <a:off x="-6832772" y="2875002"/>
            <a:ext cx="60138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  <a:cs typeface="Forte Forward" panose="020F0502020204030204" pitchFamily="2" charset="0"/>
              </a:rPr>
              <a:t>Plan du Projet</a:t>
            </a:r>
            <a:endParaRPr lang="fr-YT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umble" panose="02000503000000020004" pitchFamily="2" charset="0"/>
              <a:cs typeface="Forte Forward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002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99FAA-EF44-C11F-7941-9D2917AC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7B7C8BC4-C033-E252-098D-32C87D1018EB}"/>
              </a:ext>
            </a:extLst>
          </p:cNvPr>
          <p:cNvGrpSpPr/>
          <p:nvPr/>
        </p:nvGrpSpPr>
        <p:grpSpPr>
          <a:xfrm>
            <a:off x="10430355" y="250371"/>
            <a:ext cx="671925" cy="635858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B18EDD84-7255-47EB-CCA6-7ABF70C03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03FEC316-A536-D2E0-339D-C949CC224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560B38B-E5E8-6D3E-270A-A70331579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216AD2A-8BF3-0009-C94F-F76143D2EB8F}"/>
              </a:ext>
            </a:extLst>
          </p:cNvPr>
          <p:cNvSpPr txBox="1"/>
          <p:nvPr/>
        </p:nvSpPr>
        <p:spPr>
          <a:xfrm>
            <a:off x="3089066" y="2875002"/>
            <a:ext cx="60138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  <a:cs typeface="Forte Forward" panose="020F0502020204030204" pitchFamily="2" charset="0"/>
              </a:rPr>
              <a:t>Plan du Projet</a:t>
            </a:r>
            <a:endParaRPr lang="fr-YT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umble" panose="02000503000000020004" pitchFamily="2" charset="0"/>
              <a:cs typeface="Forte Forward" panose="020F0502020204030204" pitchFamily="2" charset="0"/>
            </a:endParaRPr>
          </a:p>
        </p:txBody>
      </p:sp>
      <p:sp>
        <p:nvSpPr>
          <p:cNvPr id="43" name="Organigramme : Connecteur 42">
            <a:extLst>
              <a:ext uri="{FF2B5EF4-FFF2-40B4-BE49-F238E27FC236}">
                <a16:creationId xmlns:a16="http://schemas.microsoft.com/office/drawing/2014/main" id="{D7BC4FB2-3F54-5677-B7B5-E9A236C60681}"/>
              </a:ext>
            </a:extLst>
          </p:cNvPr>
          <p:cNvSpPr/>
          <p:nvPr/>
        </p:nvSpPr>
        <p:spPr>
          <a:xfrm>
            <a:off x="-5303819" y="6085115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181828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FE785-882D-1462-86CE-7D0744F4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64B9F773-3B3C-6EEA-CE61-45A3F6B775EA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06D77024-E857-DC31-AFC4-BD275DCFC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03B8978D-6A9F-10BF-F105-3DE1514F5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F3031D52-CA53-926E-80AE-793B73B23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3085868-F01B-6321-23EA-CCAED39F508A}"/>
              </a:ext>
            </a:extLst>
          </p:cNvPr>
          <p:cNvSpPr txBox="1"/>
          <p:nvPr/>
        </p:nvSpPr>
        <p:spPr>
          <a:xfrm>
            <a:off x="7636352" y="3150456"/>
            <a:ext cx="558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  <a:cs typeface="Forte Forward" panose="020F0502020204030204" pitchFamily="2" charset="0"/>
              </a:rPr>
              <a:t>Plan du Projet</a:t>
            </a:r>
            <a:endParaRPr lang="fr-YT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umble" panose="02000503000000020004" pitchFamily="2" charset="0"/>
              <a:cs typeface="Forte Forward" panose="020F0502020204030204" pitchFamily="2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F98E5D6-173F-B43B-73E6-6420A071A885}"/>
              </a:ext>
            </a:extLst>
          </p:cNvPr>
          <p:cNvSpPr txBox="1"/>
          <p:nvPr/>
        </p:nvSpPr>
        <p:spPr>
          <a:xfrm>
            <a:off x="3524666" y="5782049"/>
            <a:ext cx="3466683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74349BCC-3868-65CB-D623-524A7327AC41}"/>
              </a:ext>
            </a:extLst>
          </p:cNvPr>
          <p:cNvSpPr/>
          <p:nvPr/>
        </p:nvSpPr>
        <p:spPr>
          <a:xfrm>
            <a:off x="-2676734" y="3429000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4418334-20FB-1FBA-5CF0-52FEB67F5636}"/>
              </a:ext>
            </a:extLst>
          </p:cNvPr>
          <p:cNvSpPr txBox="1"/>
          <p:nvPr/>
        </p:nvSpPr>
        <p:spPr>
          <a:xfrm>
            <a:off x="3720610" y="6993991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095E8F8-9576-6E82-1B32-49D77EDD3380}"/>
              </a:ext>
            </a:extLst>
          </p:cNvPr>
          <p:cNvSpPr txBox="1"/>
          <p:nvPr/>
        </p:nvSpPr>
        <p:spPr>
          <a:xfrm>
            <a:off x="3217881" y="7652633"/>
            <a:ext cx="22810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</p:spTree>
    <p:extLst>
      <p:ext uri="{BB962C8B-B14F-4D97-AF65-F5344CB8AC3E}">
        <p14:creationId xmlns:p14="http://schemas.microsoft.com/office/powerpoint/2010/main" val="2319976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B4FE3-BAF0-2B6A-363C-E53EABBE1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83E0C2EE-DDF5-87FA-9D8D-A44AA00F4BB2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6B9B324B-822D-EDE6-6C14-7063063D4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CB2308E5-1249-2DDA-F773-8DCAF3D27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67E80240-99AA-98A7-4BF1-2F0A06315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3E8FF03-9E64-97B2-E0D3-DF134B358ABA}"/>
              </a:ext>
            </a:extLst>
          </p:cNvPr>
          <p:cNvSpPr txBox="1"/>
          <p:nvPr/>
        </p:nvSpPr>
        <p:spPr>
          <a:xfrm>
            <a:off x="7636352" y="3150456"/>
            <a:ext cx="558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  <a:cs typeface="Forte Forward" panose="020F0502020204030204" pitchFamily="2" charset="0"/>
              </a:rPr>
              <a:t>Plan du Projet</a:t>
            </a:r>
            <a:endParaRPr lang="fr-YT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umble" panose="02000503000000020004" pitchFamily="2" charset="0"/>
              <a:cs typeface="Forte Forward" panose="020F0502020204030204" pitchFamily="2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E2C6E3E-7588-6EB7-0634-D22139D8874D}"/>
              </a:ext>
            </a:extLst>
          </p:cNvPr>
          <p:cNvSpPr txBox="1"/>
          <p:nvPr/>
        </p:nvSpPr>
        <p:spPr>
          <a:xfrm>
            <a:off x="3244114" y="4715249"/>
            <a:ext cx="2851886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7A734516-0610-A4AA-2B57-6BAF0CE25478}"/>
              </a:ext>
            </a:extLst>
          </p:cNvPr>
          <p:cNvSpPr/>
          <p:nvPr/>
        </p:nvSpPr>
        <p:spPr>
          <a:xfrm>
            <a:off x="-2676734" y="3429000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C5319DC-9786-BA79-9706-85F81405E818}"/>
              </a:ext>
            </a:extLst>
          </p:cNvPr>
          <p:cNvSpPr txBox="1"/>
          <p:nvPr/>
        </p:nvSpPr>
        <p:spPr>
          <a:xfrm>
            <a:off x="3558156" y="5676257"/>
            <a:ext cx="4512291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6C35805-BF92-0386-CD45-67F77806B99C}"/>
              </a:ext>
            </a:extLst>
          </p:cNvPr>
          <p:cNvSpPr txBox="1"/>
          <p:nvPr/>
        </p:nvSpPr>
        <p:spPr>
          <a:xfrm>
            <a:off x="3217881" y="7652633"/>
            <a:ext cx="22810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</p:spTree>
    <p:extLst>
      <p:ext uri="{BB962C8B-B14F-4D97-AF65-F5344CB8AC3E}">
        <p14:creationId xmlns:p14="http://schemas.microsoft.com/office/powerpoint/2010/main" val="1027420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81506-2A03-D0DA-5DE3-38F58A45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5F2F05A8-FDFA-4A5A-97AF-EA22DD904A89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071F9AA1-5BFF-F662-F802-DBB33A702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459F24AB-4537-1992-2321-475D8C5DB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5240E14-BBDD-6C40-6615-E450B9585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783D054-F8C0-308C-7CDF-70DBB13346B6}"/>
              </a:ext>
            </a:extLst>
          </p:cNvPr>
          <p:cNvSpPr txBox="1"/>
          <p:nvPr/>
        </p:nvSpPr>
        <p:spPr>
          <a:xfrm>
            <a:off x="7636352" y="3150456"/>
            <a:ext cx="558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  <a:cs typeface="Forte Forward" panose="020F0502020204030204" pitchFamily="2" charset="0"/>
              </a:rPr>
              <a:t>Plan du Projet</a:t>
            </a:r>
            <a:endParaRPr lang="fr-YT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umble" panose="02000503000000020004" pitchFamily="2" charset="0"/>
              <a:cs typeface="Forte Forward" panose="020F0502020204030204" pitchFamily="2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A6CD1B7-5494-9081-B9F0-E724CD37E873}"/>
              </a:ext>
            </a:extLst>
          </p:cNvPr>
          <p:cNvSpPr txBox="1"/>
          <p:nvPr/>
        </p:nvSpPr>
        <p:spPr>
          <a:xfrm>
            <a:off x="3089066" y="4154024"/>
            <a:ext cx="315933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957F33F1-854D-AED9-CEF2-8B4A40F29C78}"/>
              </a:ext>
            </a:extLst>
          </p:cNvPr>
          <p:cNvSpPr/>
          <p:nvPr/>
        </p:nvSpPr>
        <p:spPr>
          <a:xfrm>
            <a:off x="-2676734" y="3429000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E55E168-DDB4-3E0F-4C3B-DDA52813E509}"/>
              </a:ext>
            </a:extLst>
          </p:cNvPr>
          <p:cNvSpPr txBox="1"/>
          <p:nvPr/>
        </p:nvSpPr>
        <p:spPr>
          <a:xfrm>
            <a:off x="3558157" y="4999899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BEC1EEE-96A5-4B47-5DBD-EA4FEA293659}"/>
              </a:ext>
            </a:extLst>
          </p:cNvPr>
          <p:cNvSpPr txBox="1"/>
          <p:nvPr/>
        </p:nvSpPr>
        <p:spPr>
          <a:xfrm>
            <a:off x="3675080" y="5845774"/>
            <a:ext cx="3316270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37269DB-5FAC-3BAE-1A6D-4E43BAA5CD84}"/>
              </a:ext>
            </a:extLst>
          </p:cNvPr>
          <p:cNvSpPr txBox="1"/>
          <p:nvPr/>
        </p:nvSpPr>
        <p:spPr>
          <a:xfrm>
            <a:off x="3558157" y="7598374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2ACFF3F-7172-3ADE-ABBF-7C41553A5186}"/>
              </a:ext>
            </a:extLst>
          </p:cNvPr>
          <p:cNvSpPr txBox="1"/>
          <p:nvPr/>
        </p:nvSpPr>
        <p:spPr>
          <a:xfrm>
            <a:off x="2733381" y="8508851"/>
            <a:ext cx="4257969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59A1DFE-4BAB-2D25-7CB5-D02D91C32C1B}"/>
              </a:ext>
            </a:extLst>
          </p:cNvPr>
          <p:cNvSpPr txBox="1"/>
          <p:nvPr/>
        </p:nvSpPr>
        <p:spPr>
          <a:xfrm>
            <a:off x="2377695" y="9350974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836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4ABDF-3EB8-B80E-0285-0C371F19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60AC8851-C7E7-5BEA-7876-566D4F05E91D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E6C833CB-CA7F-9190-E469-28716B60A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D18FE5C3-ECC2-8E65-46B6-1900D7F94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F67D5189-F6B2-86AF-FE38-E6231A608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AFF34FC-F073-C984-AB6E-1439AFDB04DC}"/>
              </a:ext>
            </a:extLst>
          </p:cNvPr>
          <p:cNvSpPr txBox="1"/>
          <p:nvPr/>
        </p:nvSpPr>
        <p:spPr>
          <a:xfrm>
            <a:off x="7636352" y="3150456"/>
            <a:ext cx="558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  <a:cs typeface="Forte Forward" panose="020F0502020204030204" pitchFamily="2" charset="0"/>
              </a:rPr>
              <a:t>Plan du Projet</a:t>
            </a:r>
            <a:endParaRPr lang="fr-YT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umble" panose="02000503000000020004" pitchFamily="2" charset="0"/>
              <a:cs typeface="Forte Forward" panose="020F0502020204030204" pitchFamily="2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3A8814C-FDB0-65B2-D6E9-E64A7AD80DE1}"/>
              </a:ext>
            </a:extLst>
          </p:cNvPr>
          <p:cNvSpPr txBox="1"/>
          <p:nvPr/>
        </p:nvSpPr>
        <p:spPr>
          <a:xfrm>
            <a:off x="2417632" y="3318824"/>
            <a:ext cx="327831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28588338-D487-1878-94FF-0B60F88A3259}"/>
              </a:ext>
            </a:extLst>
          </p:cNvPr>
          <p:cNvSpPr/>
          <p:nvPr/>
        </p:nvSpPr>
        <p:spPr>
          <a:xfrm>
            <a:off x="-2676734" y="3429000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E3AB6CA-424B-9012-6032-D14163985521}"/>
              </a:ext>
            </a:extLst>
          </p:cNvPr>
          <p:cNvSpPr txBox="1"/>
          <p:nvPr/>
        </p:nvSpPr>
        <p:spPr>
          <a:xfrm>
            <a:off x="3089066" y="4093174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57FE45D-AE5E-B229-6753-BBB6DBF0C1A0}"/>
              </a:ext>
            </a:extLst>
          </p:cNvPr>
          <p:cNvSpPr txBox="1"/>
          <p:nvPr/>
        </p:nvSpPr>
        <p:spPr>
          <a:xfrm>
            <a:off x="3397408" y="5003361"/>
            <a:ext cx="3593942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7FAF9DA-2F6A-D847-0C7A-60DCA6B467C1}"/>
              </a:ext>
            </a:extLst>
          </p:cNvPr>
          <p:cNvSpPr txBox="1"/>
          <p:nvPr/>
        </p:nvSpPr>
        <p:spPr>
          <a:xfrm>
            <a:off x="3558157" y="5772179"/>
            <a:ext cx="4257969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CBA3867-9398-976E-F9E1-96F8BEE8F4D4}"/>
              </a:ext>
            </a:extLst>
          </p:cNvPr>
          <p:cNvSpPr txBox="1"/>
          <p:nvPr/>
        </p:nvSpPr>
        <p:spPr>
          <a:xfrm>
            <a:off x="2733381" y="8508851"/>
            <a:ext cx="4257969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C88CABB-D1A6-6AED-B471-3FA7848DBE4E}"/>
              </a:ext>
            </a:extLst>
          </p:cNvPr>
          <p:cNvSpPr txBox="1"/>
          <p:nvPr/>
        </p:nvSpPr>
        <p:spPr>
          <a:xfrm>
            <a:off x="2377695" y="9350974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933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7C21D-6A20-DC18-9656-87A780B22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C74F6309-CDDA-49B2-A48A-64B172A09AEF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51DC4154-034E-A707-EF46-D2B3FD601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D192077F-5661-0A22-DA80-DE928E87E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5137DF2-5914-A00D-A5C3-AD3DBC9F7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2B1CA2F-07CA-2358-A0B8-6C23BB1DC8EB}"/>
              </a:ext>
            </a:extLst>
          </p:cNvPr>
          <p:cNvSpPr txBox="1"/>
          <p:nvPr/>
        </p:nvSpPr>
        <p:spPr>
          <a:xfrm>
            <a:off x="7636352" y="3150456"/>
            <a:ext cx="558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  <a:cs typeface="Forte Forward" panose="020F0502020204030204" pitchFamily="2" charset="0"/>
              </a:rPr>
              <a:t>Plan du Projet</a:t>
            </a:r>
            <a:endParaRPr lang="fr-YT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umble" panose="02000503000000020004" pitchFamily="2" charset="0"/>
              <a:cs typeface="Forte Forward" panose="020F0502020204030204" pitchFamily="2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7F953A3-670F-9D7E-EB32-4AFCB41F47A4}"/>
              </a:ext>
            </a:extLst>
          </p:cNvPr>
          <p:cNvSpPr txBox="1"/>
          <p:nvPr/>
        </p:nvSpPr>
        <p:spPr>
          <a:xfrm>
            <a:off x="1523386" y="2696956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00AE45CE-1DDB-D491-58E6-07F23B6ED0FB}"/>
              </a:ext>
            </a:extLst>
          </p:cNvPr>
          <p:cNvSpPr/>
          <p:nvPr/>
        </p:nvSpPr>
        <p:spPr>
          <a:xfrm>
            <a:off x="-2676734" y="3429000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5618FC9-4126-7E51-6FE0-F74DE78E8CE3}"/>
              </a:ext>
            </a:extLst>
          </p:cNvPr>
          <p:cNvSpPr txBox="1"/>
          <p:nvPr/>
        </p:nvSpPr>
        <p:spPr>
          <a:xfrm>
            <a:off x="2377695" y="3355959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12B1769-C2FF-EA9C-CF3A-528555522513}"/>
              </a:ext>
            </a:extLst>
          </p:cNvPr>
          <p:cNvSpPr txBox="1"/>
          <p:nvPr/>
        </p:nvSpPr>
        <p:spPr>
          <a:xfrm>
            <a:off x="2935170" y="4072709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12585F-7DB9-09F1-D101-222D76690F0D}"/>
              </a:ext>
            </a:extLst>
          </p:cNvPr>
          <p:cNvSpPr txBox="1"/>
          <p:nvPr/>
        </p:nvSpPr>
        <p:spPr>
          <a:xfrm>
            <a:off x="3323611" y="4847568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58FE633-8093-56B8-762E-84EDE398B06C}"/>
              </a:ext>
            </a:extLst>
          </p:cNvPr>
          <p:cNvSpPr txBox="1"/>
          <p:nvPr/>
        </p:nvSpPr>
        <p:spPr>
          <a:xfrm>
            <a:off x="3558157" y="5908933"/>
            <a:ext cx="5128643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4C9141E-7215-B4FF-903D-ACEBC8AB55EA}"/>
              </a:ext>
            </a:extLst>
          </p:cNvPr>
          <p:cNvSpPr txBox="1"/>
          <p:nvPr/>
        </p:nvSpPr>
        <p:spPr>
          <a:xfrm>
            <a:off x="2377695" y="9350974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327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ABAC8-DA11-159D-A770-7177B9229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7954D9EB-81FD-EA6D-E72A-708CE2650D97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B64DADE3-7F41-A200-6839-A53D20AA5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FEE9B8D5-CDD2-CD1F-E32E-83D120603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6FB4EEB-92DB-C98C-9241-128D6E0B3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88C9D5F-7C15-F6AC-B603-B2BD5ADAE40B}"/>
              </a:ext>
            </a:extLst>
          </p:cNvPr>
          <p:cNvSpPr txBox="1"/>
          <p:nvPr/>
        </p:nvSpPr>
        <p:spPr>
          <a:xfrm>
            <a:off x="7636352" y="3150456"/>
            <a:ext cx="558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  <a:cs typeface="Forte Forward" panose="020F0502020204030204" pitchFamily="2" charset="0"/>
              </a:rPr>
              <a:t>Plan du Projet</a:t>
            </a:r>
            <a:endParaRPr lang="fr-YT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umble" panose="02000503000000020004" pitchFamily="2" charset="0"/>
              <a:cs typeface="Forte Forward" panose="020F0502020204030204" pitchFamily="2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DDACF26-7BCF-5EE6-1E9A-1CD35F5AFDBB}"/>
              </a:ext>
            </a:extLst>
          </p:cNvPr>
          <p:cNvSpPr txBox="1"/>
          <p:nvPr/>
        </p:nvSpPr>
        <p:spPr>
          <a:xfrm>
            <a:off x="1004" y="2242526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7D7AB271-19E7-797E-E5B7-5088F8B537E9}"/>
              </a:ext>
            </a:extLst>
          </p:cNvPr>
          <p:cNvSpPr/>
          <p:nvPr/>
        </p:nvSpPr>
        <p:spPr>
          <a:xfrm>
            <a:off x="-2676734" y="3429000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4E0C726-7D06-9F10-C936-0A68AD6EA3FB}"/>
              </a:ext>
            </a:extLst>
          </p:cNvPr>
          <p:cNvSpPr txBox="1"/>
          <p:nvPr/>
        </p:nvSpPr>
        <p:spPr>
          <a:xfrm>
            <a:off x="1723203" y="2794009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AB197DF-D33C-8BC5-C509-968E14B08BCE}"/>
              </a:ext>
            </a:extLst>
          </p:cNvPr>
          <p:cNvSpPr txBox="1"/>
          <p:nvPr/>
        </p:nvSpPr>
        <p:spPr>
          <a:xfrm>
            <a:off x="2377695" y="3489323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90DEDE0-B4EE-1281-335C-9E8740F9DE2B}"/>
              </a:ext>
            </a:extLst>
          </p:cNvPr>
          <p:cNvSpPr txBox="1"/>
          <p:nvPr/>
        </p:nvSpPr>
        <p:spPr>
          <a:xfrm>
            <a:off x="3059637" y="4148111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1B492B-4E32-F0D4-7BC6-036EA2FDA8AA}"/>
              </a:ext>
            </a:extLst>
          </p:cNvPr>
          <p:cNvSpPr txBox="1"/>
          <p:nvPr/>
        </p:nvSpPr>
        <p:spPr>
          <a:xfrm>
            <a:off x="3478352" y="4916929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7F23269-D088-8D1B-1DC8-B1F3438A1397}"/>
              </a:ext>
            </a:extLst>
          </p:cNvPr>
          <p:cNvSpPr txBox="1"/>
          <p:nvPr/>
        </p:nvSpPr>
        <p:spPr>
          <a:xfrm>
            <a:off x="3748183" y="5803785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445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86B3-BFA6-2FE4-DC40-C7BD0F0BA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AAAE40E6-CA65-73C5-9248-44740A38BFC3}"/>
              </a:ext>
            </a:extLst>
          </p:cNvPr>
          <p:cNvSpPr>
            <a:spLocks/>
          </p:cNvSpPr>
          <p:nvPr/>
        </p:nvSpPr>
        <p:spPr>
          <a:xfrm rot="8358566">
            <a:off x="-1356069" y="-3339252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DB96677F-CD5A-558F-50D4-069D7055C321}"/>
              </a:ext>
            </a:extLst>
          </p:cNvPr>
          <p:cNvGrpSpPr/>
          <p:nvPr/>
        </p:nvGrpSpPr>
        <p:grpSpPr>
          <a:xfrm>
            <a:off x="4941364" y="2929261"/>
            <a:ext cx="2164762" cy="2099312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05039A3F-A87E-7E40-900B-463DD2AA1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890440E0-12D8-BE7F-E10C-55A0B43C4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31E2A66-50C4-1438-D07B-0E2DB4FAE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3C696AA-34C7-FBA1-09F9-A115830756C0}"/>
              </a:ext>
            </a:extLst>
          </p:cNvPr>
          <p:cNvSpPr txBox="1"/>
          <p:nvPr/>
        </p:nvSpPr>
        <p:spPr>
          <a:xfrm>
            <a:off x="13084652" y="3429000"/>
            <a:ext cx="558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umble" panose="02000503000000020004" pitchFamily="2" charset="0"/>
                <a:cs typeface="Forte Forward" panose="020F0502020204030204" pitchFamily="2" charset="0"/>
              </a:rPr>
              <a:t>Plan du Projet</a:t>
            </a:r>
            <a:endParaRPr lang="fr-YT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umble" panose="02000503000000020004" pitchFamily="2" charset="0"/>
              <a:cs typeface="Forte Forward" panose="020F0502020204030204" pitchFamily="2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033494B-1BB7-781D-36A7-3FD92A1F4AA7}"/>
              </a:ext>
            </a:extLst>
          </p:cNvPr>
          <p:cNvSpPr txBox="1"/>
          <p:nvPr/>
        </p:nvSpPr>
        <p:spPr>
          <a:xfrm>
            <a:off x="639021" y="886228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B62A612-F523-1D81-F230-2CF42CF60F4C}"/>
              </a:ext>
            </a:extLst>
          </p:cNvPr>
          <p:cNvSpPr txBox="1"/>
          <p:nvPr/>
        </p:nvSpPr>
        <p:spPr>
          <a:xfrm>
            <a:off x="-2970083" y="2491814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9B1F0F1-ABA6-03A6-9FCE-1FF0A9669EA1}"/>
              </a:ext>
            </a:extLst>
          </p:cNvPr>
          <p:cNvSpPr txBox="1"/>
          <p:nvPr/>
        </p:nvSpPr>
        <p:spPr>
          <a:xfrm>
            <a:off x="-3870705" y="3320275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236F08B-CCC0-CFEC-22B7-534D8406EFD3}"/>
              </a:ext>
            </a:extLst>
          </p:cNvPr>
          <p:cNvSpPr txBox="1"/>
          <p:nvPr/>
        </p:nvSpPr>
        <p:spPr>
          <a:xfrm>
            <a:off x="-4293663" y="4470775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81DE85F-6E57-2DE1-D59A-DB7D9E08107B}"/>
              </a:ext>
            </a:extLst>
          </p:cNvPr>
          <p:cNvSpPr txBox="1"/>
          <p:nvPr/>
        </p:nvSpPr>
        <p:spPr>
          <a:xfrm>
            <a:off x="-5119798" y="5129417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75C8867-73A5-DDC4-78ED-CD2CC5F624A9}"/>
              </a:ext>
            </a:extLst>
          </p:cNvPr>
          <p:cNvSpPr txBox="1"/>
          <p:nvPr/>
        </p:nvSpPr>
        <p:spPr>
          <a:xfrm>
            <a:off x="-4849967" y="6016273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61B0C46F-9712-B957-AE1C-CFB49A2151A6}"/>
              </a:ext>
            </a:extLst>
          </p:cNvPr>
          <p:cNvGrpSpPr/>
          <p:nvPr/>
        </p:nvGrpSpPr>
        <p:grpSpPr>
          <a:xfrm>
            <a:off x="12817951" y="2009214"/>
            <a:ext cx="5441019" cy="656798"/>
            <a:chOff x="7845902" y="2009214"/>
            <a:chExt cx="3822700" cy="656798"/>
          </a:xfrm>
        </p:grpSpPr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2E9DA19F-B4A3-4517-10BA-6AC50A630C47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4DA0E19C-4C68-C191-9131-11E417338F9E}"/>
                </a:ext>
              </a:extLst>
            </p:cNvPr>
            <p:cNvSpPr txBox="1"/>
            <p:nvPr/>
          </p:nvSpPr>
          <p:spPr>
            <a:xfrm>
              <a:off x="8023702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Difficulté de trouver la localisation des magasins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760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9D63E-CE59-F420-5C06-1DCBF12E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7EC0BF4F-7B94-0A98-EB0B-1F2A735CC0DB}"/>
              </a:ext>
            </a:extLst>
          </p:cNvPr>
          <p:cNvSpPr>
            <a:spLocks/>
          </p:cNvSpPr>
          <p:nvPr/>
        </p:nvSpPr>
        <p:spPr>
          <a:xfrm rot="8358566">
            <a:off x="-1356069" y="-3339252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7BCDE8D3-5D3F-F6A8-CF3A-9769F1D5BAA0}"/>
              </a:ext>
            </a:extLst>
          </p:cNvPr>
          <p:cNvGrpSpPr/>
          <p:nvPr/>
        </p:nvGrpSpPr>
        <p:grpSpPr>
          <a:xfrm>
            <a:off x="4941364" y="2929261"/>
            <a:ext cx="2164762" cy="2099312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1C1D05F6-6EE1-1F4F-BA3B-2A2E3ED5E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056AC0C1-205C-5620-55AF-DE533C30A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3682879-1A10-F100-3F28-F6B055FC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3130F99-3969-E8F0-4F24-1CD46729231C}"/>
              </a:ext>
            </a:extLst>
          </p:cNvPr>
          <p:cNvSpPr txBox="1"/>
          <p:nvPr/>
        </p:nvSpPr>
        <p:spPr>
          <a:xfrm>
            <a:off x="639021" y="886228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A5BED21-05F5-F089-887A-4BBE97AB6301}"/>
              </a:ext>
            </a:extLst>
          </p:cNvPr>
          <p:cNvSpPr txBox="1"/>
          <p:nvPr/>
        </p:nvSpPr>
        <p:spPr>
          <a:xfrm>
            <a:off x="-2642525" y="-4516302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F533049-76A3-3433-D948-6D1125406B01}"/>
              </a:ext>
            </a:extLst>
          </p:cNvPr>
          <p:cNvSpPr txBox="1"/>
          <p:nvPr/>
        </p:nvSpPr>
        <p:spPr>
          <a:xfrm>
            <a:off x="-3543147" y="-3687841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29CA3DB-D543-5F16-A92F-C16A74A992FD}"/>
              </a:ext>
            </a:extLst>
          </p:cNvPr>
          <p:cNvSpPr txBox="1"/>
          <p:nvPr/>
        </p:nvSpPr>
        <p:spPr>
          <a:xfrm>
            <a:off x="-3966105" y="-2537341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73D0408-B8D5-A76A-D5D7-D068B5FCC9D7}"/>
              </a:ext>
            </a:extLst>
          </p:cNvPr>
          <p:cNvSpPr txBox="1"/>
          <p:nvPr/>
        </p:nvSpPr>
        <p:spPr>
          <a:xfrm>
            <a:off x="-4792240" y="-1878699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8C7664B-4ABC-93F4-41BD-8A217F478EEB}"/>
              </a:ext>
            </a:extLst>
          </p:cNvPr>
          <p:cNvSpPr txBox="1"/>
          <p:nvPr/>
        </p:nvSpPr>
        <p:spPr>
          <a:xfrm>
            <a:off x="-4522409" y="-991843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7264C7CE-6D05-924E-0388-BAAC702C51E1}"/>
              </a:ext>
            </a:extLst>
          </p:cNvPr>
          <p:cNvGrpSpPr/>
          <p:nvPr/>
        </p:nvGrpSpPr>
        <p:grpSpPr>
          <a:xfrm>
            <a:off x="6212114" y="2009214"/>
            <a:ext cx="5456488" cy="656798"/>
            <a:chOff x="7845902" y="2009214"/>
            <a:chExt cx="3822700" cy="656798"/>
          </a:xfrm>
        </p:grpSpPr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8F350095-7080-F0DE-64FA-36E5251955FC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E60F8084-8F6B-FBF5-B6E4-F8CA2459D484}"/>
                </a:ext>
              </a:extLst>
            </p:cNvPr>
            <p:cNvSpPr txBox="1"/>
            <p:nvPr/>
          </p:nvSpPr>
          <p:spPr>
            <a:xfrm>
              <a:off x="8023702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Difficulté de trouver la localisation des magasins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41" name="Connecteur : en arc 40">
            <a:extLst>
              <a:ext uri="{FF2B5EF4-FFF2-40B4-BE49-F238E27FC236}">
                <a16:creationId xmlns:a16="http://schemas.microsoft.com/office/drawing/2014/main" id="{DDC7896A-6973-E644-E5D7-894546B97F8B}"/>
              </a:ext>
            </a:extLst>
          </p:cNvPr>
          <p:cNvCxnSpPr>
            <a:stCxn id="4" idx="1"/>
            <a:endCxn id="24" idx="1"/>
          </p:cNvCxnSpPr>
          <p:nvPr/>
        </p:nvCxnSpPr>
        <p:spPr>
          <a:xfrm rot="5400000" flipH="1" flipV="1">
            <a:off x="5778556" y="2495704"/>
            <a:ext cx="678747" cy="18836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8D4B1B49-E99D-9067-6FC8-115B093F8382}"/>
              </a:ext>
            </a:extLst>
          </p:cNvPr>
          <p:cNvGrpSpPr/>
          <p:nvPr/>
        </p:nvGrpSpPr>
        <p:grpSpPr>
          <a:xfrm>
            <a:off x="13350024" y="3652822"/>
            <a:ext cx="3375876" cy="482600"/>
            <a:chOff x="7845902" y="2009214"/>
            <a:chExt cx="3822700" cy="482600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F575703A-E403-F5C0-CCC7-BE945BEDE9C7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4EB99413-9D8B-6E3B-D028-13F5DE1DF4DD}"/>
                </a:ext>
              </a:extLst>
            </p:cNvPr>
            <p:cNvSpPr txBox="1"/>
            <p:nvPr/>
          </p:nvSpPr>
          <p:spPr>
            <a:xfrm>
              <a:off x="8023702" y="2081237"/>
              <a:ext cx="3467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Difficulté à comparer les prix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8116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13CC0-A4DF-8A49-1F83-A21E00BD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06E1CA1A-BCBA-4E22-40BE-C32CCA142BBF}"/>
              </a:ext>
            </a:extLst>
          </p:cNvPr>
          <p:cNvSpPr>
            <a:spLocks/>
          </p:cNvSpPr>
          <p:nvPr/>
        </p:nvSpPr>
        <p:spPr>
          <a:xfrm rot="8358566">
            <a:off x="-1356069" y="-3339252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0CC4E7FD-91AB-CAFD-F6B4-5CE5BFC479B7}"/>
              </a:ext>
            </a:extLst>
          </p:cNvPr>
          <p:cNvGrpSpPr/>
          <p:nvPr/>
        </p:nvGrpSpPr>
        <p:grpSpPr>
          <a:xfrm>
            <a:off x="4941364" y="2929261"/>
            <a:ext cx="2164762" cy="2099312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6BC9EAC5-FDF3-3B4D-B4F0-FB3DDBF0C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6B0E6C3E-CC41-0149-7277-AAF67F9D8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3C07945-2BA3-4A5F-554E-81B9FE468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C792E17-623C-59B4-782E-3852D00F58D0}"/>
              </a:ext>
            </a:extLst>
          </p:cNvPr>
          <p:cNvSpPr txBox="1"/>
          <p:nvPr/>
        </p:nvSpPr>
        <p:spPr>
          <a:xfrm>
            <a:off x="639021" y="886228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D45E0EE-8C80-DBB3-BF24-2349ABED9407}"/>
              </a:ext>
            </a:extLst>
          </p:cNvPr>
          <p:cNvSpPr txBox="1"/>
          <p:nvPr/>
        </p:nvSpPr>
        <p:spPr>
          <a:xfrm>
            <a:off x="-2642525" y="-4516302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BE90A83-65D6-3928-C19C-ED7A1A15E828}"/>
              </a:ext>
            </a:extLst>
          </p:cNvPr>
          <p:cNvSpPr txBox="1"/>
          <p:nvPr/>
        </p:nvSpPr>
        <p:spPr>
          <a:xfrm>
            <a:off x="-3543147" y="-3687841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4E8A896-7187-423C-1C8F-BD429403F2E2}"/>
              </a:ext>
            </a:extLst>
          </p:cNvPr>
          <p:cNvSpPr txBox="1"/>
          <p:nvPr/>
        </p:nvSpPr>
        <p:spPr>
          <a:xfrm>
            <a:off x="-3966105" y="-2537341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27F3B9E-3ACC-0E9C-6BF7-2125CF81CA7C}"/>
              </a:ext>
            </a:extLst>
          </p:cNvPr>
          <p:cNvSpPr txBox="1"/>
          <p:nvPr/>
        </p:nvSpPr>
        <p:spPr>
          <a:xfrm>
            <a:off x="-4792240" y="-1878699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B281CA2-283A-35EC-8F36-91322FA5D893}"/>
              </a:ext>
            </a:extLst>
          </p:cNvPr>
          <p:cNvSpPr txBox="1"/>
          <p:nvPr/>
        </p:nvSpPr>
        <p:spPr>
          <a:xfrm>
            <a:off x="-4522409" y="-991843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98E4B83A-7A09-1865-CC70-794B03F55BF2}"/>
              </a:ext>
            </a:extLst>
          </p:cNvPr>
          <p:cNvGrpSpPr/>
          <p:nvPr/>
        </p:nvGrpSpPr>
        <p:grpSpPr>
          <a:xfrm>
            <a:off x="8292726" y="3737617"/>
            <a:ext cx="3375876" cy="482600"/>
            <a:chOff x="7845902" y="2009214"/>
            <a:chExt cx="3822700" cy="482600"/>
          </a:xfrm>
        </p:grpSpPr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DCBF3BDA-7A69-350C-7C76-CF32D5F13D81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B358B30A-F0E8-DEF7-84C0-2D49532798BB}"/>
                </a:ext>
              </a:extLst>
            </p:cNvPr>
            <p:cNvSpPr txBox="1"/>
            <p:nvPr/>
          </p:nvSpPr>
          <p:spPr>
            <a:xfrm>
              <a:off x="8023702" y="2081237"/>
              <a:ext cx="3467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Difficulté à comparer les prix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22" name="Connecteur : en arc 21">
            <a:extLst>
              <a:ext uri="{FF2B5EF4-FFF2-40B4-BE49-F238E27FC236}">
                <a16:creationId xmlns:a16="http://schemas.microsoft.com/office/drawing/2014/main" id="{8F17F625-59CA-7B41-9DFD-A1AE86C0D2A0}"/>
              </a:ext>
            </a:extLst>
          </p:cNvPr>
          <p:cNvCxnSpPr>
            <a:stCxn id="4" idx="0"/>
            <a:endCxn id="14" idx="1"/>
          </p:cNvCxnSpPr>
          <p:nvPr/>
        </p:nvCxnSpPr>
        <p:spPr>
          <a:xfrm>
            <a:off x="7106126" y="3978917"/>
            <a:ext cx="1186600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170CDED4-82FC-5500-1E37-33BC4843D2E6}"/>
              </a:ext>
            </a:extLst>
          </p:cNvPr>
          <p:cNvGrpSpPr/>
          <p:nvPr/>
        </p:nvGrpSpPr>
        <p:grpSpPr>
          <a:xfrm>
            <a:off x="12759474" y="5424472"/>
            <a:ext cx="5033226" cy="656798"/>
            <a:chOff x="7845902" y="2009214"/>
            <a:chExt cx="3822700" cy="656798"/>
          </a:xfrm>
        </p:grpSpPr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AD3A8283-8708-1CCD-4E00-2A7E94419561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349CD0B8-FA83-32D5-3B2D-AF7A6433980F}"/>
                </a:ext>
              </a:extLst>
            </p:cNvPr>
            <p:cNvSpPr txBox="1"/>
            <p:nvPr/>
          </p:nvSpPr>
          <p:spPr>
            <a:xfrm>
              <a:off x="8023701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Perte de temps à chercher sur plusieurs sites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A0A1314F-05DA-59CD-402E-83DA2AB79C88}"/>
              </a:ext>
            </a:extLst>
          </p:cNvPr>
          <p:cNvGrpSpPr/>
          <p:nvPr/>
        </p:nvGrpSpPr>
        <p:grpSpPr>
          <a:xfrm>
            <a:off x="6212114" y="2009214"/>
            <a:ext cx="5456488" cy="656798"/>
            <a:chOff x="7845902" y="2009214"/>
            <a:chExt cx="3822700" cy="656798"/>
          </a:xfrm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347A024E-03C7-5237-FECB-6E230B26C59E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E355936-F88A-EF77-D894-266CBBD73F0D}"/>
                </a:ext>
              </a:extLst>
            </p:cNvPr>
            <p:cNvSpPr txBox="1"/>
            <p:nvPr/>
          </p:nvSpPr>
          <p:spPr>
            <a:xfrm>
              <a:off x="8023702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Difficulté de trouver la localisation des magasins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18" name="Connecteur : en arc 17">
            <a:extLst>
              <a:ext uri="{FF2B5EF4-FFF2-40B4-BE49-F238E27FC236}">
                <a16:creationId xmlns:a16="http://schemas.microsoft.com/office/drawing/2014/main" id="{A4CB7E08-4F62-8D1A-201E-8B84C7BF4E05}"/>
              </a:ext>
            </a:extLst>
          </p:cNvPr>
          <p:cNvCxnSpPr>
            <a:endCxn id="11" idx="1"/>
          </p:cNvCxnSpPr>
          <p:nvPr/>
        </p:nvCxnSpPr>
        <p:spPr>
          <a:xfrm rot="5400000" flipH="1" flipV="1">
            <a:off x="5778556" y="2495704"/>
            <a:ext cx="678747" cy="18836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23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0A473-B470-7CD7-F375-6EC3E2499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2C85CE7B-1403-68FA-97CA-44ABB2748301}"/>
              </a:ext>
            </a:extLst>
          </p:cNvPr>
          <p:cNvSpPr>
            <a:spLocks/>
          </p:cNvSpPr>
          <p:nvPr/>
        </p:nvSpPr>
        <p:spPr>
          <a:xfrm rot="8358566">
            <a:off x="-1356069" y="-3339252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F80E0C0-492A-1DED-F72F-91C7521BD1B5}"/>
              </a:ext>
            </a:extLst>
          </p:cNvPr>
          <p:cNvGrpSpPr/>
          <p:nvPr/>
        </p:nvGrpSpPr>
        <p:grpSpPr>
          <a:xfrm>
            <a:off x="4941364" y="2929261"/>
            <a:ext cx="2164762" cy="2099312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7197C055-B289-AE64-4A53-53EB7356B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46E6DBFA-51B3-886D-99D7-85F0CEEE4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853C4C41-48FE-BA06-02B0-E7022B72A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7E3DFA9-AEE4-E307-3507-1DA3AA2A192D}"/>
              </a:ext>
            </a:extLst>
          </p:cNvPr>
          <p:cNvSpPr txBox="1"/>
          <p:nvPr/>
        </p:nvSpPr>
        <p:spPr>
          <a:xfrm>
            <a:off x="639021" y="886228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653C11A-8117-295B-1C09-51396A49CD31}"/>
              </a:ext>
            </a:extLst>
          </p:cNvPr>
          <p:cNvSpPr txBox="1"/>
          <p:nvPr/>
        </p:nvSpPr>
        <p:spPr>
          <a:xfrm>
            <a:off x="-2642525" y="-4516302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9128A99-686D-50D7-678F-051B1EFFE7B7}"/>
              </a:ext>
            </a:extLst>
          </p:cNvPr>
          <p:cNvSpPr txBox="1"/>
          <p:nvPr/>
        </p:nvSpPr>
        <p:spPr>
          <a:xfrm>
            <a:off x="-3543147" y="-3687841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E1E9F21-4429-0039-F168-5BC189006D3A}"/>
              </a:ext>
            </a:extLst>
          </p:cNvPr>
          <p:cNvSpPr txBox="1"/>
          <p:nvPr/>
        </p:nvSpPr>
        <p:spPr>
          <a:xfrm>
            <a:off x="-3966105" y="-2537341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59DDA26-4BB7-D748-A4FE-A07D9AF75645}"/>
              </a:ext>
            </a:extLst>
          </p:cNvPr>
          <p:cNvSpPr txBox="1"/>
          <p:nvPr/>
        </p:nvSpPr>
        <p:spPr>
          <a:xfrm>
            <a:off x="-4792240" y="-1878699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5F32F44-BA9E-C046-7E19-0E4DB00C2B1F}"/>
              </a:ext>
            </a:extLst>
          </p:cNvPr>
          <p:cNvSpPr txBox="1"/>
          <p:nvPr/>
        </p:nvSpPr>
        <p:spPr>
          <a:xfrm>
            <a:off x="-4522409" y="-991843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5059E466-07DB-51F9-8CE1-44DC1074655B}"/>
              </a:ext>
            </a:extLst>
          </p:cNvPr>
          <p:cNvGrpSpPr/>
          <p:nvPr/>
        </p:nvGrpSpPr>
        <p:grpSpPr>
          <a:xfrm>
            <a:off x="8292726" y="3737617"/>
            <a:ext cx="3375876" cy="482600"/>
            <a:chOff x="7845902" y="2009214"/>
            <a:chExt cx="3822700" cy="482600"/>
          </a:xfrm>
        </p:grpSpPr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3A14631E-8D61-558E-E72A-9AB60ADDF7F6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9BB4D6FB-E341-AFBF-B71B-7EF32EE75B58}"/>
                </a:ext>
              </a:extLst>
            </p:cNvPr>
            <p:cNvSpPr txBox="1"/>
            <p:nvPr/>
          </p:nvSpPr>
          <p:spPr>
            <a:xfrm>
              <a:off x="8023702" y="2081237"/>
              <a:ext cx="3467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Difficulté à comparer les prix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22" name="Connecteur : en arc 21">
            <a:extLst>
              <a:ext uri="{FF2B5EF4-FFF2-40B4-BE49-F238E27FC236}">
                <a16:creationId xmlns:a16="http://schemas.microsoft.com/office/drawing/2014/main" id="{3E43DDA7-BA35-06DE-874B-7BDF01177BAB}"/>
              </a:ext>
            </a:extLst>
          </p:cNvPr>
          <p:cNvCxnSpPr>
            <a:stCxn id="4" idx="0"/>
            <a:endCxn id="14" idx="1"/>
          </p:cNvCxnSpPr>
          <p:nvPr/>
        </p:nvCxnSpPr>
        <p:spPr>
          <a:xfrm>
            <a:off x="7106126" y="3978917"/>
            <a:ext cx="1186600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77BC2A2B-F334-275E-7962-B21B5A80A515}"/>
              </a:ext>
            </a:extLst>
          </p:cNvPr>
          <p:cNvGrpSpPr/>
          <p:nvPr/>
        </p:nvGrpSpPr>
        <p:grpSpPr>
          <a:xfrm>
            <a:off x="6635376" y="5593750"/>
            <a:ext cx="5033226" cy="656798"/>
            <a:chOff x="7845902" y="2009214"/>
            <a:chExt cx="3822700" cy="656798"/>
          </a:xfrm>
        </p:grpSpPr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90B88A3A-32B1-335E-F263-05BAF80E13DA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E4A8B095-B9E9-BA6E-52CB-62343CF31A23}"/>
                </a:ext>
              </a:extLst>
            </p:cNvPr>
            <p:cNvSpPr txBox="1"/>
            <p:nvPr/>
          </p:nvSpPr>
          <p:spPr>
            <a:xfrm>
              <a:off x="8023701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Perte de temps à chercher sur plusieurs sites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F43E6DA0-CFB0-6D97-7C2E-51B36D5A77BE}"/>
              </a:ext>
            </a:extLst>
          </p:cNvPr>
          <p:cNvCxnSpPr>
            <a:stCxn id="4" idx="3"/>
            <a:endCxn id="25" idx="1"/>
          </p:cNvCxnSpPr>
          <p:nvPr/>
        </p:nvCxnSpPr>
        <p:spPr>
          <a:xfrm rot="16200000" flipH="1">
            <a:off x="5926322" y="5125995"/>
            <a:ext cx="806477" cy="61163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D73FC948-4740-0421-822E-9EFE68183357}"/>
              </a:ext>
            </a:extLst>
          </p:cNvPr>
          <p:cNvGrpSpPr/>
          <p:nvPr/>
        </p:nvGrpSpPr>
        <p:grpSpPr>
          <a:xfrm>
            <a:off x="-6195067" y="5364742"/>
            <a:ext cx="5390963" cy="656798"/>
            <a:chOff x="7845902" y="2009214"/>
            <a:chExt cx="3822700" cy="656798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15D826FA-B64C-5721-F7D8-32DE14393185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3E5D7EB5-44AE-38E5-F94B-A801FC269A5B}"/>
                </a:ext>
              </a:extLst>
            </p:cNvPr>
            <p:cNvSpPr txBox="1"/>
            <p:nvPr/>
          </p:nvSpPr>
          <p:spPr>
            <a:xfrm>
              <a:off x="8023701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Manque de visibilité pour les petites boutiques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7B89EE3E-B84D-F77E-585D-FBECC093F396}"/>
              </a:ext>
            </a:extLst>
          </p:cNvPr>
          <p:cNvGrpSpPr/>
          <p:nvPr/>
        </p:nvGrpSpPr>
        <p:grpSpPr>
          <a:xfrm>
            <a:off x="6212114" y="2009214"/>
            <a:ext cx="5456488" cy="656798"/>
            <a:chOff x="7845902" y="2009214"/>
            <a:chExt cx="3822700" cy="656798"/>
          </a:xfrm>
        </p:grpSpPr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547A25B8-EB8C-20AF-2BB1-87A620A477F1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7AAB42F3-E425-6F4C-5829-23882BB7E7B6}"/>
                </a:ext>
              </a:extLst>
            </p:cNvPr>
            <p:cNvSpPr txBox="1"/>
            <p:nvPr/>
          </p:nvSpPr>
          <p:spPr>
            <a:xfrm>
              <a:off x="8023702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Difficulté de trouver la localisation des magasins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33" name="Connecteur : en arc 32">
            <a:extLst>
              <a:ext uri="{FF2B5EF4-FFF2-40B4-BE49-F238E27FC236}">
                <a16:creationId xmlns:a16="http://schemas.microsoft.com/office/drawing/2014/main" id="{DA1A2483-5F35-6244-1EA8-393EA7DDFF53}"/>
              </a:ext>
            </a:extLst>
          </p:cNvPr>
          <p:cNvCxnSpPr>
            <a:endCxn id="31" idx="1"/>
          </p:cNvCxnSpPr>
          <p:nvPr/>
        </p:nvCxnSpPr>
        <p:spPr>
          <a:xfrm rot="5400000" flipH="1" flipV="1">
            <a:off x="5778556" y="2495704"/>
            <a:ext cx="678747" cy="18836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56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19E2-06A5-8216-4053-95BBCA32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499AC3BF-9312-7284-7452-E84DA3F1E069}"/>
              </a:ext>
            </a:extLst>
          </p:cNvPr>
          <p:cNvSpPr>
            <a:spLocks/>
          </p:cNvSpPr>
          <p:nvPr/>
        </p:nvSpPr>
        <p:spPr>
          <a:xfrm rot="8358566">
            <a:off x="-1356069" y="-3339252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764B7AEA-5A74-5A0B-2C17-5DD03BBAC1AE}"/>
              </a:ext>
            </a:extLst>
          </p:cNvPr>
          <p:cNvGrpSpPr/>
          <p:nvPr/>
        </p:nvGrpSpPr>
        <p:grpSpPr>
          <a:xfrm>
            <a:off x="4941364" y="2929261"/>
            <a:ext cx="2164762" cy="2099312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4F415977-00FD-E432-217E-ACF500844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50DD4EDE-482E-8F72-4787-0D3B234F8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801A60FB-EC92-EBF6-59E7-EEF94C962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10606FF-3108-85D1-644E-5B06EFB1A9D7}"/>
              </a:ext>
            </a:extLst>
          </p:cNvPr>
          <p:cNvSpPr txBox="1"/>
          <p:nvPr/>
        </p:nvSpPr>
        <p:spPr>
          <a:xfrm>
            <a:off x="639021" y="886228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E520171-05DA-A5D3-7239-8D9B493C9DD3}"/>
              </a:ext>
            </a:extLst>
          </p:cNvPr>
          <p:cNvSpPr txBox="1"/>
          <p:nvPr/>
        </p:nvSpPr>
        <p:spPr>
          <a:xfrm>
            <a:off x="2553799" y="-658642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1ECDC90-F9BC-1607-7E58-A5D2CBFA7B5A}"/>
              </a:ext>
            </a:extLst>
          </p:cNvPr>
          <p:cNvSpPr txBox="1"/>
          <p:nvPr/>
        </p:nvSpPr>
        <p:spPr>
          <a:xfrm>
            <a:off x="1632149" y="-1189318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36594A3-88FC-660F-97DB-433789E5B57D}"/>
              </a:ext>
            </a:extLst>
          </p:cNvPr>
          <p:cNvSpPr txBox="1"/>
          <p:nvPr/>
        </p:nvSpPr>
        <p:spPr>
          <a:xfrm>
            <a:off x="734982" y="-1582622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DDAFA48-F28F-0319-DD14-947749BBB5FA}"/>
              </a:ext>
            </a:extLst>
          </p:cNvPr>
          <p:cNvSpPr txBox="1"/>
          <p:nvPr/>
        </p:nvSpPr>
        <p:spPr>
          <a:xfrm>
            <a:off x="-318718" y="-2076046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74B674C-6F2F-3717-F694-38E95EEAC02E}"/>
              </a:ext>
            </a:extLst>
          </p:cNvPr>
          <p:cNvSpPr txBox="1"/>
          <p:nvPr/>
        </p:nvSpPr>
        <p:spPr>
          <a:xfrm>
            <a:off x="388253" y="-2573548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C26631C8-87DC-806F-6F35-BABCF208DFFE}"/>
              </a:ext>
            </a:extLst>
          </p:cNvPr>
          <p:cNvGrpSpPr/>
          <p:nvPr/>
        </p:nvGrpSpPr>
        <p:grpSpPr>
          <a:xfrm>
            <a:off x="8292726" y="3737617"/>
            <a:ext cx="3375876" cy="482600"/>
            <a:chOff x="7845902" y="2009214"/>
            <a:chExt cx="3822700" cy="482600"/>
          </a:xfrm>
        </p:grpSpPr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DF9224EA-39F9-D706-1A42-EF83C0E60D96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AF401540-E33B-BED5-7041-AB43C529CCF4}"/>
                </a:ext>
              </a:extLst>
            </p:cNvPr>
            <p:cNvSpPr txBox="1"/>
            <p:nvPr/>
          </p:nvSpPr>
          <p:spPr>
            <a:xfrm>
              <a:off x="8023702" y="2081237"/>
              <a:ext cx="3467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Difficulté à comparer les prix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22" name="Connecteur : en arc 21">
            <a:extLst>
              <a:ext uri="{FF2B5EF4-FFF2-40B4-BE49-F238E27FC236}">
                <a16:creationId xmlns:a16="http://schemas.microsoft.com/office/drawing/2014/main" id="{5EB21518-6C19-7611-67C4-E859D7369C60}"/>
              </a:ext>
            </a:extLst>
          </p:cNvPr>
          <p:cNvCxnSpPr>
            <a:stCxn id="4" idx="0"/>
            <a:endCxn id="14" idx="1"/>
          </p:cNvCxnSpPr>
          <p:nvPr/>
        </p:nvCxnSpPr>
        <p:spPr>
          <a:xfrm>
            <a:off x="7106126" y="3978917"/>
            <a:ext cx="1186600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043D003-73C5-6F08-3C50-3A4DCF1FA200}"/>
              </a:ext>
            </a:extLst>
          </p:cNvPr>
          <p:cNvGrpSpPr/>
          <p:nvPr/>
        </p:nvGrpSpPr>
        <p:grpSpPr>
          <a:xfrm>
            <a:off x="6635376" y="5593750"/>
            <a:ext cx="5033226" cy="656798"/>
            <a:chOff x="7845902" y="2009214"/>
            <a:chExt cx="3822700" cy="656798"/>
          </a:xfrm>
        </p:grpSpPr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2716A663-7631-AAAD-1459-785ED802E5DB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ED4BFBEC-1560-6217-0EC2-2EADC2847423}"/>
                </a:ext>
              </a:extLst>
            </p:cNvPr>
            <p:cNvSpPr txBox="1"/>
            <p:nvPr/>
          </p:nvSpPr>
          <p:spPr>
            <a:xfrm>
              <a:off x="8023701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Perte de temps à chercher sur plusieurs sites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F37DE7D7-F1D8-197C-C565-A4E576DD640C}"/>
              </a:ext>
            </a:extLst>
          </p:cNvPr>
          <p:cNvCxnSpPr>
            <a:stCxn id="4" idx="3"/>
            <a:endCxn id="25" idx="1"/>
          </p:cNvCxnSpPr>
          <p:nvPr/>
        </p:nvCxnSpPr>
        <p:spPr>
          <a:xfrm rot="16200000" flipH="1">
            <a:off x="5926322" y="5125995"/>
            <a:ext cx="806477" cy="61163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C1F37624-524B-12D1-050C-DF8ED915FC97}"/>
              </a:ext>
            </a:extLst>
          </p:cNvPr>
          <p:cNvGrpSpPr/>
          <p:nvPr/>
        </p:nvGrpSpPr>
        <p:grpSpPr>
          <a:xfrm>
            <a:off x="216373" y="5693141"/>
            <a:ext cx="5390963" cy="656798"/>
            <a:chOff x="7845902" y="2009214"/>
            <a:chExt cx="3822700" cy="656798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1BA7524C-513C-CB4D-1813-AAF02AB6AC41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C43EC760-3030-A300-8254-A184A87611C2}"/>
                </a:ext>
              </a:extLst>
            </p:cNvPr>
            <p:cNvSpPr txBox="1"/>
            <p:nvPr/>
          </p:nvSpPr>
          <p:spPr>
            <a:xfrm>
              <a:off x="8023701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Manque de visibilité pour les petites boutiques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21" name="Connecteur : en arc 20">
            <a:extLst>
              <a:ext uri="{FF2B5EF4-FFF2-40B4-BE49-F238E27FC236}">
                <a16:creationId xmlns:a16="http://schemas.microsoft.com/office/drawing/2014/main" id="{20231A55-65BB-4085-699D-5EFFF7D95981}"/>
              </a:ext>
            </a:extLst>
          </p:cNvPr>
          <p:cNvCxnSpPr>
            <a:endCxn id="20" idx="0"/>
          </p:cNvCxnSpPr>
          <p:nvPr/>
        </p:nvCxnSpPr>
        <p:spPr>
          <a:xfrm rot="10800000" flipV="1">
            <a:off x="2911856" y="4148193"/>
            <a:ext cx="2029509" cy="154494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C04F0A5D-4D36-EADE-CB35-1C09DDA52567}"/>
              </a:ext>
            </a:extLst>
          </p:cNvPr>
          <p:cNvGrpSpPr/>
          <p:nvPr/>
        </p:nvGrpSpPr>
        <p:grpSpPr>
          <a:xfrm>
            <a:off x="-5743891" y="2772202"/>
            <a:ext cx="5362892" cy="482600"/>
            <a:chOff x="7845902" y="2009214"/>
            <a:chExt cx="3822700" cy="482600"/>
          </a:xfrm>
        </p:grpSpPr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AB543199-4962-58F8-8C65-0E61758163E7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59F3D70F-4480-177E-0956-EDD9D4EF4846}"/>
                </a:ext>
              </a:extLst>
            </p:cNvPr>
            <p:cNvSpPr txBox="1"/>
            <p:nvPr/>
          </p:nvSpPr>
          <p:spPr>
            <a:xfrm>
              <a:off x="8023701" y="2081237"/>
              <a:ext cx="3467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Manque d’information des Horaires d’ouverture 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04640505-1000-781D-4B5B-80A7D8F7A32B}"/>
              </a:ext>
            </a:extLst>
          </p:cNvPr>
          <p:cNvGrpSpPr/>
          <p:nvPr/>
        </p:nvGrpSpPr>
        <p:grpSpPr>
          <a:xfrm>
            <a:off x="6212114" y="2009214"/>
            <a:ext cx="5456488" cy="656798"/>
            <a:chOff x="7845902" y="2009214"/>
            <a:chExt cx="3822700" cy="656798"/>
          </a:xfrm>
        </p:grpSpPr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48636AF9-58FE-E380-90A1-9CE2AA81B3A6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7E12C83E-A41F-322A-38ED-A0E879E4CD27}"/>
                </a:ext>
              </a:extLst>
            </p:cNvPr>
            <p:cNvSpPr txBox="1"/>
            <p:nvPr/>
          </p:nvSpPr>
          <p:spPr>
            <a:xfrm>
              <a:off x="8023702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Difficulté de trouver la localisation des magasins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33" name="Connecteur : en arc 32">
            <a:extLst>
              <a:ext uri="{FF2B5EF4-FFF2-40B4-BE49-F238E27FC236}">
                <a16:creationId xmlns:a16="http://schemas.microsoft.com/office/drawing/2014/main" id="{FDAE9C6A-B235-2A60-87F2-AAA1EC9A5DB4}"/>
              </a:ext>
            </a:extLst>
          </p:cNvPr>
          <p:cNvCxnSpPr>
            <a:endCxn id="31" idx="1"/>
          </p:cNvCxnSpPr>
          <p:nvPr/>
        </p:nvCxnSpPr>
        <p:spPr>
          <a:xfrm rot="5400000" flipH="1" flipV="1">
            <a:off x="5778556" y="2495704"/>
            <a:ext cx="678747" cy="18836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785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3FFA-C639-CC5B-A3E6-577BA0D8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127C9744-0B70-808A-91E7-32C4F4099C30}"/>
              </a:ext>
            </a:extLst>
          </p:cNvPr>
          <p:cNvSpPr>
            <a:spLocks/>
          </p:cNvSpPr>
          <p:nvPr/>
        </p:nvSpPr>
        <p:spPr>
          <a:xfrm rot="8358566">
            <a:off x="-1356069" y="-3339252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31F8DA98-C6B0-48B6-18A2-88218EBBCE15}"/>
              </a:ext>
            </a:extLst>
          </p:cNvPr>
          <p:cNvGrpSpPr/>
          <p:nvPr/>
        </p:nvGrpSpPr>
        <p:grpSpPr>
          <a:xfrm>
            <a:off x="4941364" y="2929261"/>
            <a:ext cx="2164762" cy="2099312"/>
            <a:chOff x="5353809" y="2038151"/>
            <a:chExt cx="2024640" cy="2026706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2F813981-8F28-C8B8-1A89-B6BAFD2E3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63457FA3-CE92-3AA1-71A6-B422F7FB5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4EEE6FF-4D58-A61F-E170-A35C78A2B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BEA4D8F-2DEB-3769-B8DF-A51DA3F2505C}"/>
              </a:ext>
            </a:extLst>
          </p:cNvPr>
          <p:cNvSpPr txBox="1"/>
          <p:nvPr/>
        </p:nvSpPr>
        <p:spPr>
          <a:xfrm>
            <a:off x="639021" y="886228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53716A3F-AFCD-EE05-0592-EFBA54B32CC6}"/>
              </a:ext>
            </a:extLst>
          </p:cNvPr>
          <p:cNvGrpSpPr/>
          <p:nvPr/>
        </p:nvGrpSpPr>
        <p:grpSpPr>
          <a:xfrm>
            <a:off x="8292726" y="3737617"/>
            <a:ext cx="3375876" cy="482600"/>
            <a:chOff x="7845902" y="2009214"/>
            <a:chExt cx="3822700" cy="482600"/>
          </a:xfrm>
        </p:grpSpPr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6CDA333F-5E0C-CB3B-083D-A95405199A79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EF2E5A52-55AC-1193-ED30-2847693DA554}"/>
                </a:ext>
              </a:extLst>
            </p:cNvPr>
            <p:cNvSpPr txBox="1"/>
            <p:nvPr/>
          </p:nvSpPr>
          <p:spPr>
            <a:xfrm>
              <a:off x="8023702" y="2081237"/>
              <a:ext cx="3467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Difficulté à comparer les prix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22" name="Connecteur : en arc 21">
            <a:extLst>
              <a:ext uri="{FF2B5EF4-FFF2-40B4-BE49-F238E27FC236}">
                <a16:creationId xmlns:a16="http://schemas.microsoft.com/office/drawing/2014/main" id="{1E3319B1-AC2A-7238-DC00-65B71A4D9873}"/>
              </a:ext>
            </a:extLst>
          </p:cNvPr>
          <p:cNvCxnSpPr>
            <a:stCxn id="4" idx="0"/>
            <a:endCxn id="14" idx="1"/>
          </p:cNvCxnSpPr>
          <p:nvPr/>
        </p:nvCxnSpPr>
        <p:spPr>
          <a:xfrm>
            <a:off x="7106126" y="3978917"/>
            <a:ext cx="1186600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2ACBA5C4-2DC7-28FA-CAFD-27DE70446750}"/>
              </a:ext>
            </a:extLst>
          </p:cNvPr>
          <p:cNvGrpSpPr/>
          <p:nvPr/>
        </p:nvGrpSpPr>
        <p:grpSpPr>
          <a:xfrm>
            <a:off x="6635376" y="5593750"/>
            <a:ext cx="5033226" cy="656798"/>
            <a:chOff x="7845902" y="2009214"/>
            <a:chExt cx="3822700" cy="656798"/>
          </a:xfrm>
        </p:grpSpPr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DD95642F-0EBC-C22F-4252-45BC43B3576E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C981C71E-F1F4-D4F0-9483-CBD09E527B7F}"/>
                </a:ext>
              </a:extLst>
            </p:cNvPr>
            <p:cNvSpPr txBox="1"/>
            <p:nvPr/>
          </p:nvSpPr>
          <p:spPr>
            <a:xfrm>
              <a:off x="8023701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Perte de temps à chercher sur plusieurs sites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333A0B3B-65CC-3EEA-EFAD-3B497E7546B2}"/>
              </a:ext>
            </a:extLst>
          </p:cNvPr>
          <p:cNvCxnSpPr>
            <a:stCxn id="4" idx="3"/>
            <a:endCxn id="25" idx="1"/>
          </p:cNvCxnSpPr>
          <p:nvPr/>
        </p:nvCxnSpPr>
        <p:spPr>
          <a:xfrm rot="16200000" flipH="1">
            <a:off x="5926322" y="5125995"/>
            <a:ext cx="806477" cy="61163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FE7342A-E266-1FD1-2215-3B72AD0F3DA1}"/>
              </a:ext>
            </a:extLst>
          </p:cNvPr>
          <p:cNvGrpSpPr/>
          <p:nvPr/>
        </p:nvGrpSpPr>
        <p:grpSpPr>
          <a:xfrm>
            <a:off x="216373" y="5693141"/>
            <a:ext cx="5390963" cy="656798"/>
            <a:chOff x="7845902" y="2009214"/>
            <a:chExt cx="3822700" cy="656798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5E23AB64-5311-3889-2462-D003F967FAC0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5E248D19-C291-62FB-439E-47661CF2D058}"/>
                </a:ext>
              </a:extLst>
            </p:cNvPr>
            <p:cNvSpPr txBox="1"/>
            <p:nvPr/>
          </p:nvSpPr>
          <p:spPr>
            <a:xfrm>
              <a:off x="8023701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Manque de visibilité pour les petites boutiques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21" name="Connecteur : en arc 20">
            <a:extLst>
              <a:ext uri="{FF2B5EF4-FFF2-40B4-BE49-F238E27FC236}">
                <a16:creationId xmlns:a16="http://schemas.microsoft.com/office/drawing/2014/main" id="{3618D5DB-5FB3-3FDC-63E4-D2D729B5CD55}"/>
              </a:ext>
            </a:extLst>
          </p:cNvPr>
          <p:cNvCxnSpPr>
            <a:endCxn id="20" idx="0"/>
          </p:cNvCxnSpPr>
          <p:nvPr/>
        </p:nvCxnSpPr>
        <p:spPr>
          <a:xfrm rot="10800000" flipV="1">
            <a:off x="2911856" y="4148193"/>
            <a:ext cx="2029509" cy="154494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3FD95BBE-AF01-2882-2D83-9A6933B4A8F1}"/>
              </a:ext>
            </a:extLst>
          </p:cNvPr>
          <p:cNvGrpSpPr/>
          <p:nvPr/>
        </p:nvGrpSpPr>
        <p:grpSpPr>
          <a:xfrm>
            <a:off x="112090" y="2599840"/>
            <a:ext cx="5362892" cy="482600"/>
            <a:chOff x="7845902" y="2009214"/>
            <a:chExt cx="3822700" cy="482600"/>
          </a:xfrm>
        </p:grpSpPr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BBA413FC-D1D0-8DDF-7592-5EF8666DF1CE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E27865A3-F741-6FF9-190C-1DAE16B4A9B5}"/>
                </a:ext>
              </a:extLst>
            </p:cNvPr>
            <p:cNvSpPr txBox="1"/>
            <p:nvPr/>
          </p:nvSpPr>
          <p:spPr>
            <a:xfrm>
              <a:off x="8023701" y="2081237"/>
              <a:ext cx="3467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Manque d’information des Horaires d’ouverture 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34" name="Connecteur : en arc 33">
            <a:extLst>
              <a:ext uri="{FF2B5EF4-FFF2-40B4-BE49-F238E27FC236}">
                <a16:creationId xmlns:a16="http://schemas.microsoft.com/office/drawing/2014/main" id="{14203651-0535-3676-7631-6417A7408211}"/>
              </a:ext>
            </a:extLst>
          </p:cNvPr>
          <p:cNvCxnSpPr>
            <a:stCxn id="4" idx="2"/>
            <a:endCxn id="28" idx="2"/>
          </p:cNvCxnSpPr>
          <p:nvPr/>
        </p:nvCxnSpPr>
        <p:spPr>
          <a:xfrm rot="10800000">
            <a:off x="2793536" y="3082441"/>
            <a:ext cx="2147828" cy="89647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CF7B30B6-32D8-5776-1E65-05A93C9EF5CD}"/>
              </a:ext>
            </a:extLst>
          </p:cNvPr>
          <p:cNvSpPr txBox="1"/>
          <p:nvPr/>
        </p:nvSpPr>
        <p:spPr>
          <a:xfrm>
            <a:off x="2553799" y="-658642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F116113-A377-2C92-BA75-DCAECFD6E6DB}"/>
              </a:ext>
            </a:extLst>
          </p:cNvPr>
          <p:cNvSpPr txBox="1"/>
          <p:nvPr/>
        </p:nvSpPr>
        <p:spPr>
          <a:xfrm>
            <a:off x="1632149" y="-1189318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CF0D81E-3E94-FFBD-AA79-78DA81AC53BE}"/>
              </a:ext>
            </a:extLst>
          </p:cNvPr>
          <p:cNvSpPr txBox="1"/>
          <p:nvPr/>
        </p:nvSpPr>
        <p:spPr>
          <a:xfrm>
            <a:off x="734982" y="-1582622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1FCECDE-B335-3C76-878E-B64104D0E005}"/>
              </a:ext>
            </a:extLst>
          </p:cNvPr>
          <p:cNvSpPr txBox="1"/>
          <p:nvPr/>
        </p:nvSpPr>
        <p:spPr>
          <a:xfrm>
            <a:off x="-318718" y="-2076046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C4CC49DC-AD21-D21E-D4B9-EB127BF1AE37}"/>
              </a:ext>
            </a:extLst>
          </p:cNvPr>
          <p:cNvSpPr txBox="1"/>
          <p:nvPr/>
        </p:nvSpPr>
        <p:spPr>
          <a:xfrm>
            <a:off x="388253" y="-2573548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2" name="Zoom de diapositive 41">
                <a:extLst>
                  <a:ext uri="{FF2B5EF4-FFF2-40B4-BE49-F238E27FC236}">
                    <a16:creationId xmlns:a16="http://schemas.microsoft.com/office/drawing/2014/main" id="{AADABE7B-AE1B-49F8-47CF-F9530AC6DDD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5415789"/>
                  </p:ext>
                </p:extLst>
              </p:nvPr>
            </p:nvGraphicFramePr>
            <p:xfrm>
              <a:off x="6238685" y="3686500"/>
              <a:ext cx="81279" cy="45719"/>
            </p:xfrm>
            <a:graphic>
              <a:graphicData uri="http://schemas.microsoft.com/office/powerpoint/2016/slidezoom">
                <pslz:sldZm>
                  <pslz:sldZmObj sldId="273" cId="2999350797">
                    <pslz:zmPr id="{DAF9B3C3-0C66-4EC7-BEFB-5D3090F51EB2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1279" cy="4571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2" name="Zoom de diapositive 41">
                <a:extLst>
                  <a:ext uri="{FF2B5EF4-FFF2-40B4-BE49-F238E27FC236}">
                    <a16:creationId xmlns:a16="http://schemas.microsoft.com/office/drawing/2014/main" id="{AADABE7B-AE1B-49F8-47CF-F9530AC6DD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38685" y="3686500"/>
                <a:ext cx="81279" cy="45719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e 4">
            <a:extLst>
              <a:ext uri="{FF2B5EF4-FFF2-40B4-BE49-F238E27FC236}">
                <a16:creationId xmlns:a16="http://schemas.microsoft.com/office/drawing/2014/main" id="{D5009BCD-CB84-731A-F688-F5CE2656C362}"/>
              </a:ext>
            </a:extLst>
          </p:cNvPr>
          <p:cNvGrpSpPr/>
          <p:nvPr/>
        </p:nvGrpSpPr>
        <p:grpSpPr>
          <a:xfrm>
            <a:off x="6212114" y="2009214"/>
            <a:ext cx="5456488" cy="656798"/>
            <a:chOff x="7845902" y="2009214"/>
            <a:chExt cx="3822700" cy="656798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D01C5950-42A6-22A8-12B2-32C0479AFE55}"/>
                </a:ext>
              </a:extLst>
            </p:cNvPr>
            <p:cNvSpPr/>
            <p:nvPr/>
          </p:nvSpPr>
          <p:spPr>
            <a:xfrm>
              <a:off x="7845902" y="2009214"/>
              <a:ext cx="3822700" cy="482600"/>
            </a:xfrm>
            <a:prstGeom prst="roundRect">
              <a:avLst/>
            </a:prstGeom>
            <a:gradFill>
              <a:gsLst>
                <a:gs pos="0">
                  <a:srgbClr val="2473EB"/>
                </a:gs>
                <a:gs pos="63000">
                  <a:srgbClr val="6336DD"/>
                </a:gs>
                <a:gs pos="25000">
                  <a:srgbClr val="5E31DB"/>
                </a:gs>
                <a:gs pos="91000">
                  <a:srgbClr val="B493F1">
                    <a:lumMod val="88000"/>
                  </a:srgbClr>
                </a:gs>
              </a:gsLst>
              <a:path path="circle">
                <a:fillToRect l="100000" t="10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YT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52E97A64-ABDE-9ABA-761B-9CE6B3B6D9A3}"/>
                </a:ext>
              </a:extLst>
            </p:cNvPr>
            <p:cNvSpPr txBox="1"/>
            <p:nvPr/>
          </p:nvSpPr>
          <p:spPr>
            <a:xfrm>
              <a:off x="8023702" y="2081237"/>
              <a:ext cx="34671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Difficulté de trouver la localisation des magasins</a:t>
              </a:r>
              <a:endParaRPr lang="fr-YT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9" name="Connecteur : en arc 8">
            <a:extLst>
              <a:ext uri="{FF2B5EF4-FFF2-40B4-BE49-F238E27FC236}">
                <a16:creationId xmlns:a16="http://schemas.microsoft.com/office/drawing/2014/main" id="{588D844B-7B07-5736-D8C5-22A4817EB492}"/>
              </a:ext>
            </a:extLst>
          </p:cNvPr>
          <p:cNvCxnSpPr>
            <a:endCxn id="7" idx="1"/>
          </p:cNvCxnSpPr>
          <p:nvPr/>
        </p:nvCxnSpPr>
        <p:spPr>
          <a:xfrm rot="5400000" flipH="1" flipV="1">
            <a:off x="5778556" y="2495704"/>
            <a:ext cx="678747" cy="18836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255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8678-8D09-C7B1-81EE-6241A9F43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32F4F0E2-5142-0E94-B446-3CBD56BE94FB}"/>
              </a:ext>
            </a:extLst>
          </p:cNvPr>
          <p:cNvSpPr>
            <a:spLocks/>
          </p:cNvSpPr>
          <p:nvPr/>
        </p:nvSpPr>
        <p:spPr>
          <a:xfrm rot="8358566">
            <a:off x="3334858" y="414374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6894108-D3D3-7701-ED48-F9AD5E6BE80A}"/>
              </a:ext>
            </a:extLst>
          </p:cNvPr>
          <p:cNvSpPr txBox="1"/>
          <p:nvPr/>
        </p:nvSpPr>
        <p:spPr>
          <a:xfrm>
            <a:off x="-1277786" y="-762674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76BC176-B1C5-81C0-AA9C-F8F0F7755A88}"/>
              </a:ext>
            </a:extLst>
          </p:cNvPr>
          <p:cNvSpPr txBox="1"/>
          <p:nvPr/>
        </p:nvSpPr>
        <p:spPr>
          <a:xfrm>
            <a:off x="4887807" y="2912283"/>
            <a:ext cx="3870705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54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54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902FF3D-05F7-8847-1D76-6D4F8BB285C0}"/>
              </a:ext>
            </a:extLst>
          </p:cNvPr>
          <p:cNvSpPr txBox="1"/>
          <p:nvPr/>
        </p:nvSpPr>
        <p:spPr>
          <a:xfrm>
            <a:off x="1632149" y="-1189318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20E71422-CBB4-5D2C-3BCD-9BEB0F4FE351}"/>
              </a:ext>
            </a:extLst>
          </p:cNvPr>
          <p:cNvSpPr txBox="1"/>
          <p:nvPr/>
        </p:nvSpPr>
        <p:spPr>
          <a:xfrm>
            <a:off x="734982" y="-1582622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CBB1259-90EB-F86E-CE65-9FEB1D7F042E}"/>
              </a:ext>
            </a:extLst>
          </p:cNvPr>
          <p:cNvSpPr txBox="1"/>
          <p:nvPr/>
        </p:nvSpPr>
        <p:spPr>
          <a:xfrm>
            <a:off x="-318718" y="-2076046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EA4A06C4-1906-3257-1BDA-CAE0B29524F0}"/>
              </a:ext>
            </a:extLst>
          </p:cNvPr>
          <p:cNvSpPr txBox="1"/>
          <p:nvPr/>
        </p:nvSpPr>
        <p:spPr>
          <a:xfrm>
            <a:off x="388253" y="-2573548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47C2EDB-92F8-E8E4-331E-EE69B7620EC1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3D6152C4-9CC4-332E-2ADB-E340ACECA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E9A03D3C-960F-8D84-E787-51E93D3FE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19" name="Titre 1">
            <a:extLst>
              <a:ext uri="{FF2B5EF4-FFF2-40B4-BE49-F238E27FC236}">
                <a16:creationId xmlns:a16="http://schemas.microsoft.com/office/drawing/2014/main" id="{25F380A3-B354-A607-9C23-E562ED835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F828874B-F949-0963-D729-BDD8AC517294}"/>
              </a:ext>
            </a:extLst>
          </p:cNvPr>
          <p:cNvSpPr/>
          <p:nvPr/>
        </p:nvSpPr>
        <p:spPr>
          <a:xfrm>
            <a:off x="-3079302" y="3344796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Comparer les prix</a:t>
            </a:r>
          </a:p>
          <a:p>
            <a:pPr algn="ctr"/>
            <a:endParaRPr lang="fr-YT" dirty="0"/>
          </a:p>
        </p:txBody>
      </p:sp>
    </p:spTree>
    <p:extLst>
      <p:ext uri="{BB962C8B-B14F-4D97-AF65-F5344CB8AC3E}">
        <p14:creationId xmlns:p14="http://schemas.microsoft.com/office/powerpoint/2010/main" val="2999350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4BF18-69EE-4B92-5EF3-98CE404E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DEBF8D87-6295-58AE-1DA7-11A264B4A760}"/>
              </a:ext>
            </a:extLst>
          </p:cNvPr>
          <p:cNvSpPr>
            <a:spLocks/>
          </p:cNvSpPr>
          <p:nvPr/>
        </p:nvSpPr>
        <p:spPr>
          <a:xfrm rot="8358566">
            <a:off x="-1356069" y="-3339252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D927D71-8329-ED00-976D-E9A4F5FF4A33}"/>
              </a:ext>
            </a:extLst>
          </p:cNvPr>
          <p:cNvSpPr txBox="1"/>
          <p:nvPr/>
        </p:nvSpPr>
        <p:spPr>
          <a:xfrm>
            <a:off x="-1277786" y="-762674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771C187F-BDBF-DA1B-42FD-60563705888F}"/>
              </a:ext>
            </a:extLst>
          </p:cNvPr>
          <p:cNvSpPr txBox="1"/>
          <p:nvPr/>
        </p:nvSpPr>
        <p:spPr>
          <a:xfrm>
            <a:off x="943075" y="1016817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01A14CD1-5D35-52B3-4995-D1EAEEA5AB3F}"/>
              </a:ext>
            </a:extLst>
          </p:cNvPr>
          <p:cNvSpPr txBox="1"/>
          <p:nvPr/>
        </p:nvSpPr>
        <p:spPr>
          <a:xfrm>
            <a:off x="1632149" y="-1189318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DFA24B9B-594E-D35F-268E-955FCF1D0D5A}"/>
              </a:ext>
            </a:extLst>
          </p:cNvPr>
          <p:cNvSpPr txBox="1"/>
          <p:nvPr/>
        </p:nvSpPr>
        <p:spPr>
          <a:xfrm>
            <a:off x="734982" y="-1582622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60B21E1-3602-3536-1179-61C9C2F257B6}"/>
              </a:ext>
            </a:extLst>
          </p:cNvPr>
          <p:cNvSpPr txBox="1"/>
          <p:nvPr/>
        </p:nvSpPr>
        <p:spPr>
          <a:xfrm>
            <a:off x="-318718" y="-2076046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1C73087-644A-9FEA-25C4-F395EC5CE97E}"/>
              </a:ext>
            </a:extLst>
          </p:cNvPr>
          <p:cNvSpPr txBox="1"/>
          <p:nvPr/>
        </p:nvSpPr>
        <p:spPr>
          <a:xfrm>
            <a:off x="388253" y="-2573548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4A270125-CA89-47A2-687E-2004AFADC41D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53BE84B9-855D-EDC4-9AA6-42A0D9B01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BB0A03BE-891F-1FA4-966C-6D3B1A245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19" name="Titre 1">
            <a:extLst>
              <a:ext uri="{FF2B5EF4-FFF2-40B4-BE49-F238E27FC236}">
                <a16:creationId xmlns:a16="http://schemas.microsoft.com/office/drawing/2014/main" id="{138F8B28-51E0-1DEA-F65A-64B2AE4F5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0F96CE2F-851B-6546-A77E-6326BF4E4B53}"/>
              </a:ext>
            </a:extLst>
          </p:cNvPr>
          <p:cNvSpPr/>
          <p:nvPr/>
        </p:nvSpPr>
        <p:spPr>
          <a:xfrm>
            <a:off x="9780803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Comparer les prix</a:t>
            </a:r>
          </a:p>
          <a:p>
            <a:pPr algn="ctr"/>
            <a:endParaRPr lang="fr-YT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A1A7F28-83A8-C930-292A-99DEFF2C3994}"/>
              </a:ext>
            </a:extLst>
          </p:cNvPr>
          <p:cNvSpPr/>
          <p:nvPr/>
        </p:nvSpPr>
        <p:spPr>
          <a:xfrm>
            <a:off x="-2553918" y="3440046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Trouver tous les magasins</a:t>
            </a:r>
            <a:endParaRPr lang="fr-YT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053FC79-041E-A551-87D8-64C793DFC250}"/>
              </a:ext>
            </a:extLst>
          </p:cNvPr>
          <p:cNvSpPr/>
          <p:nvPr/>
        </p:nvSpPr>
        <p:spPr>
          <a:xfrm>
            <a:off x="-4789118" y="3440046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Chercher les avis de fiabilité</a:t>
            </a:r>
            <a:endParaRPr lang="fr-YT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DC6ACB4-0F9F-9F0B-1F6E-0C75A4BF7F45}"/>
              </a:ext>
            </a:extLst>
          </p:cNvPr>
          <p:cNvSpPr/>
          <p:nvPr/>
        </p:nvSpPr>
        <p:spPr>
          <a:xfrm>
            <a:off x="-7024318" y="3440046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Connaitre la disponibilité du produit dans tous les magasins</a:t>
            </a:r>
            <a:endParaRPr lang="fr-YT" sz="200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10422E4-6F2C-6D3C-FEB3-0ED479F609A1}"/>
              </a:ext>
            </a:extLst>
          </p:cNvPr>
          <p:cNvSpPr/>
          <p:nvPr/>
        </p:nvSpPr>
        <p:spPr>
          <a:xfrm>
            <a:off x="-9259762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Voir les historiques des prix</a:t>
            </a:r>
            <a:endParaRPr lang="fr-YT" sz="2700" dirty="0"/>
          </a:p>
        </p:txBody>
      </p:sp>
    </p:spTree>
    <p:extLst>
      <p:ext uri="{BB962C8B-B14F-4D97-AF65-F5344CB8AC3E}">
        <p14:creationId xmlns:p14="http://schemas.microsoft.com/office/powerpoint/2010/main" val="14434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38FA-1AC9-F863-123E-7632E0AA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4F423B15-61A7-85CC-AE91-3B6074CB5021}"/>
              </a:ext>
            </a:extLst>
          </p:cNvPr>
          <p:cNvSpPr>
            <a:spLocks/>
          </p:cNvSpPr>
          <p:nvPr/>
        </p:nvSpPr>
        <p:spPr>
          <a:xfrm rot="8358566">
            <a:off x="-1356069" y="-3339252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779D9DA-7CCC-BE9D-EBBF-9E91EDBCE3A2}"/>
              </a:ext>
            </a:extLst>
          </p:cNvPr>
          <p:cNvSpPr txBox="1"/>
          <p:nvPr/>
        </p:nvSpPr>
        <p:spPr>
          <a:xfrm>
            <a:off x="-1277786" y="-762674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FE11304-2F7E-4282-4109-C9885683B4C7}"/>
              </a:ext>
            </a:extLst>
          </p:cNvPr>
          <p:cNvSpPr txBox="1"/>
          <p:nvPr/>
        </p:nvSpPr>
        <p:spPr>
          <a:xfrm>
            <a:off x="943075" y="1016817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323B89E-8DF8-D482-82EA-6AA3B97DC314}"/>
              </a:ext>
            </a:extLst>
          </p:cNvPr>
          <p:cNvSpPr txBox="1"/>
          <p:nvPr/>
        </p:nvSpPr>
        <p:spPr>
          <a:xfrm>
            <a:off x="1632149" y="-1189318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33CAFB7-DD1B-6900-0F34-17F47DDB158A}"/>
              </a:ext>
            </a:extLst>
          </p:cNvPr>
          <p:cNvSpPr txBox="1"/>
          <p:nvPr/>
        </p:nvSpPr>
        <p:spPr>
          <a:xfrm>
            <a:off x="734982" y="-1582622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7237D007-5ABE-A780-F9A7-AD8FA654C962}"/>
              </a:ext>
            </a:extLst>
          </p:cNvPr>
          <p:cNvSpPr txBox="1"/>
          <p:nvPr/>
        </p:nvSpPr>
        <p:spPr>
          <a:xfrm>
            <a:off x="-318718" y="-2076046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E1CF001-059E-BD04-0719-28BA9EB19738}"/>
              </a:ext>
            </a:extLst>
          </p:cNvPr>
          <p:cNvSpPr txBox="1"/>
          <p:nvPr/>
        </p:nvSpPr>
        <p:spPr>
          <a:xfrm>
            <a:off x="388253" y="-2573548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95AA21EE-00B9-A786-2FE6-EBC8190537A0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EF8FA149-A4D7-1655-35AA-23E1B92A4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3772092E-EED0-5934-F7B5-11D862963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19" name="Titre 1">
            <a:extLst>
              <a:ext uri="{FF2B5EF4-FFF2-40B4-BE49-F238E27FC236}">
                <a16:creationId xmlns:a16="http://schemas.microsoft.com/office/drawing/2014/main" id="{99812126-B454-BE5C-5AD9-1DCF0FDEB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889CA35A-BB84-E130-0C56-7A8A984344AB}"/>
              </a:ext>
            </a:extLst>
          </p:cNvPr>
          <p:cNvSpPr/>
          <p:nvPr/>
        </p:nvSpPr>
        <p:spPr>
          <a:xfrm>
            <a:off x="9780803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Comparer les prix</a:t>
            </a:r>
          </a:p>
          <a:p>
            <a:pPr algn="ctr"/>
            <a:endParaRPr lang="fr-YT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887A7201-D95D-F0CD-1D1D-B6A3889F781D}"/>
              </a:ext>
            </a:extLst>
          </p:cNvPr>
          <p:cNvSpPr/>
          <p:nvPr/>
        </p:nvSpPr>
        <p:spPr>
          <a:xfrm>
            <a:off x="7381727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Trouver tous les magasins</a:t>
            </a:r>
            <a:endParaRPr lang="fr-YT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0BE296E-C02F-C1B7-975F-B186A0A5723E}"/>
              </a:ext>
            </a:extLst>
          </p:cNvPr>
          <p:cNvSpPr/>
          <p:nvPr/>
        </p:nvSpPr>
        <p:spPr>
          <a:xfrm>
            <a:off x="-4789118" y="3440046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Chercher les avis de fiabilité</a:t>
            </a:r>
            <a:endParaRPr lang="fr-YT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343A7C9-0097-9C0F-8910-E1F96C63F2F5}"/>
              </a:ext>
            </a:extLst>
          </p:cNvPr>
          <p:cNvSpPr/>
          <p:nvPr/>
        </p:nvSpPr>
        <p:spPr>
          <a:xfrm>
            <a:off x="-7024318" y="3440046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Connaitre la disponibilité du produit dans tous les magasins</a:t>
            </a:r>
            <a:endParaRPr lang="fr-YT" sz="200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CC14783-3CB4-5FF0-3C2C-2D4520D7BA59}"/>
              </a:ext>
            </a:extLst>
          </p:cNvPr>
          <p:cNvSpPr/>
          <p:nvPr/>
        </p:nvSpPr>
        <p:spPr>
          <a:xfrm>
            <a:off x="-9259762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Voir les historiques des prix</a:t>
            </a:r>
            <a:endParaRPr lang="fr-YT" sz="2700" dirty="0"/>
          </a:p>
        </p:txBody>
      </p:sp>
      <p:cxnSp>
        <p:nvCxnSpPr>
          <p:cNvPr id="13" name="Connecteur : en arc 12">
            <a:extLst>
              <a:ext uri="{FF2B5EF4-FFF2-40B4-BE49-F238E27FC236}">
                <a16:creationId xmlns:a16="http://schemas.microsoft.com/office/drawing/2014/main" id="{6C9DC6A4-1EDB-92E2-6FBA-7143C1ED78B3}"/>
              </a:ext>
            </a:extLst>
          </p:cNvPr>
          <p:cNvCxnSpPr>
            <a:stCxn id="62" idx="0"/>
            <a:endCxn id="2" idx="0"/>
          </p:cNvCxnSpPr>
          <p:nvPr/>
        </p:nvCxnSpPr>
        <p:spPr>
          <a:xfrm rot="16200000" flipV="1">
            <a:off x="9698865" y="2229462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767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6394-3C42-867B-3995-1A2C95B7D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63DF7236-EA95-9F43-843B-8EE38D5FB56A}"/>
              </a:ext>
            </a:extLst>
          </p:cNvPr>
          <p:cNvSpPr>
            <a:spLocks/>
          </p:cNvSpPr>
          <p:nvPr/>
        </p:nvSpPr>
        <p:spPr>
          <a:xfrm rot="8358566">
            <a:off x="-1356069" y="-3339252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405BB07-7820-32D2-3185-53351B50F819}"/>
              </a:ext>
            </a:extLst>
          </p:cNvPr>
          <p:cNvSpPr txBox="1"/>
          <p:nvPr/>
        </p:nvSpPr>
        <p:spPr>
          <a:xfrm>
            <a:off x="-1277786" y="-762674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83738A4-BE41-4CF5-D162-62F5CBCD2AB8}"/>
              </a:ext>
            </a:extLst>
          </p:cNvPr>
          <p:cNvSpPr txBox="1"/>
          <p:nvPr/>
        </p:nvSpPr>
        <p:spPr>
          <a:xfrm>
            <a:off x="943075" y="1016817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B02F0C5-6006-0AC9-21F0-2C46989BAE12}"/>
              </a:ext>
            </a:extLst>
          </p:cNvPr>
          <p:cNvSpPr txBox="1"/>
          <p:nvPr/>
        </p:nvSpPr>
        <p:spPr>
          <a:xfrm>
            <a:off x="1632149" y="-1189318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8DE89B36-DF82-BA5F-C6C9-5E658B37D359}"/>
              </a:ext>
            </a:extLst>
          </p:cNvPr>
          <p:cNvSpPr txBox="1"/>
          <p:nvPr/>
        </p:nvSpPr>
        <p:spPr>
          <a:xfrm>
            <a:off x="734982" y="-1582622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FD908A9-AC9B-4718-AD87-12D136480ED1}"/>
              </a:ext>
            </a:extLst>
          </p:cNvPr>
          <p:cNvSpPr txBox="1"/>
          <p:nvPr/>
        </p:nvSpPr>
        <p:spPr>
          <a:xfrm>
            <a:off x="-318718" y="-2076046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EC0F606-9056-52D3-ED65-897B6F8FEAB2}"/>
              </a:ext>
            </a:extLst>
          </p:cNvPr>
          <p:cNvSpPr txBox="1"/>
          <p:nvPr/>
        </p:nvSpPr>
        <p:spPr>
          <a:xfrm>
            <a:off x="388253" y="-2573548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B6481074-1044-558B-27FF-197F90EBB238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218258C9-0CEE-9C9D-79FB-B3223FD86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9101E8B7-ABF0-07C8-4EAD-CC41A0ABF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19" name="Titre 1">
            <a:extLst>
              <a:ext uri="{FF2B5EF4-FFF2-40B4-BE49-F238E27FC236}">
                <a16:creationId xmlns:a16="http://schemas.microsoft.com/office/drawing/2014/main" id="{E692C8E0-FD7A-11A6-C445-C02A53B58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B294C04E-999B-7707-DAC3-2BBA78D83D68}"/>
              </a:ext>
            </a:extLst>
          </p:cNvPr>
          <p:cNvSpPr/>
          <p:nvPr/>
        </p:nvSpPr>
        <p:spPr>
          <a:xfrm>
            <a:off x="9780803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Comparer les prix</a:t>
            </a:r>
          </a:p>
          <a:p>
            <a:pPr algn="ctr"/>
            <a:endParaRPr lang="fr-YT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4F38D9C1-D932-3526-AC10-C2463652BEED}"/>
              </a:ext>
            </a:extLst>
          </p:cNvPr>
          <p:cNvSpPr/>
          <p:nvPr/>
        </p:nvSpPr>
        <p:spPr>
          <a:xfrm>
            <a:off x="7381727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Trouver tous les magasins</a:t>
            </a:r>
            <a:endParaRPr lang="fr-YT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AFAE6A3-1A9A-38CC-D74D-043DE0505B43}"/>
              </a:ext>
            </a:extLst>
          </p:cNvPr>
          <p:cNvSpPr/>
          <p:nvPr/>
        </p:nvSpPr>
        <p:spPr>
          <a:xfrm>
            <a:off x="4978400" y="3393942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Chercher les avis de fiabilité</a:t>
            </a:r>
            <a:endParaRPr lang="fr-YT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16E15CA-E701-6B2E-2C30-B908DF65E4E6}"/>
              </a:ext>
            </a:extLst>
          </p:cNvPr>
          <p:cNvSpPr/>
          <p:nvPr/>
        </p:nvSpPr>
        <p:spPr>
          <a:xfrm>
            <a:off x="-7024318" y="3440046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Connaitre la disponibilité du produit dans tous les magasins</a:t>
            </a:r>
            <a:endParaRPr lang="fr-YT" sz="200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70EB8AA-47EC-9F55-DE09-3DC2DC9293A0}"/>
              </a:ext>
            </a:extLst>
          </p:cNvPr>
          <p:cNvSpPr/>
          <p:nvPr/>
        </p:nvSpPr>
        <p:spPr>
          <a:xfrm>
            <a:off x="-9259762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Voir les historiques des prix</a:t>
            </a:r>
            <a:endParaRPr lang="fr-YT" sz="2700" dirty="0"/>
          </a:p>
        </p:txBody>
      </p:sp>
      <p:cxnSp>
        <p:nvCxnSpPr>
          <p:cNvPr id="6" name="Connecteur : en arc 5">
            <a:extLst>
              <a:ext uri="{FF2B5EF4-FFF2-40B4-BE49-F238E27FC236}">
                <a16:creationId xmlns:a16="http://schemas.microsoft.com/office/drawing/2014/main" id="{877B8536-EDAD-B44A-23C6-97958CBDF62C}"/>
              </a:ext>
            </a:extLst>
          </p:cNvPr>
          <p:cNvCxnSpPr/>
          <p:nvPr/>
        </p:nvCxnSpPr>
        <p:spPr>
          <a:xfrm rot="16200000" flipV="1">
            <a:off x="9698865" y="2229462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eur : en arc 6">
            <a:extLst>
              <a:ext uri="{FF2B5EF4-FFF2-40B4-BE49-F238E27FC236}">
                <a16:creationId xmlns:a16="http://schemas.microsoft.com/office/drawing/2014/main" id="{E990ECB8-8FCF-08F7-8EB3-CC6BB7105BBF}"/>
              </a:ext>
            </a:extLst>
          </p:cNvPr>
          <p:cNvCxnSpPr/>
          <p:nvPr/>
        </p:nvCxnSpPr>
        <p:spPr>
          <a:xfrm rot="16200000" flipV="1">
            <a:off x="7289188" y="2229462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817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D030B-90B0-41DE-3ECF-971E492B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53169F9B-2592-4392-2161-ADDE6B55A215}"/>
              </a:ext>
            </a:extLst>
          </p:cNvPr>
          <p:cNvSpPr>
            <a:spLocks/>
          </p:cNvSpPr>
          <p:nvPr/>
        </p:nvSpPr>
        <p:spPr>
          <a:xfrm rot="8358566">
            <a:off x="-1356069" y="-3339252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961D7E2-50D6-04D7-47B2-73A8531541C6}"/>
              </a:ext>
            </a:extLst>
          </p:cNvPr>
          <p:cNvSpPr txBox="1"/>
          <p:nvPr/>
        </p:nvSpPr>
        <p:spPr>
          <a:xfrm>
            <a:off x="-1277786" y="-762674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E74DB8E-03C2-9D00-F435-CBA2A72F1D4F}"/>
              </a:ext>
            </a:extLst>
          </p:cNvPr>
          <p:cNvSpPr txBox="1"/>
          <p:nvPr/>
        </p:nvSpPr>
        <p:spPr>
          <a:xfrm>
            <a:off x="943075" y="1016817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88E63B0-D438-4EBF-261F-24DBFF33D78E}"/>
              </a:ext>
            </a:extLst>
          </p:cNvPr>
          <p:cNvSpPr txBox="1"/>
          <p:nvPr/>
        </p:nvSpPr>
        <p:spPr>
          <a:xfrm>
            <a:off x="1632149" y="-1189318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1BB7E50-A485-3825-AE99-B98E900E1EFC}"/>
              </a:ext>
            </a:extLst>
          </p:cNvPr>
          <p:cNvSpPr txBox="1"/>
          <p:nvPr/>
        </p:nvSpPr>
        <p:spPr>
          <a:xfrm>
            <a:off x="734982" y="-1582622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6ED2ACD-8A20-BC38-68B0-EE9BDA8FCA53}"/>
              </a:ext>
            </a:extLst>
          </p:cNvPr>
          <p:cNvSpPr txBox="1"/>
          <p:nvPr/>
        </p:nvSpPr>
        <p:spPr>
          <a:xfrm>
            <a:off x="-318718" y="-2076046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60E6AE2-959D-F549-8405-22354C5B8ECF}"/>
              </a:ext>
            </a:extLst>
          </p:cNvPr>
          <p:cNvSpPr txBox="1"/>
          <p:nvPr/>
        </p:nvSpPr>
        <p:spPr>
          <a:xfrm>
            <a:off x="388253" y="-2573548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29CE60C-6819-87A6-D4A2-AF666CBA63E3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03570CE5-0CA8-2F54-33D0-E3DC5EB4B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94B361E4-0039-FAC4-4E4B-095A37656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19" name="Titre 1">
            <a:extLst>
              <a:ext uri="{FF2B5EF4-FFF2-40B4-BE49-F238E27FC236}">
                <a16:creationId xmlns:a16="http://schemas.microsoft.com/office/drawing/2014/main" id="{706387C7-73CD-A76A-BA16-FE61110CD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EB316D3F-5AD7-3D7F-A9D5-EE8B49AB2234}"/>
              </a:ext>
            </a:extLst>
          </p:cNvPr>
          <p:cNvSpPr/>
          <p:nvPr/>
        </p:nvSpPr>
        <p:spPr>
          <a:xfrm>
            <a:off x="9780803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Comparer les prix</a:t>
            </a:r>
          </a:p>
          <a:p>
            <a:pPr algn="ctr"/>
            <a:endParaRPr lang="fr-YT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393A87A-B790-C649-876A-0025FB56D476}"/>
              </a:ext>
            </a:extLst>
          </p:cNvPr>
          <p:cNvSpPr/>
          <p:nvPr/>
        </p:nvSpPr>
        <p:spPr>
          <a:xfrm>
            <a:off x="7381727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Trouver tous les magasins</a:t>
            </a:r>
            <a:endParaRPr lang="fr-YT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248123D-C372-0C85-9B6F-0319B32F563F}"/>
              </a:ext>
            </a:extLst>
          </p:cNvPr>
          <p:cNvSpPr/>
          <p:nvPr/>
        </p:nvSpPr>
        <p:spPr>
          <a:xfrm>
            <a:off x="4978400" y="3393942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Chercher les avis de fiabilité</a:t>
            </a:r>
            <a:endParaRPr lang="fr-YT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93D5E94-FE2F-BEC0-4FA5-BC292504447D}"/>
              </a:ext>
            </a:extLst>
          </p:cNvPr>
          <p:cNvSpPr/>
          <p:nvPr/>
        </p:nvSpPr>
        <p:spPr>
          <a:xfrm>
            <a:off x="2575073" y="3363466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Connaitre la disponibilité du produit dans tous les magasins</a:t>
            </a:r>
            <a:endParaRPr lang="fr-YT" sz="200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857056A-2513-1AF0-9EEC-ABDCC1159836}"/>
              </a:ext>
            </a:extLst>
          </p:cNvPr>
          <p:cNvSpPr/>
          <p:nvPr/>
        </p:nvSpPr>
        <p:spPr>
          <a:xfrm>
            <a:off x="-9259762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Voir les historiques des prix</a:t>
            </a:r>
            <a:endParaRPr lang="fr-YT" sz="2700" dirty="0"/>
          </a:p>
        </p:txBody>
      </p:sp>
      <p:cxnSp>
        <p:nvCxnSpPr>
          <p:cNvPr id="6" name="Connecteur : en arc 5">
            <a:extLst>
              <a:ext uri="{FF2B5EF4-FFF2-40B4-BE49-F238E27FC236}">
                <a16:creationId xmlns:a16="http://schemas.microsoft.com/office/drawing/2014/main" id="{38AE7717-5CE1-1BBA-346C-D3E94B3F3919}"/>
              </a:ext>
            </a:extLst>
          </p:cNvPr>
          <p:cNvCxnSpPr/>
          <p:nvPr/>
        </p:nvCxnSpPr>
        <p:spPr>
          <a:xfrm rot="16200000" flipV="1">
            <a:off x="9698865" y="2229462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eur : en arc 6">
            <a:extLst>
              <a:ext uri="{FF2B5EF4-FFF2-40B4-BE49-F238E27FC236}">
                <a16:creationId xmlns:a16="http://schemas.microsoft.com/office/drawing/2014/main" id="{DD532AA5-D389-BF55-519C-0A3C0BAAD494}"/>
              </a:ext>
            </a:extLst>
          </p:cNvPr>
          <p:cNvCxnSpPr/>
          <p:nvPr/>
        </p:nvCxnSpPr>
        <p:spPr>
          <a:xfrm rot="16200000" flipV="1">
            <a:off x="7299789" y="2210146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D7ADFEEB-58A0-5C15-B248-F85C886321D5}"/>
              </a:ext>
            </a:extLst>
          </p:cNvPr>
          <p:cNvCxnSpPr/>
          <p:nvPr/>
        </p:nvCxnSpPr>
        <p:spPr>
          <a:xfrm rot="16200000" flipV="1">
            <a:off x="4900713" y="2191646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607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4CDE-E9E8-485E-BAEA-4A93B997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B79806B3-4AD2-8F3E-F96F-021DAD5B3B65}"/>
              </a:ext>
            </a:extLst>
          </p:cNvPr>
          <p:cNvSpPr>
            <a:spLocks/>
          </p:cNvSpPr>
          <p:nvPr/>
        </p:nvSpPr>
        <p:spPr>
          <a:xfrm rot="8358566">
            <a:off x="-1356069" y="-3339252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417633D-6810-1FEB-1D91-36097B0F95CB}"/>
              </a:ext>
            </a:extLst>
          </p:cNvPr>
          <p:cNvSpPr txBox="1"/>
          <p:nvPr/>
        </p:nvSpPr>
        <p:spPr>
          <a:xfrm>
            <a:off x="-1277786" y="-762674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7EC2FE5-D55D-A1C0-B46E-DAA074D0CE63}"/>
              </a:ext>
            </a:extLst>
          </p:cNvPr>
          <p:cNvSpPr txBox="1"/>
          <p:nvPr/>
        </p:nvSpPr>
        <p:spPr>
          <a:xfrm>
            <a:off x="943075" y="1016817"/>
            <a:ext cx="3609104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effectLst/>
                <a:latin typeface="Jumble" panose="02000503000000020004" pitchFamily="2" charset="0"/>
              </a:rPr>
              <a:t>Besoins</a:t>
            </a:r>
            <a:endParaRPr lang="fr-YT" sz="32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811863B1-265E-BC54-B53B-4C6C6E9DC327}"/>
              </a:ext>
            </a:extLst>
          </p:cNvPr>
          <p:cNvSpPr txBox="1"/>
          <p:nvPr/>
        </p:nvSpPr>
        <p:spPr>
          <a:xfrm>
            <a:off x="1632149" y="-1189318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8ADDE5B-CB28-A0A8-EE0F-3585FC846778}"/>
              </a:ext>
            </a:extLst>
          </p:cNvPr>
          <p:cNvSpPr txBox="1"/>
          <p:nvPr/>
        </p:nvSpPr>
        <p:spPr>
          <a:xfrm>
            <a:off x="734982" y="-1582622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F7E8AC4D-B56B-B884-B5B5-5BC5E8BB1C65}"/>
              </a:ext>
            </a:extLst>
          </p:cNvPr>
          <p:cNvSpPr txBox="1"/>
          <p:nvPr/>
        </p:nvSpPr>
        <p:spPr>
          <a:xfrm>
            <a:off x="-318718" y="-2076046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0A4B2114-1AE4-924E-F45F-85344ED962A3}"/>
              </a:ext>
            </a:extLst>
          </p:cNvPr>
          <p:cNvSpPr txBox="1"/>
          <p:nvPr/>
        </p:nvSpPr>
        <p:spPr>
          <a:xfrm>
            <a:off x="388253" y="-2573548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589C27C-3245-6B98-28F7-4E451655B08F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955F340A-73EB-F981-74F7-305390884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90A9AE78-1D58-627D-C377-FD2F681A0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19" name="Titre 1">
            <a:extLst>
              <a:ext uri="{FF2B5EF4-FFF2-40B4-BE49-F238E27FC236}">
                <a16:creationId xmlns:a16="http://schemas.microsoft.com/office/drawing/2014/main" id="{00B18503-B9A6-0DDA-1A00-19946AB4F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984E10B3-B274-43C4-D954-F3D559D925CB}"/>
              </a:ext>
            </a:extLst>
          </p:cNvPr>
          <p:cNvSpPr/>
          <p:nvPr/>
        </p:nvSpPr>
        <p:spPr>
          <a:xfrm>
            <a:off x="9780803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Comparer les prix</a:t>
            </a:r>
          </a:p>
          <a:p>
            <a:pPr algn="ctr"/>
            <a:endParaRPr lang="fr-YT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184BD29D-F1A5-C90B-9E90-7BDDBCD08CBC}"/>
              </a:ext>
            </a:extLst>
          </p:cNvPr>
          <p:cNvSpPr/>
          <p:nvPr/>
        </p:nvSpPr>
        <p:spPr>
          <a:xfrm>
            <a:off x="7381727" y="342900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Trouver tous les magasins</a:t>
            </a:r>
            <a:endParaRPr lang="fr-YT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A797DF0-E4BE-38E0-A92A-D150E258BCCB}"/>
              </a:ext>
            </a:extLst>
          </p:cNvPr>
          <p:cNvSpPr/>
          <p:nvPr/>
        </p:nvSpPr>
        <p:spPr>
          <a:xfrm>
            <a:off x="4978400" y="3393942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Chercher les avis de fiabilité</a:t>
            </a:r>
            <a:endParaRPr lang="fr-YT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1CB636B-92D2-BA99-33E1-B321B863F0D4}"/>
              </a:ext>
            </a:extLst>
          </p:cNvPr>
          <p:cNvSpPr/>
          <p:nvPr/>
        </p:nvSpPr>
        <p:spPr>
          <a:xfrm>
            <a:off x="2585674" y="3368542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Connaitre la disponibilité du produit dans tous les magasins</a:t>
            </a:r>
            <a:endParaRPr lang="fr-YT" sz="200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B368F5A-E017-DF0A-8A10-915A93A3BEBA}"/>
              </a:ext>
            </a:extLst>
          </p:cNvPr>
          <p:cNvSpPr/>
          <p:nvPr/>
        </p:nvSpPr>
        <p:spPr>
          <a:xfrm>
            <a:off x="169647" y="3368542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Voir les historiques des prix</a:t>
            </a:r>
            <a:endParaRPr lang="fr-YT" sz="2700" dirty="0"/>
          </a:p>
        </p:txBody>
      </p:sp>
      <p:cxnSp>
        <p:nvCxnSpPr>
          <p:cNvPr id="6" name="Connecteur : en arc 5">
            <a:extLst>
              <a:ext uri="{FF2B5EF4-FFF2-40B4-BE49-F238E27FC236}">
                <a16:creationId xmlns:a16="http://schemas.microsoft.com/office/drawing/2014/main" id="{A3C0BE82-4B21-8A7B-6963-643D3F8A5997}"/>
              </a:ext>
            </a:extLst>
          </p:cNvPr>
          <p:cNvCxnSpPr/>
          <p:nvPr/>
        </p:nvCxnSpPr>
        <p:spPr>
          <a:xfrm rot="16200000" flipV="1">
            <a:off x="9698865" y="2229462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eur : en arc 6">
            <a:extLst>
              <a:ext uri="{FF2B5EF4-FFF2-40B4-BE49-F238E27FC236}">
                <a16:creationId xmlns:a16="http://schemas.microsoft.com/office/drawing/2014/main" id="{E8D45A61-138A-F161-14B1-81B79F437C77}"/>
              </a:ext>
            </a:extLst>
          </p:cNvPr>
          <p:cNvCxnSpPr/>
          <p:nvPr/>
        </p:nvCxnSpPr>
        <p:spPr>
          <a:xfrm rot="16200000" flipV="1">
            <a:off x="7289188" y="2213454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E7EC5B69-A55D-A76E-48FE-DBFF13B1C9D9}"/>
              </a:ext>
            </a:extLst>
          </p:cNvPr>
          <p:cNvCxnSpPr/>
          <p:nvPr/>
        </p:nvCxnSpPr>
        <p:spPr>
          <a:xfrm rot="16200000" flipV="1">
            <a:off x="4890112" y="2188054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cteur : en arc 11">
            <a:extLst>
              <a:ext uri="{FF2B5EF4-FFF2-40B4-BE49-F238E27FC236}">
                <a16:creationId xmlns:a16="http://schemas.microsoft.com/office/drawing/2014/main" id="{330D17E8-0F82-F92F-5029-F43191EBE19B}"/>
              </a:ext>
            </a:extLst>
          </p:cNvPr>
          <p:cNvCxnSpPr/>
          <p:nvPr/>
        </p:nvCxnSpPr>
        <p:spPr>
          <a:xfrm rot="16200000" flipV="1">
            <a:off x="2479359" y="2191095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597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FA0C8-FF93-8FDD-90B4-6FF84577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C95566DB-FB79-48DD-6CF9-D8F518C33C80}"/>
              </a:ext>
            </a:extLst>
          </p:cNvPr>
          <p:cNvSpPr>
            <a:spLocks/>
          </p:cNvSpPr>
          <p:nvPr/>
        </p:nvSpPr>
        <p:spPr>
          <a:xfrm rot="8358566">
            <a:off x="3213099" y="523101"/>
            <a:ext cx="5765800" cy="5811798"/>
          </a:xfrm>
          <a:prstGeom prst="flowChartConnector">
            <a:avLst/>
          </a:prstGeom>
          <a:gradFill flip="none" rotWithShape="1">
            <a:gsLst>
              <a:gs pos="45000">
                <a:srgbClr val="0D0D3E">
                  <a:alpha val="59000"/>
                </a:srgbClr>
              </a:gs>
              <a:gs pos="28000">
                <a:srgbClr val="29288B"/>
              </a:gs>
              <a:gs pos="92000">
                <a:srgbClr val="B493F1">
                  <a:lumMod val="8800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0">
            <a:solidFill>
              <a:srgbClr val="5E31DB">
                <a:alpha val="0"/>
              </a:srgbClr>
            </a:solidFill>
          </a:ln>
          <a:scene3d>
            <a:camera prst="orthographicFront"/>
            <a:lightRig rig="threePt" dir="t"/>
          </a:scene3d>
          <a:sp3d prstMaterial="metal"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YT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9141EFA-C979-29F1-BE6A-0C279D517047}"/>
              </a:ext>
            </a:extLst>
          </p:cNvPr>
          <p:cNvSpPr txBox="1"/>
          <p:nvPr/>
        </p:nvSpPr>
        <p:spPr>
          <a:xfrm>
            <a:off x="-1277786" y="-762674"/>
            <a:ext cx="3477347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YT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Problèmes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138AC54-C6FE-5158-A314-9D229B14F291}"/>
              </a:ext>
            </a:extLst>
          </p:cNvPr>
          <p:cNvSpPr txBox="1"/>
          <p:nvPr/>
        </p:nvSpPr>
        <p:spPr>
          <a:xfrm>
            <a:off x="4106558" y="2966647"/>
            <a:ext cx="4209279" cy="1047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5400" b="1" kern="100" dirty="0">
                <a:effectLst/>
                <a:latin typeface="Jumble" panose="02000503000000020004" pitchFamily="2" charset="0"/>
              </a:rPr>
              <a:t>Utilisateurs</a:t>
            </a:r>
            <a:endParaRPr lang="fr-YT" sz="5400" b="1" kern="100" dirty="0">
              <a:effectLst/>
              <a:latin typeface="Jumble" panose="02000503000000020004" pitchFamily="2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F8EABB5-C42E-F4A7-6ADD-37E75F980FA3}"/>
              </a:ext>
            </a:extLst>
          </p:cNvPr>
          <p:cNvSpPr txBox="1"/>
          <p:nvPr/>
        </p:nvSpPr>
        <p:spPr>
          <a:xfrm>
            <a:off x="1632149" y="-1189318"/>
            <a:ext cx="38707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Utilisateurs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B2184C4-B08E-BF6E-51AB-DC0AC7737B3B}"/>
              </a:ext>
            </a:extLst>
          </p:cNvPr>
          <p:cNvSpPr txBox="1"/>
          <p:nvPr/>
        </p:nvSpPr>
        <p:spPr>
          <a:xfrm>
            <a:off x="734982" y="-1582622"/>
            <a:ext cx="407819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Fonctionnalités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E79E5EF-764E-AA38-1435-C2225FF49050}"/>
              </a:ext>
            </a:extLst>
          </p:cNvPr>
          <p:cNvSpPr txBox="1"/>
          <p:nvPr/>
        </p:nvSpPr>
        <p:spPr>
          <a:xfrm>
            <a:off x="-318718" y="-2076046"/>
            <a:ext cx="5132248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Évolutions possibles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C4E7C676-7024-8EB6-0471-BDFBC42FF641}"/>
              </a:ext>
            </a:extLst>
          </p:cNvPr>
          <p:cNvSpPr txBox="1"/>
          <p:nvPr/>
        </p:nvSpPr>
        <p:spPr>
          <a:xfrm>
            <a:off x="388253" y="-2573548"/>
            <a:ext cx="3718305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fr-FR" sz="3200" b="1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Jumble" panose="02000503000000020004" pitchFamily="2" charset="0"/>
              </a:rPr>
              <a:t>Valeur ajoutée</a:t>
            </a:r>
            <a:endParaRPr lang="fr-YT" sz="3200" b="1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Jumble" panose="02000503000000020004" pitchFamily="2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E3E1E956-CDF2-509E-8CD5-6A624C340721}"/>
              </a:ext>
            </a:extLst>
          </p:cNvPr>
          <p:cNvGrpSpPr/>
          <p:nvPr/>
        </p:nvGrpSpPr>
        <p:grpSpPr>
          <a:xfrm>
            <a:off x="10430352" y="250370"/>
            <a:ext cx="671924" cy="635857"/>
            <a:chOff x="5353809" y="2038151"/>
            <a:chExt cx="2024640" cy="2026706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DCF4E806-7E83-7B07-A89C-56E8DD8DD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9834" y="2038151"/>
              <a:ext cx="1228615" cy="1228615"/>
            </a:xfrm>
            <a:prstGeom prst="rect">
              <a:avLst/>
            </a:prstGeom>
          </p:spPr>
        </p:pic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8A1403A7-F463-3964-9D46-C5C293C5C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352776" y="2039184"/>
              <a:ext cx="2026706" cy="2024640"/>
            </a:xfrm>
            <a:prstGeom prst="rect">
              <a:avLst/>
            </a:prstGeom>
          </p:spPr>
        </p:pic>
      </p:grpSp>
      <p:sp>
        <p:nvSpPr>
          <p:cNvPr id="19" name="Titre 1">
            <a:extLst>
              <a:ext uri="{FF2B5EF4-FFF2-40B4-BE49-F238E27FC236}">
                <a16:creationId xmlns:a16="http://schemas.microsoft.com/office/drawing/2014/main" id="{02CA80BD-D82A-E1FB-6A5B-5C8699BE4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8363" y="250371"/>
            <a:ext cx="2295903" cy="635857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rte" panose="03060902040502070203" pitchFamily="66" charset="0"/>
              </a:rPr>
              <a:t>MAY</a:t>
            </a:r>
            <a:r>
              <a:rPr lang="fr-FR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</a:rPr>
              <a:t>’</a:t>
            </a:r>
            <a:r>
              <a:rPr lang="fr-FR" sz="3200" b="1" dirty="0">
                <a:solidFill>
                  <a:srgbClr val="0D0D3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rlow Solid Italic" panose="04030604020F02020D02" pitchFamily="82" charset="0"/>
                <a:cs typeface="Dreaming Outloud Pro" panose="020F0502020204030204" pitchFamily="66" charset="0"/>
              </a:rPr>
              <a:t>Deals</a:t>
            </a:r>
            <a:endParaRPr lang="fr-YT" sz="3200" b="1" dirty="0">
              <a:solidFill>
                <a:srgbClr val="0D0D3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rlow Solid Italic" panose="04030604020F02020D02" pitchFamily="82" charset="0"/>
              <a:cs typeface="Dreaming Outloud Pro" panose="020F0502020204030204" pitchFamily="66" charset="0"/>
            </a:endParaRP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A5E1F137-C4DB-0952-5E69-1F0D20112A76}"/>
              </a:ext>
            </a:extLst>
          </p:cNvPr>
          <p:cNvSpPr/>
          <p:nvPr/>
        </p:nvSpPr>
        <p:spPr>
          <a:xfrm>
            <a:off x="9780803" y="763905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Comparer les prix</a:t>
            </a:r>
          </a:p>
          <a:p>
            <a:pPr algn="ctr"/>
            <a:endParaRPr lang="fr-YT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4652EF8-4712-47E0-45AD-0947AB1D97B0}"/>
              </a:ext>
            </a:extLst>
          </p:cNvPr>
          <p:cNvSpPr/>
          <p:nvPr/>
        </p:nvSpPr>
        <p:spPr>
          <a:xfrm>
            <a:off x="7381727" y="7639050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Trouver tous les magasins</a:t>
            </a:r>
            <a:endParaRPr lang="fr-YT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2482366-B2A6-053A-9DB1-19246B3217D7}"/>
              </a:ext>
            </a:extLst>
          </p:cNvPr>
          <p:cNvSpPr/>
          <p:nvPr/>
        </p:nvSpPr>
        <p:spPr>
          <a:xfrm>
            <a:off x="4978400" y="7603992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Chercher les avis de fiabilité</a:t>
            </a:r>
            <a:endParaRPr lang="fr-YT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E604C861-163F-FE4A-220C-BC519CC45646}"/>
              </a:ext>
            </a:extLst>
          </p:cNvPr>
          <p:cNvSpPr/>
          <p:nvPr/>
        </p:nvSpPr>
        <p:spPr>
          <a:xfrm>
            <a:off x="2585674" y="7578592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Connaitre la disponibilité du produit dans tous les magasins</a:t>
            </a:r>
            <a:endParaRPr lang="fr-YT" sz="200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81626A0-64EF-5499-484A-6CE23157EB36}"/>
              </a:ext>
            </a:extLst>
          </p:cNvPr>
          <p:cNvSpPr/>
          <p:nvPr/>
        </p:nvSpPr>
        <p:spPr>
          <a:xfrm>
            <a:off x="169647" y="7578592"/>
            <a:ext cx="2235200" cy="2228884"/>
          </a:xfrm>
          <a:prstGeom prst="roundRect">
            <a:avLst/>
          </a:prstGeom>
          <a:gradFill>
            <a:gsLst>
              <a:gs pos="56000">
                <a:srgbClr val="2473EB">
                  <a:alpha val="59000"/>
                  <a:lumMod val="95000"/>
                </a:srgbClr>
              </a:gs>
              <a:gs pos="0">
                <a:srgbClr val="29288B"/>
              </a:gs>
              <a:gs pos="100000">
                <a:srgbClr val="B493F1">
                  <a:lumMod val="88000"/>
                </a:srgbClr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7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Voir les historiques des prix</a:t>
            </a:r>
            <a:endParaRPr lang="fr-YT" sz="2700" dirty="0"/>
          </a:p>
        </p:txBody>
      </p:sp>
      <p:cxnSp>
        <p:nvCxnSpPr>
          <p:cNvPr id="6" name="Connecteur : en arc 5">
            <a:extLst>
              <a:ext uri="{FF2B5EF4-FFF2-40B4-BE49-F238E27FC236}">
                <a16:creationId xmlns:a16="http://schemas.microsoft.com/office/drawing/2014/main" id="{BD1A5F53-068D-EF00-72C4-A6FCFF7C9997}"/>
              </a:ext>
            </a:extLst>
          </p:cNvPr>
          <p:cNvCxnSpPr/>
          <p:nvPr/>
        </p:nvCxnSpPr>
        <p:spPr>
          <a:xfrm rot="16200000" flipV="1">
            <a:off x="9698865" y="6439512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eur : en arc 6">
            <a:extLst>
              <a:ext uri="{FF2B5EF4-FFF2-40B4-BE49-F238E27FC236}">
                <a16:creationId xmlns:a16="http://schemas.microsoft.com/office/drawing/2014/main" id="{A0155242-1280-5122-8CC0-062A8081DF4B}"/>
              </a:ext>
            </a:extLst>
          </p:cNvPr>
          <p:cNvCxnSpPr/>
          <p:nvPr/>
        </p:nvCxnSpPr>
        <p:spPr>
          <a:xfrm rot="16200000" flipV="1">
            <a:off x="7289188" y="6423504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1F9E8C45-B35B-B5FE-4B26-156044DD30DC}"/>
              </a:ext>
            </a:extLst>
          </p:cNvPr>
          <p:cNvCxnSpPr/>
          <p:nvPr/>
        </p:nvCxnSpPr>
        <p:spPr>
          <a:xfrm rot="16200000" flipV="1">
            <a:off x="4890112" y="6398104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cteur : en arc 11">
            <a:extLst>
              <a:ext uri="{FF2B5EF4-FFF2-40B4-BE49-F238E27FC236}">
                <a16:creationId xmlns:a16="http://schemas.microsoft.com/office/drawing/2014/main" id="{31A5845F-6B9B-9C3F-D325-8F683C8AC585}"/>
              </a:ext>
            </a:extLst>
          </p:cNvPr>
          <p:cNvCxnSpPr/>
          <p:nvPr/>
        </p:nvCxnSpPr>
        <p:spPr>
          <a:xfrm rot="16200000" flipV="1">
            <a:off x="2479359" y="6401145"/>
            <a:ext cx="12700" cy="2399076"/>
          </a:xfrm>
          <a:prstGeom prst="curvedConnector3">
            <a:avLst>
              <a:gd name="adj1" fmla="val 1800000"/>
            </a:avLst>
          </a:prstGeom>
          <a:ln w="6350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024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492</Words>
  <Application>Microsoft Office PowerPoint</Application>
  <PresentationFormat>Grand écran</PresentationFormat>
  <Paragraphs>199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0" baseType="lpstr">
      <vt:lpstr>ADLaM Display</vt:lpstr>
      <vt:lpstr>Aptos</vt:lpstr>
      <vt:lpstr>Aptos Display</vt:lpstr>
      <vt:lpstr>Arial</vt:lpstr>
      <vt:lpstr>Forte</vt:lpstr>
      <vt:lpstr>Harlow Solid Italic</vt:lpstr>
      <vt:lpstr>Jumble</vt:lpstr>
      <vt:lpstr>Thème Office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  <vt:lpstr>MAY’Deals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Aloe VERA</dc:creator>
  <cp:lastModifiedBy>Aloe VERA</cp:lastModifiedBy>
  <cp:revision>1</cp:revision>
  <dcterms:created xsi:type="dcterms:W3CDTF">2026-03-05T06:20:59Z</dcterms:created>
  <dcterms:modified xsi:type="dcterms:W3CDTF">2026-03-24T09:01:21Z</dcterms:modified>
</cp:coreProperties>
</file>