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9"/>
  </p:notesMasterIdLst>
  <p:sldIdLst>
    <p:sldId id="256" r:id="rId2"/>
    <p:sldId id="262" r:id="rId3"/>
    <p:sldId id="263" r:id="rId4"/>
    <p:sldId id="258" r:id="rId5"/>
    <p:sldId id="259" r:id="rId6"/>
    <p:sldId id="264" r:id="rId7"/>
    <p:sldId id="261" r:id="rId8"/>
  </p:sldIdLst>
  <p:sldSz cx="12192000" cy="6858000"/>
  <p:notesSz cx="6858000" cy="9144000"/>
  <p:defaultTextStyle>
    <a:defPPr>
      <a:defRPr lang="fr-Y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69BCBD-6105-4ABA-8B5D-28B3FC750D48}" v="68" dt="2026-03-23T10:34:53.5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7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oe VERA" userId="6b960476-e567-467f-a33f-aec172a9bd13" providerId="ADAL" clId="{8A9E6FFF-D572-4621-84EA-50F599B778CC}"/>
    <pc:docChg chg="undo redo custSel addSld delSld modSld sldOrd">
      <pc:chgData name="Aloe VERA" userId="6b960476-e567-467f-a33f-aec172a9bd13" providerId="ADAL" clId="{8A9E6FFF-D572-4621-84EA-50F599B778CC}" dt="2026-03-23T10:36:48.555" v="915"/>
      <pc:docMkLst>
        <pc:docMk/>
      </pc:docMkLst>
      <pc:sldChg chg="addSp delSp modSp mod setBg">
        <pc:chgData name="Aloe VERA" userId="6b960476-e567-467f-a33f-aec172a9bd13" providerId="ADAL" clId="{8A9E6FFF-D572-4621-84EA-50F599B778CC}" dt="2026-03-23T09:02:53.959" v="411" actId="2085"/>
        <pc:sldMkLst>
          <pc:docMk/>
          <pc:sldMk cId="3774736256" sldId="256"/>
        </pc:sldMkLst>
        <pc:spChg chg="add del mod">
          <ac:chgData name="Aloe VERA" userId="6b960476-e567-467f-a33f-aec172a9bd13" providerId="ADAL" clId="{8A9E6FFF-D572-4621-84EA-50F599B778CC}" dt="2026-03-23T08:26:47.552" v="29" actId="478"/>
          <ac:spMkLst>
            <pc:docMk/>
            <pc:sldMk cId="3774736256" sldId="256"/>
            <ac:spMk id="2" creationId="{3B1735F9-52BC-986C-D45A-88D40731AECD}"/>
          </ac:spMkLst>
        </pc:spChg>
        <pc:spChg chg="add del mod">
          <ac:chgData name="Aloe VERA" userId="6b960476-e567-467f-a33f-aec172a9bd13" providerId="ADAL" clId="{8A9E6FFF-D572-4621-84EA-50F599B778CC}" dt="2026-03-23T08:26:47.552" v="29" actId="478"/>
          <ac:spMkLst>
            <pc:docMk/>
            <pc:sldMk cId="3774736256" sldId="256"/>
            <ac:spMk id="3" creationId="{047D89CC-8884-B568-BD96-FBE0833AE6DF}"/>
          </ac:spMkLst>
        </pc:spChg>
        <pc:spChg chg="add mod">
          <ac:chgData name="Aloe VERA" userId="6b960476-e567-467f-a33f-aec172a9bd13" providerId="ADAL" clId="{8A9E6FFF-D572-4621-84EA-50F599B778CC}" dt="2026-03-23T08:27:52.010" v="40" actId="21"/>
          <ac:spMkLst>
            <pc:docMk/>
            <pc:sldMk cId="3774736256" sldId="256"/>
            <ac:spMk id="4" creationId="{FE9498ED-8096-421B-BCD5-F6C4D3CAC428}"/>
          </ac:spMkLst>
        </pc:spChg>
        <pc:spChg chg="mod">
          <ac:chgData name="Aloe VERA" userId="6b960476-e567-467f-a33f-aec172a9bd13" providerId="ADAL" clId="{8A9E6FFF-D572-4621-84EA-50F599B778CC}" dt="2026-03-23T08:30:08.411" v="66" actId="26606"/>
          <ac:spMkLst>
            <pc:docMk/>
            <pc:sldMk cId="3774736256" sldId="256"/>
            <ac:spMk id="15" creationId="{716B56A2-04BD-83BD-CE2D-27E5F53DAD74}"/>
          </ac:spMkLst>
        </pc:spChg>
        <pc:spChg chg="del mod">
          <ac:chgData name="Aloe VERA" userId="6b960476-e567-467f-a33f-aec172a9bd13" providerId="ADAL" clId="{8A9E6FFF-D572-4621-84EA-50F599B778CC}" dt="2026-03-23T08:30:08.411" v="66" actId="26606"/>
          <ac:spMkLst>
            <pc:docMk/>
            <pc:sldMk cId="3774736256" sldId="256"/>
            <ac:spMk id="16" creationId="{E4FD8665-0A28-C1F9-E459-349A5B33285E}"/>
          </ac:spMkLst>
        </pc:spChg>
        <pc:spChg chg="del">
          <ac:chgData name="Aloe VERA" userId="6b960476-e567-467f-a33f-aec172a9bd13" providerId="ADAL" clId="{8A9E6FFF-D572-4621-84EA-50F599B778CC}" dt="2026-03-23T08:26:50.117" v="30" actId="478"/>
          <ac:spMkLst>
            <pc:docMk/>
            <pc:sldMk cId="3774736256" sldId="256"/>
            <ac:spMk id="25" creationId="{D8DBF411-55DB-B02B-66D7-AD544E9E8D44}"/>
          </ac:spMkLst>
        </pc:spChg>
        <pc:spChg chg="del">
          <ac:chgData name="Aloe VERA" userId="6b960476-e567-467f-a33f-aec172a9bd13" providerId="ADAL" clId="{8A9E6FFF-D572-4621-84EA-50F599B778CC}" dt="2026-03-23T08:30:08.411" v="66" actId="26606"/>
          <ac:spMkLst>
            <pc:docMk/>
            <pc:sldMk cId="3774736256" sldId="256"/>
            <ac:spMk id="28" creationId="{6DA65B90-7B06-4499-91BA-CDDD36132481}"/>
          </ac:spMkLst>
        </pc:spChg>
        <pc:spChg chg="del">
          <ac:chgData name="Aloe VERA" userId="6b960476-e567-467f-a33f-aec172a9bd13" providerId="ADAL" clId="{8A9E6FFF-D572-4621-84EA-50F599B778CC}" dt="2026-03-23T08:30:08.411" v="66" actId="26606"/>
          <ac:spMkLst>
            <pc:docMk/>
            <pc:sldMk cId="3774736256" sldId="256"/>
            <ac:spMk id="30" creationId="{D1FFE435-0754-492D-B815-BD114217D379}"/>
          </ac:spMkLst>
        </pc:spChg>
        <pc:spChg chg="del">
          <ac:chgData name="Aloe VERA" userId="6b960476-e567-467f-a33f-aec172a9bd13" providerId="ADAL" clId="{8A9E6FFF-D572-4621-84EA-50F599B778CC}" dt="2026-03-23T08:26:50.117" v="30" actId="478"/>
          <ac:spMkLst>
            <pc:docMk/>
            <pc:sldMk cId="3774736256" sldId="256"/>
            <ac:spMk id="31" creationId="{6A41E199-30A6-8391-4617-122B47EF5018}"/>
          </ac:spMkLst>
        </pc:spChg>
        <pc:spChg chg="del">
          <ac:chgData name="Aloe VERA" userId="6b960476-e567-467f-a33f-aec172a9bd13" providerId="ADAL" clId="{8A9E6FFF-D572-4621-84EA-50F599B778CC}" dt="2026-03-23T08:30:08.411" v="66" actId="26606"/>
          <ac:spMkLst>
            <pc:docMk/>
            <pc:sldMk cId="3774736256" sldId="256"/>
            <ac:spMk id="32" creationId="{7EF79062-B5BB-45DF-810C-95A324A9D60F}"/>
          </ac:spMkLst>
        </pc:spChg>
        <pc:spChg chg="del">
          <ac:chgData name="Aloe VERA" userId="6b960476-e567-467f-a33f-aec172a9bd13" providerId="ADAL" clId="{8A9E6FFF-D572-4621-84EA-50F599B778CC}" dt="2026-03-23T08:26:47.552" v="29" actId="478"/>
          <ac:spMkLst>
            <pc:docMk/>
            <pc:sldMk cId="3774736256" sldId="256"/>
            <ac:spMk id="37" creationId="{036B056F-6F6F-2502-09B8-A62249F65EAC}"/>
          </ac:spMkLst>
        </pc:spChg>
        <pc:spChg chg="add">
          <ac:chgData name="Aloe VERA" userId="6b960476-e567-467f-a33f-aec172a9bd13" providerId="ADAL" clId="{8A9E6FFF-D572-4621-84EA-50F599B778CC}" dt="2026-03-23T08:30:08.411" v="66" actId="26606"/>
          <ac:spMkLst>
            <pc:docMk/>
            <pc:sldMk cId="3774736256" sldId="256"/>
            <ac:spMk id="38" creationId="{042E603F-28B7-4831-BF23-65FBAB13D5FB}"/>
          </ac:spMkLst>
        </pc:spChg>
        <pc:spChg chg="add">
          <ac:chgData name="Aloe VERA" userId="6b960476-e567-467f-a33f-aec172a9bd13" providerId="ADAL" clId="{8A9E6FFF-D572-4621-84EA-50F599B778CC}" dt="2026-03-23T08:30:08.411" v="66" actId="26606"/>
          <ac:spMkLst>
            <pc:docMk/>
            <pc:sldMk cId="3774736256" sldId="256"/>
            <ac:spMk id="40" creationId="{4D39700F-2B10-4402-A7DD-06EE2245880D}"/>
          </ac:spMkLst>
        </pc:spChg>
        <pc:spChg chg="add">
          <ac:chgData name="Aloe VERA" userId="6b960476-e567-467f-a33f-aec172a9bd13" providerId="ADAL" clId="{8A9E6FFF-D572-4621-84EA-50F599B778CC}" dt="2026-03-23T08:30:08.411" v="66" actId="26606"/>
          <ac:spMkLst>
            <pc:docMk/>
            <pc:sldMk cId="3774736256" sldId="256"/>
            <ac:spMk id="42" creationId="{B937640E-EF7A-4A6C-A950-D12B7D5C923E}"/>
          </ac:spMkLst>
        </pc:spChg>
        <pc:spChg chg="add">
          <ac:chgData name="Aloe VERA" userId="6b960476-e567-467f-a33f-aec172a9bd13" providerId="ADAL" clId="{8A9E6FFF-D572-4621-84EA-50F599B778CC}" dt="2026-03-23T08:30:08.411" v="66" actId="26606"/>
          <ac:spMkLst>
            <pc:docMk/>
            <pc:sldMk cId="3774736256" sldId="256"/>
            <ac:spMk id="44" creationId="{7A46C5F3-4EAC-473B-BD72-1219E833DB14}"/>
          </ac:spMkLst>
        </pc:spChg>
        <pc:spChg chg="add">
          <ac:chgData name="Aloe VERA" userId="6b960476-e567-467f-a33f-aec172a9bd13" providerId="ADAL" clId="{8A9E6FFF-D572-4621-84EA-50F599B778CC}" dt="2026-03-23T08:30:08.411" v="66" actId="26606"/>
          <ac:spMkLst>
            <pc:docMk/>
            <pc:sldMk cId="3774736256" sldId="256"/>
            <ac:spMk id="46" creationId="{12231725-D083-4E0F-9428-1C2635189CA9}"/>
          </ac:spMkLst>
        </pc:spChg>
        <pc:graphicFrameChg chg="mod modGraphic">
          <ac:chgData name="Aloe VERA" userId="6b960476-e567-467f-a33f-aec172a9bd13" providerId="ADAL" clId="{8A9E6FFF-D572-4621-84EA-50F599B778CC}" dt="2026-03-23T09:02:53.959" v="411" actId="2085"/>
          <ac:graphicFrameMkLst>
            <pc:docMk/>
            <pc:sldMk cId="3774736256" sldId="256"/>
            <ac:graphicFrameMk id="34" creationId="{E8BAB2F9-3044-72D1-9189-E864D895E38C}"/>
          </ac:graphicFrameMkLst>
        </pc:graphicFrameChg>
      </pc:sldChg>
      <pc:sldChg chg="addSp delSp modSp del mod setBg">
        <pc:chgData name="Aloe VERA" userId="6b960476-e567-467f-a33f-aec172a9bd13" providerId="ADAL" clId="{8A9E6FFF-D572-4621-84EA-50F599B778CC}" dt="2026-03-23T08:55:56.282" v="378" actId="2696"/>
        <pc:sldMkLst>
          <pc:docMk/>
          <pc:sldMk cId="2197671040" sldId="257"/>
        </pc:sldMkLst>
        <pc:spChg chg="mod">
          <ac:chgData name="Aloe VERA" userId="6b960476-e567-467f-a33f-aec172a9bd13" providerId="ADAL" clId="{8A9E6FFF-D572-4621-84EA-50F599B778CC}" dt="2026-03-23T08:52:30.925" v="351" actId="26606"/>
          <ac:spMkLst>
            <pc:docMk/>
            <pc:sldMk cId="2197671040" sldId="257"/>
            <ac:spMk id="15" creationId="{9A3058EC-EDB9-9773-8967-E57059C38005}"/>
          </ac:spMkLst>
        </pc:spChg>
        <pc:spChg chg="mod ord">
          <ac:chgData name="Aloe VERA" userId="6b960476-e567-467f-a33f-aec172a9bd13" providerId="ADAL" clId="{8A9E6FFF-D572-4621-84EA-50F599B778CC}" dt="2026-03-23T08:53:25.045" v="358" actId="21"/>
          <ac:spMkLst>
            <pc:docMk/>
            <pc:sldMk cId="2197671040" sldId="257"/>
            <ac:spMk id="16" creationId="{6CA119DC-3406-F63D-F4FA-0DDB4009A597}"/>
          </ac:spMkLst>
        </pc:spChg>
        <pc:spChg chg="mod ord">
          <ac:chgData name="Aloe VERA" userId="6b960476-e567-467f-a33f-aec172a9bd13" providerId="ADAL" clId="{8A9E6FFF-D572-4621-84EA-50F599B778CC}" dt="2026-03-23T08:52:30.925" v="351" actId="26606"/>
          <ac:spMkLst>
            <pc:docMk/>
            <pc:sldMk cId="2197671040" sldId="257"/>
            <ac:spMk id="27" creationId="{C23F9C3B-EDB0-E3D7-D66E-B47EB31A355C}"/>
          </ac:spMkLst>
        </pc:spChg>
        <pc:spChg chg="add del">
          <ac:chgData name="Aloe VERA" userId="6b960476-e567-467f-a33f-aec172a9bd13" providerId="ADAL" clId="{8A9E6FFF-D572-4621-84EA-50F599B778CC}" dt="2026-03-23T08:52:30.925" v="351" actId="26606"/>
          <ac:spMkLst>
            <pc:docMk/>
            <pc:sldMk cId="2197671040" sldId="257"/>
            <ac:spMk id="28" creationId="{5AD257D3-85BF-0DF8-948C-B832790D6DC3}"/>
          </ac:spMkLst>
        </pc:spChg>
        <pc:spChg chg="add del">
          <ac:chgData name="Aloe VERA" userId="6b960476-e567-467f-a33f-aec172a9bd13" providerId="ADAL" clId="{8A9E6FFF-D572-4621-84EA-50F599B778CC}" dt="2026-03-23T08:52:30.925" v="351" actId="26606"/>
          <ac:spMkLst>
            <pc:docMk/>
            <pc:sldMk cId="2197671040" sldId="257"/>
            <ac:spMk id="30" creationId="{6301AB4F-B260-9A95-A0A9-E8D16CFDB3E8}"/>
          </ac:spMkLst>
        </pc:spChg>
        <pc:spChg chg="del mod">
          <ac:chgData name="Aloe VERA" userId="6b960476-e567-467f-a33f-aec172a9bd13" providerId="ADAL" clId="{8A9E6FFF-D572-4621-84EA-50F599B778CC}" dt="2026-03-23T08:49:09.276" v="325"/>
          <ac:spMkLst>
            <pc:docMk/>
            <pc:sldMk cId="2197671040" sldId="257"/>
            <ac:spMk id="31" creationId="{5F2ED672-9DC2-61FD-215B-67E8E310A87E}"/>
          </ac:spMkLst>
        </pc:spChg>
        <pc:spChg chg="add del">
          <ac:chgData name="Aloe VERA" userId="6b960476-e567-467f-a33f-aec172a9bd13" providerId="ADAL" clId="{8A9E6FFF-D572-4621-84EA-50F599B778CC}" dt="2026-03-23T08:52:30.925" v="351" actId="26606"/>
          <ac:spMkLst>
            <pc:docMk/>
            <pc:sldMk cId="2197671040" sldId="257"/>
            <ac:spMk id="32" creationId="{005A21E1-1FFA-C775-B4F0-42E853389BF8}"/>
          </ac:spMkLst>
        </pc:spChg>
        <pc:spChg chg="add del">
          <ac:chgData name="Aloe VERA" userId="6b960476-e567-467f-a33f-aec172a9bd13" providerId="ADAL" clId="{8A9E6FFF-D572-4621-84EA-50F599B778CC}" dt="2026-03-23T08:52:30.925" v="351" actId="26606"/>
          <ac:spMkLst>
            <pc:docMk/>
            <pc:sldMk cId="2197671040" sldId="257"/>
            <ac:spMk id="37" creationId="{06E15305-164C-44CD-9E0F-420C2DC1B32A}"/>
          </ac:spMkLst>
        </pc:spChg>
        <pc:spChg chg="add del">
          <ac:chgData name="Aloe VERA" userId="6b960476-e567-467f-a33f-aec172a9bd13" providerId="ADAL" clId="{8A9E6FFF-D572-4621-84EA-50F599B778CC}" dt="2026-03-23T08:52:30.925" v="351" actId="26606"/>
          <ac:spMkLst>
            <pc:docMk/>
            <pc:sldMk cId="2197671040" sldId="257"/>
            <ac:spMk id="39" creationId="{1D983374-3839-4F06-972D-B4C3CF238079}"/>
          </ac:spMkLst>
        </pc:spChg>
        <pc:spChg chg="add del">
          <ac:chgData name="Aloe VERA" userId="6b960476-e567-467f-a33f-aec172a9bd13" providerId="ADAL" clId="{8A9E6FFF-D572-4621-84EA-50F599B778CC}" dt="2026-03-23T08:52:30.925" v="351" actId="26606"/>
          <ac:spMkLst>
            <pc:docMk/>
            <pc:sldMk cId="2197671040" sldId="257"/>
            <ac:spMk id="41" creationId="{F1D5403D-09EC-41DB-B916-A09C0E5AEC2B}"/>
          </ac:spMkLst>
        </pc:spChg>
        <pc:spChg chg="add del">
          <ac:chgData name="Aloe VERA" userId="6b960476-e567-467f-a33f-aec172a9bd13" providerId="ADAL" clId="{8A9E6FFF-D572-4621-84EA-50F599B778CC}" dt="2026-03-23T08:52:30.621" v="350" actId="26606"/>
          <ac:spMkLst>
            <pc:docMk/>
            <pc:sldMk cId="2197671040" sldId="257"/>
            <ac:spMk id="46" creationId="{06E15305-164C-44CD-9E0F-420C2DC1B32A}"/>
          </ac:spMkLst>
        </pc:spChg>
        <pc:spChg chg="add del">
          <ac:chgData name="Aloe VERA" userId="6b960476-e567-467f-a33f-aec172a9bd13" providerId="ADAL" clId="{8A9E6FFF-D572-4621-84EA-50F599B778CC}" dt="2026-03-23T08:52:30.621" v="350" actId="26606"/>
          <ac:spMkLst>
            <pc:docMk/>
            <pc:sldMk cId="2197671040" sldId="257"/>
            <ac:spMk id="48" creationId="{1D983374-3839-4F06-972D-B4C3CF238079}"/>
          </ac:spMkLst>
        </pc:spChg>
        <pc:spChg chg="add del">
          <ac:chgData name="Aloe VERA" userId="6b960476-e567-467f-a33f-aec172a9bd13" providerId="ADAL" clId="{8A9E6FFF-D572-4621-84EA-50F599B778CC}" dt="2026-03-23T08:52:30.621" v="350" actId="26606"/>
          <ac:spMkLst>
            <pc:docMk/>
            <pc:sldMk cId="2197671040" sldId="257"/>
            <ac:spMk id="50" creationId="{F1D5403D-09EC-41DB-B916-A09C0E5AEC2B}"/>
          </ac:spMkLst>
        </pc:spChg>
      </pc:sldChg>
      <pc:sldChg chg="delSp modSp mod">
        <pc:chgData name="Aloe VERA" userId="6b960476-e567-467f-a33f-aec172a9bd13" providerId="ADAL" clId="{8A9E6FFF-D572-4621-84EA-50F599B778CC}" dt="2026-03-23T10:10:40.916" v="469" actId="27636"/>
        <pc:sldMkLst>
          <pc:docMk/>
          <pc:sldMk cId="735573773" sldId="258"/>
        </pc:sldMkLst>
        <pc:spChg chg="mod">
          <ac:chgData name="Aloe VERA" userId="6b960476-e567-467f-a33f-aec172a9bd13" providerId="ADAL" clId="{8A9E6FFF-D572-4621-84EA-50F599B778CC}" dt="2026-03-23T10:10:40.916" v="469" actId="27636"/>
          <ac:spMkLst>
            <pc:docMk/>
            <pc:sldMk cId="735573773" sldId="258"/>
            <ac:spMk id="2" creationId="{A74C0245-7F4F-D56E-FE00-AA4DBB92C2B0}"/>
          </ac:spMkLst>
        </pc:spChg>
        <pc:spChg chg="mod">
          <ac:chgData name="Aloe VERA" userId="6b960476-e567-467f-a33f-aec172a9bd13" providerId="ADAL" clId="{8A9E6FFF-D572-4621-84EA-50F599B778CC}" dt="2026-03-23T09:00:25.176" v="395" actId="1076"/>
          <ac:spMkLst>
            <pc:docMk/>
            <pc:sldMk cId="735573773" sldId="258"/>
            <ac:spMk id="16" creationId="{3C709317-2129-5D64-ED3D-8999050A22E5}"/>
          </ac:spMkLst>
        </pc:spChg>
        <pc:spChg chg="del mod">
          <ac:chgData name="Aloe VERA" userId="6b960476-e567-467f-a33f-aec172a9bd13" providerId="ADAL" clId="{8A9E6FFF-D572-4621-84EA-50F599B778CC}" dt="2026-03-23T08:57:55.091" v="390" actId="478"/>
          <ac:spMkLst>
            <pc:docMk/>
            <pc:sldMk cId="735573773" sldId="258"/>
            <ac:spMk id="25" creationId="{4CF46E5B-0754-9000-BE9E-A14AB73DD7F2}"/>
          </ac:spMkLst>
        </pc:spChg>
        <pc:spChg chg="del mod">
          <ac:chgData name="Aloe VERA" userId="6b960476-e567-467f-a33f-aec172a9bd13" providerId="ADAL" clId="{8A9E6FFF-D572-4621-84EA-50F599B778CC}" dt="2026-03-23T09:00:39.341" v="399" actId="478"/>
          <ac:spMkLst>
            <pc:docMk/>
            <pc:sldMk cId="735573773" sldId="258"/>
            <ac:spMk id="27" creationId="{6C5ED8E7-03FD-68B6-218B-873BC9B4FEAB}"/>
          </ac:spMkLst>
        </pc:spChg>
      </pc:sldChg>
      <pc:sldChg chg="delSp modSp mod">
        <pc:chgData name="Aloe VERA" userId="6b960476-e567-467f-a33f-aec172a9bd13" providerId="ADAL" clId="{8A9E6FFF-D572-4621-84EA-50F599B778CC}" dt="2026-03-23T10:15:45.228" v="596" actId="1076"/>
        <pc:sldMkLst>
          <pc:docMk/>
          <pc:sldMk cId="1619869852" sldId="259"/>
        </pc:sldMkLst>
        <pc:spChg chg="mod">
          <ac:chgData name="Aloe VERA" userId="6b960476-e567-467f-a33f-aec172a9bd13" providerId="ADAL" clId="{8A9E6FFF-D572-4621-84EA-50F599B778CC}" dt="2026-03-23T10:15:45.228" v="596" actId="1076"/>
          <ac:spMkLst>
            <pc:docMk/>
            <pc:sldMk cId="1619869852" sldId="259"/>
            <ac:spMk id="3" creationId="{85A77741-4DA1-6926-52CC-0A6A898EB693}"/>
          </ac:spMkLst>
        </pc:spChg>
        <pc:spChg chg="mod">
          <ac:chgData name="Aloe VERA" userId="6b960476-e567-467f-a33f-aec172a9bd13" providerId="ADAL" clId="{8A9E6FFF-D572-4621-84EA-50F599B778CC}" dt="2026-03-23T10:15:34.558" v="594" actId="1076"/>
          <ac:spMkLst>
            <pc:docMk/>
            <pc:sldMk cId="1619869852" sldId="259"/>
            <ac:spMk id="4" creationId="{8D7A8632-2D32-1ABC-1454-1F71BB5D3BA4}"/>
          </ac:spMkLst>
        </pc:spChg>
        <pc:spChg chg="del mod">
          <ac:chgData name="Aloe VERA" userId="6b960476-e567-467f-a33f-aec172a9bd13" providerId="ADAL" clId="{8A9E6FFF-D572-4621-84EA-50F599B778CC}" dt="2026-03-23T10:13:43.058" v="561"/>
          <ac:spMkLst>
            <pc:docMk/>
            <pc:sldMk cId="1619869852" sldId="259"/>
            <ac:spMk id="5" creationId="{9C531B4E-746C-E4BF-61EE-D1F1F190CB73}"/>
          </ac:spMkLst>
        </pc:spChg>
        <pc:spChg chg="del mod">
          <ac:chgData name="Aloe VERA" userId="6b960476-e567-467f-a33f-aec172a9bd13" providerId="ADAL" clId="{8A9E6FFF-D572-4621-84EA-50F599B778CC}" dt="2026-03-23T10:11:45.417" v="501" actId="478"/>
          <ac:spMkLst>
            <pc:docMk/>
            <pc:sldMk cId="1619869852" sldId="259"/>
            <ac:spMk id="31" creationId="{7DE268F9-AA0A-0F6A-0BE5-9F227926878B}"/>
          </ac:spMkLst>
        </pc:spChg>
      </pc:sldChg>
      <pc:sldChg chg="addSp delSp modSp del mod">
        <pc:chgData name="Aloe VERA" userId="6b960476-e567-467f-a33f-aec172a9bd13" providerId="ADAL" clId="{8A9E6FFF-D572-4621-84EA-50F599B778CC}" dt="2026-03-23T10:36:44.842" v="913" actId="47"/>
        <pc:sldMkLst>
          <pc:docMk/>
          <pc:sldMk cId="1225306937" sldId="260"/>
        </pc:sldMkLst>
        <pc:spChg chg="add del mod">
          <ac:chgData name="Aloe VERA" userId="6b960476-e567-467f-a33f-aec172a9bd13" providerId="ADAL" clId="{8A9E6FFF-D572-4621-84EA-50F599B778CC}" dt="2026-03-23T10:25:14.130" v="782" actId="1076"/>
          <ac:spMkLst>
            <pc:docMk/>
            <pc:sldMk cId="1225306937" sldId="260"/>
            <ac:spMk id="2" creationId="{D64B15D1-30CA-61DC-7B95-F01857CA7CEA}"/>
          </ac:spMkLst>
        </pc:spChg>
        <pc:spChg chg="add del mod">
          <ac:chgData name="Aloe VERA" userId="6b960476-e567-467f-a33f-aec172a9bd13" providerId="ADAL" clId="{8A9E6FFF-D572-4621-84EA-50F599B778CC}" dt="2026-03-23T10:25:41.052" v="786" actId="26606"/>
          <ac:spMkLst>
            <pc:docMk/>
            <pc:sldMk cId="1225306937" sldId="260"/>
            <ac:spMk id="5" creationId="{8FD9D5A7-B6F2-F05F-BF24-19E0CB455A7C}"/>
          </ac:spMkLst>
        </pc:spChg>
        <pc:spChg chg="mod">
          <ac:chgData name="Aloe VERA" userId="6b960476-e567-467f-a33f-aec172a9bd13" providerId="ADAL" clId="{8A9E6FFF-D572-4621-84EA-50F599B778CC}" dt="2026-03-23T10:25:08.329" v="781" actId="14100"/>
          <ac:spMkLst>
            <pc:docMk/>
            <pc:sldMk cId="1225306937" sldId="260"/>
            <ac:spMk id="15" creationId="{870FA879-FFCB-F9BE-B18A-E21F9BA170FE}"/>
          </ac:spMkLst>
        </pc:spChg>
        <pc:graphicFrameChg chg="add del">
          <ac:chgData name="Aloe VERA" userId="6b960476-e567-467f-a33f-aec172a9bd13" providerId="ADAL" clId="{8A9E6FFF-D572-4621-84EA-50F599B778CC}" dt="2026-03-23T10:25:34.764" v="784" actId="26606"/>
          <ac:graphicFrameMkLst>
            <pc:docMk/>
            <pc:sldMk cId="1225306937" sldId="260"/>
            <ac:graphicFrameMk id="17" creationId="{3B9489ED-4083-1D88-4C5B-0B6F472D28B5}"/>
          </ac:graphicFrameMkLst>
        </pc:graphicFrameChg>
        <pc:graphicFrameChg chg="add del">
          <ac:chgData name="Aloe VERA" userId="6b960476-e567-467f-a33f-aec172a9bd13" providerId="ADAL" clId="{8A9E6FFF-D572-4621-84EA-50F599B778CC}" dt="2026-03-23T10:25:41.052" v="786" actId="26606"/>
          <ac:graphicFrameMkLst>
            <pc:docMk/>
            <pc:sldMk cId="1225306937" sldId="260"/>
            <ac:graphicFrameMk id="18" creationId="{BEE5BA86-E49E-47FC-AC49-664A7092F0EB}"/>
          </ac:graphicFrameMkLst>
        </pc:graphicFrameChg>
      </pc:sldChg>
      <pc:sldChg chg="addSp delSp modSp mod setBg">
        <pc:chgData name="Aloe VERA" userId="6b960476-e567-467f-a33f-aec172a9bd13" providerId="ADAL" clId="{8A9E6FFF-D572-4621-84EA-50F599B778CC}" dt="2026-03-23T10:36:19.747" v="910" actId="255"/>
        <pc:sldMkLst>
          <pc:docMk/>
          <pc:sldMk cId="1314310213" sldId="261"/>
        </pc:sldMkLst>
        <pc:spChg chg="mod">
          <ac:chgData name="Aloe VERA" userId="6b960476-e567-467f-a33f-aec172a9bd13" providerId="ADAL" clId="{8A9E6FFF-D572-4621-84EA-50F599B778CC}" dt="2026-03-23T10:31:30.725" v="831" actId="1076"/>
          <ac:spMkLst>
            <pc:docMk/>
            <pc:sldMk cId="1314310213" sldId="261"/>
            <ac:spMk id="15" creationId="{870FA879-FFCB-F9BE-B18A-E21F9BA170FE}"/>
          </ac:spMkLst>
        </pc:spChg>
        <pc:spChg chg="del">
          <ac:chgData name="Aloe VERA" userId="6b960476-e567-467f-a33f-aec172a9bd13" providerId="ADAL" clId="{8A9E6FFF-D572-4621-84EA-50F599B778CC}" dt="2026-03-23T10:26:36.022" v="787" actId="26606"/>
          <ac:spMkLst>
            <pc:docMk/>
            <pc:sldMk cId="1314310213" sldId="261"/>
            <ac:spMk id="29" creationId="{6DA65B90-7B06-4499-91BA-CDDD36132481}"/>
          </ac:spMkLst>
        </pc:spChg>
        <pc:spChg chg="del">
          <ac:chgData name="Aloe VERA" userId="6b960476-e567-467f-a33f-aec172a9bd13" providerId="ADAL" clId="{8A9E6FFF-D572-4621-84EA-50F599B778CC}" dt="2026-03-23T10:26:36.022" v="787" actId="26606"/>
          <ac:spMkLst>
            <pc:docMk/>
            <pc:sldMk cId="1314310213" sldId="261"/>
            <ac:spMk id="31" creationId="{7D26A892-10DB-4D8F-8589-C84BC532811C}"/>
          </ac:spMkLst>
        </pc:spChg>
        <pc:spChg chg="del">
          <ac:chgData name="Aloe VERA" userId="6b960476-e567-467f-a33f-aec172a9bd13" providerId="ADAL" clId="{8A9E6FFF-D572-4621-84EA-50F599B778CC}" dt="2026-03-23T10:26:36.022" v="787" actId="26606"/>
          <ac:spMkLst>
            <pc:docMk/>
            <pc:sldMk cId="1314310213" sldId="261"/>
            <ac:spMk id="33" creationId="{3E91BD27-0A21-43ED-80E7-0A40F57C8087}"/>
          </ac:spMkLst>
        </pc:spChg>
        <pc:spChg chg="add del">
          <ac:chgData name="Aloe VERA" userId="6b960476-e567-467f-a33f-aec172a9bd13" providerId="ADAL" clId="{8A9E6FFF-D572-4621-84EA-50F599B778CC}" dt="2026-03-23T10:30:59.728" v="822" actId="26606"/>
          <ac:spMkLst>
            <pc:docMk/>
            <pc:sldMk cId="1314310213" sldId="261"/>
            <ac:spMk id="38" creationId="{6DA65B90-7B06-4499-91BA-CDDD36132481}"/>
          </ac:spMkLst>
        </pc:spChg>
        <pc:spChg chg="add del">
          <ac:chgData name="Aloe VERA" userId="6b960476-e567-467f-a33f-aec172a9bd13" providerId="ADAL" clId="{8A9E6FFF-D572-4621-84EA-50F599B778CC}" dt="2026-03-23T10:30:59.728" v="822" actId="26606"/>
          <ac:spMkLst>
            <pc:docMk/>
            <pc:sldMk cId="1314310213" sldId="261"/>
            <ac:spMk id="40" creationId="{5C7BC1E0-1C8D-47CB-B48A-D3D0D2EF0E3A}"/>
          </ac:spMkLst>
        </pc:spChg>
        <pc:spChg chg="add del">
          <ac:chgData name="Aloe VERA" userId="6b960476-e567-467f-a33f-aec172a9bd13" providerId="ADAL" clId="{8A9E6FFF-D572-4621-84EA-50F599B778CC}" dt="2026-03-23T10:30:59.728" v="822" actId="26606"/>
          <ac:spMkLst>
            <pc:docMk/>
            <pc:sldMk cId="1314310213" sldId="261"/>
            <ac:spMk id="42" creationId="{3AD1C04B-04EF-43BA-B2AB-6F52AF8B943A}"/>
          </ac:spMkLst>
        </pc:spChg>
        <pc:spChg chg="add">
          <ac:chgData name="Aloe VERA" userId="6b960476-e567-467f-a33f-aec172a9bd13" providerId="ADAL" clId="{8A9E6FFF-D572-4621-84EA-50F599B778CC}" dt="2026-03-23T10:30:59.728" v="822" actId="26606"/>
          <ac:spMkLst>
            <pc:docMk/>
            <pc:sldMk cId="1314310213" sldId="261"/>
            <ac:spMk id="47" creationId="{6DA65B90-7B06-4499-91BA-CDDD36132481}"/>
          </ac:spMkLst>
        </pc:spChg>
        <pc:spChg chg="add">
          <ac:chgData name="Aloe VERA" userId="6b960476-e567-467f-a33f-aec172a9bd13" providerId="ADAL" clId="{8A9E6FFF-D572-4621-84EA-50F599B778CC}" dt="2026-03-23T10:30:59.728" v="822" actId="26606"/>
          <ac:spMkLst>
            <pc:docMk/>
            <pc:sldMk cId="1314310213" sldId="261"/>
            <ac:spMk id="49" creationId="{AE95D4B3-772E-4322-928E-3C958753B34E}"/>
          </ac:spMkLst>
        </pc:spChg>
        <pc:spChg chg="add">
          <ac:chgData name="Aloe VERA" userId="6b960476-e567-467f-a33f-aec172a9bd13" providerId="ADAL" clId="{8A9E6FFF-D572-4621-84EA-50F599B778CC}" dt="2026-03-23T10:30:59.728" v="822" actId="26606"/>
          <ac:spMkLst>
            <pc:docMk/>
            <pc:sldMk cId="1314310213" sldId="261"/>
            <ac:spMk id="51" creationId="{238EF715-D774-4F2E-8C67-81197F02930E}"/>
          </ac:spMkLst>
        </pc:spChg>
        <pc:graphicFrameChg chg="mod modGraphic">
          <ac:chgData name="Aloe VERA" userId="6b960476-e567-467f-a33f-aec172a9bd13" providerId="ADAL" clId="{8A9E6FFF-D572-4621-84EA-50F599B778CC}" dt="2026-03-23T10:36:19.747" v="910" actId="255"/>
          <ac:graphicFrameMkLst>
            <pc:docMk/>
            <pc:sldMk cId="1314310213" sldId="261"/>
            <ac:graphicFrameMk id="2" creationId="{F991B4F9-BBAD-8984-3EFF-3DE1C5ABEEAE}"/>
          </ac:graphicFrameMkLst>
        </pc:graphicFrameChg>
      </pc:sldChg>
      <pc:sldChg chg="addSp delSp modSp add mod setBg delDesignElem">
        <pc:chgData name="Aloe VERA" userId="6b960476-e567-467f-a33f-aec172a9bd13" providerId="ADAL" clId="{8A9E6FFF-D572-4621-84EA-50F599B778CC}" dt="2026-03-23T08:52:37.976" v="353" actId="22"/>
        <pc:sldMkLst>
          <pc:docMk/>
          <pc:sldMk cId="784364715" sldId="262"/>
        </pc:sldMkLst>
        <pc:spChg chg="add mod">
          <ac:chgData name="Aloe VERA" userId="6b960476-e567-467f-a33f-aec172a9bd13" providerId="ADAL" clId="{8A9E6FFF-D572-4621-84EA-50F599B778CC}" dt="2026-03-23T08:47:45.556" v="316" actId="14100"/>
          <ac:spMkLst>
            <pc:docMk/>
            <pc:sldMk cId="784364715" sldId="262"/>
            <ac:spMk id="2" creationId="{D7F6E82F-88CC-020E-FDED-46EDFF3A94D2}"/>
          </ac:spMkLst>
        </pc:spChg>
        <pc:spChg chg="add del">
          <ac:chgData name="Aloe VERA" userId="6b960476-e567-467f-a33f-aec172a9bd13" providerId="ADAL" clId="{8A9E6FFF-D572-4621-84EA-50F599B778CC}" dt="2026-03-23T08:52:37.976" v="353" actId="22"/>
          <ac:spMkLst>
            <pc:docMk/>
            <pc:sldMk cId="784364715" sldId="262"/>
            <ac:spMk id="4" creationId="{52BCC007-F67E-2511-90AE-374C5E4AAC06}"/>
          </ac:spMkLst>
        </pc:spChg>
        <pc:spChg chg="mod">
          <ac:chgData name="Aloe VERA" userId="6b960476-e567-467f-a33f-aec172a9bd13" providerId="ADAL" clId="{8A9E6FFF-D572-4621-84EA-50F599B778CC}" dt="2026-03-23T08:46:07.446" v="299" actId="14100"/>
          <ac:spMkLst>
            <pc:docMk/>
            <pc:sldMk cId="784364715" sldId="262"/>
            <ac:spMk id="15" creationId="{BD0503FE-8C7D-B6B7-27F5-6840882867B3}"/>
          </ac:spMkLst>
        </pc:spChg>
        <pc:spChg chg="mod">
          <ac:chgData name="Aloe VERA" userId="6b960476-e567-467f-a33f-aec172a9bd13" providerId="ADAL" clId="{8A9E6FFF-D572-4621-84EA-50F599B778CC}" dt="2026-03-23T08:47:54.142" v="317" actId="1076"/>
          <ac:spMkLst>
            <pc:docMk/>
            <pc:sldMk cId="784364715" sldId="262"/>
            <ac:spMk id="16" creationId="{E7AB94CB-9F2B-7964-6AF5-0FD4127CB457}"/>
          </ac:spMkLst>
        </pc:spChg>
        <pc:spChg chg="mod">
          <ac:chgData name="Aloe VERA" userId="6b960476-e567-467f-a33f-aec172a9bd13" providerId="ADAL" clId="{8A9E6FFF-D572-4621-84EA-50F599B778CC}" dt="2026-03-23T08:45:33.525" v="289" actId="1076"/>
          <ac:spMkLst>
            <pc:docMk/>
            <pc:sldMk cId="784364715" sldId="262"/>
            <ac:spMk id="25" creationId="{CE524247-4822-501E-E565-9CC27EB2E3D3}"/>
          </ac:spMkLst>
        </pc:spChg>
        <pc:spChg chg="add del">
          <ac:chgData name="Aloe VERA" userId="6b960476-e567-467f-a33f-aec172a9bd13" providerId="ADAL" clId="{8A9E6FFF-D572-4621-84EA-50F599B778CC}" dt="2026-03-23T08:43:02.698" v="268" actId="26606"/>
          <ac:spMkLst>
            <pc:docMk/>
            <pc:sldMk cId="784364715" sldId="262"/>
            <ac:spMk id="27" creationId="{06E15305-164C-44CD-9E0F-420C2DC1B32A}"/>
          </ac:spMkLst>
        </pc:spChg>
        <pc:spChg chg="del">
          <ac:chgData name="Aloe VERA" userId="6b960476-e567-467f-a33f-aec172a9bd13" providerId="ADAL" clId="{8A9E6FFF-D572-4621-84EA-50F599B778CC}" dt="2026-03-23T08:26:29.569" v="1"/>
          <ac:spMkLst>
            <pc:docMk/>
            <pc:sldMk cId="784364715" sldId="262"/>
            <ac:spMk id="28" creationId="{F4E3D23B-CDE3-5EA4-2BD5-C7BA62E21409}"/>
          </ac:spMkLst>
        </pc:spChg>
        <pc:spChg chg="add del">
          <ac:chgData name="Aloe VERA" userId="6b960476-e567-467f-a33f-aec172a9bd13" providerId="ADAL" clId="{8A9E6FFF-D572-4621-84EA-50F599B778CC}" dt="2026-03-23T08:43:02.698" v="268" actId="26606"/>
          <ac:spMkLst>
            <pc:docMk/>
            <pc:sldMk cId="784364715" sldId="262"/>
            <ac:spMk id="29" creationId="{4A2DC5C2-CCA7-49E4-B67F-6F121D488974}"/>
          </ac:spMkLst>
        </pc:spChg>
        <pc:spChg chg="del">
          <ac:chgData name="Aloe VERA" userId="6b960476-e567-467f-a33f-aec172a9bd13" providerId="ADAL" clId="{8A9E6FFF-D572-4621-84EA-50F599B778CC}" dt="2026-03-23T08:26:29.569" v="1"/>
          <ac:spMkLst>
            <pc:docMk/>
            <pc:sldMk cId="784364715" sldId="262"/>
            <ac:spMk id="30" creationId="{59D8438D-34E1-0DF4-CE82-FA108EE39A7E}"/>
          </ac:spMkLst>
        </pc:spChg>
        <pc:spChg chg="del mod">
          <ac:chgData name="Aloe VERA" userId="6b960476-e567-467f-a33f-aec172a9bd13" providerId="ADAL" clId="{8A9E6FFF-D572-4621-84EA-50F599B778CC}" dt="2026-03-23T08:31:29.629" v="76" actId="478"/>
          <ac:spMkLst>
            <pc:docMk/>
            <pc:sldMk cId="784364715" sldId="262"/>
            <ac:spMk id="31" creationId="{42282CC8-279F-E441-41B7-31F2E044AF38}"/>
          </ac:spMkLst>
        </pc:spChg>
        <pc:spChg chg="del">
          <ac:chgData name="Aloe VERA" userId="6b960476-e567-467f-a33f-aec172a9bd13" providerId="ADAL" clId="{8A9E6FFF-D572-4621-84EA-50F599B778CC}" dt="2026-03-23T08:26:29.569" v="1"/>
          <ac:spMkLst>
            <pc:docMk/>
            <pc:sldMk cId="784364715" sldId="262"/>
            <ac:spMk id="32" creationId="{B066DA75-4F0C-B7EA-BAE2-6B7FFEF37609}"/>
          </ac:spMkLst>
        </pc:spChg>
        <pc:spChg chg="add del">
          <ac:chgData name="Aloe VERA" userId="6b960476-e567-467f-a33f-aec172a9bd13" providerId="ADAL" clId="{8A9E6FFF-D572-4621-84EA-50F599B778CC}" dt="2026-03-23T08:43:21.904" v="272" actId="26606"/>
          <ac:spMkLst>
            <pc:docMk/>
            <pc:sldMk cId="784364715" sldId="262"/>
            <ac:spMk id="33" creationId="{E2017B35-C732-4CBF-97BA-17239F188E4A}"/>
          </ac:spMkLst>
        </pc:spChg>
        <pc:spChg chg="add del">
          <ac:chgData name="Aloe VERA" userId="6b960476-e567-467f-a33f-aec172a9bd13" providerId="ADAL" clId="{8A9E6FFF-D572-4621-84EA-50F599B778CC}" dt="2026-03-23T08:43:02.698" v="268" actId="26606"/>
          <ac:spMkLst>
            <pc:docMk/>
            <pc:sldMk cId="784364715" sldId="262"/>
            <ac:spMk id="34" creationId="{27966D5E-7857-415C-B50C-0DD96BCB7849}"/>
          </ac:spMkLst>
        </pc:spChg>
        <pc:spChg chg="add del">
          <ac:chgData name="Aloe VERA" userId="6b960476-e567-467f-a33f-aec172a9bd13" providerId="ADAL" clId="{8A9E6FFF-D572-4621-84EA-50F599B778CC}" dt="2026-03-23T08:43:21.904" v="272" actId="26606"/>
          <ac:spMkLst>
            <pc:docMk/>
            <pc:sldMk cId="784364715" sldId="262"/>
            <ac:spMk id="35" creationId="{06E15305-164C-44CD-9E0F-420C2DC1B32A}"/>
          </ac:spMkLst>
        </pc:spChg>
        <pc:spChg chg="del mod">
          <ac:chgData name="Aloe VERA" userId="6b960476-e567-467f-a33f-aec172a9bd13" providerId="ADAL" clId="{8A9E6FFF-D572-4621-84EA-50F599B778CC}" dt="2026-03-23T08:38:42.726" v="213"/>
          <ac:spMkLst>
            <pc:docMk/>
            <pc:sldMk cId="784364715" sldId="262"/>
            <ac:spMk id="37" creationId="{509D1B4D-B9C7-B552-F9F1-83179A6B0DAF}"/>
          </ac:spMkLst>
        </pc:spChg>
        <pc:spChg chg="add">
          <ac:chgData name="Aloe VERA" userId="6b960476-e567-467f-a33f-aec172a9bd13" providerId="ADAL" clId="{8A9E6FFF-D572-4621-84EA-50F599B778CC}" dt="2026-03-23T08:44:27.163" v="273" actId="26606"/>
          <ac:spMkLst>
            <pc:docMk/>
            <pc:sldMk cId="784364715" sldId="262"/>
            <ac:spMk id="38" creationId="{6DA65B90-7B06-4499-91BA-CDDD36132481}"/>
          </ac:spMkLst>
        </pc:spChg>
        <pc:spChg chg="add">
          <ac:chgData name="Aloe VERA" userId="6b960476-e567-467f-a33f-aec172a9bd13" providerId="ADAL" clId="{8A9E6FFF-D572-4621-84EA-50F599B778CC}" dt="2026-03-23T08:44:27.163" v="273" actId="26606"/>
          <ac:spMkLst>
            <pc:docMk/>
            <pc:sldMk cId="784364715" sldId="262"/>
            <ac:spMk id="39" creationId="{603D3CC2-92C0-446B-91D6-D95EB33555E0}"/>
          </ac:spMkLst>
        </pc:spChg>
        <pc:spChg chg="add">
          <ac:chgData name="Aloe VERA" userId="6b960476-e567-467f-a33f-aec172a9bd13" providerId="ADAL" clId="{8A9E6FFF-D572-4621-84EA-50F599B778CC}" dt="2026-03-23T08:44:27.163" v="273" actId="26606"/>
          <ac:spMkLst>
            <pc:docMk/>
            <pc:sldMk cId="784364715" sldId="262"/>
            <ac:spMk id="40" creationId="{2897C999-28FA-4C54-8B7D-F10AACDEFA5F}"/>
          </ac:spMkLst>
        </pc:spChg>
        <pc:picChg chg="add del mod">
          <ac:chgData name="Aloe VERA" userId="6b960476-e567-467f-a33f-aec172a9bd13" providerId="ADAL" clId="{8A9E6FFF-D572-4621-84EA-50F599B778CC}" dt="2026-03-23T08:43:21.904" v="272" actId="26606"/>
          <ac:picMkLst>
            <pc:docMk/>
            <pc:sldMk cId="784364715" sldId="262"/>
            <ac:picMk id="36" creationId="{A0F8650D-3AE2-8117-400A-9462F71025C3}"/>
          </ac:picMkLst>
        </pc:picChg>
      </pc:sldChg>
      <pc:sldChg chg="add del">
        <pc:chgData name="Aloe VERA" userId="6b960476-e567-467f-a33f-aec172a9bd13" providerId="ADAL" clId="{8A9E6FFF-D572-4621-84EA-50F599B778CC}" dt="2026-03-23T08:48:38.201" v="319" actId="47"/>
        <pc:sldMkLst>
          <pc:docMk/>
          <pc:sldMk cId="669954667" sldId="263"/>
        </pc:sldMkLst>
      </pc:sldChg>
      <pc:sldChg chg="addSp delSp modSp add mod">
        <pc:chgData name="Aloe VERA" userId="6b960476-e567-467f-a33f-aec172a9bd13" providerId="ADAL" clId="{8A9E6FFF-D572-4621-84EA-50F599B778CC}" dt="2026-03-23T10:02:14.954" v="415" actId="14100"/>
        <pc:sldMkLst>
          <pc:docMk/>
          <pc:sldMk cId="761229866" sldId="263"/>
        </pc:sldMkLst>
        <pc:spChg chg="del">
          <ac:chgData name="Aloe VERA" userId="6b960476-e567-467f-a33f-aec172a9bd13" providerId="ADAL" clId="{8A9E6FFF-D572-4621-84EA-50F599B778CC}" dt="2026-03-23T08:54:01.871" v="364" actId="478"/>
          <ac:spMkLst>
            <pc:docMk/>
            <pc:sldMk cId="761229866" sldId="263"/>
            <ac:spMk id="2" creationId="{98EA0F71-213E-7085-E026-7C163B96D25C}"/>
          </ac:spMkLst>
        </pc:spChg>
        <pc:spChg chg="add mod">
          <ac:chgData name="Aloe VERA" userId="6b960476-e567-467f-a33f-aec172a9bd13" providerId="ADAL" clId="{8A9E6FFF-D572-4621-84EA-50F599B778CC}" dt="2026-03-23T10:02:14.954" v="415" actId="14100"/>
          <ac:spMkLst>
            <pc:docMk/>
            <pc:sldMk cId="761229866" sldId="263"/>
            <ac:spMk id="3" creationId="{1FB0F949-C75C-1AB8-58C6-5180511C8067}"/>
          </ac:spMkLst>
        </pc:spChg>
        <pc:spChg chg="add mod">
          <ac:chgData name="Aloe VERA" userId="6b960476-e567-467f-a33f-aec172a9bd13" providerId="ADAL" clId="{8A9E6FFF-D572-4621-84EA-50F599B778CC}" dt="2026-03-23T08:55:49.396" v="377" actId="1076"/>
          <ac:spMkLst>
            <pc:docMk/>
            <pc:sldMk cId="761229866" sldId="263"/>
            <ac:spMk id="4" creationId="{0627FD5C-70E7-5E81-AB06-16E8E2960A2F}"/>
          </ac:spMkLst>
        </pc:spChg>
        <pc:spChg chg="mod">
          <ac:chgData name="Aloe VERA" userId="6b960476-e567-467f-a33f-aec172a9bd13" providerId="ADAL" clId="{8A9E6FFF-D572-4621-84EA-50F599B778CC}" dt="2026-03-23T08:53:50.042" v="363" actId="1076"/>
          <ac:spMkLst>
            <pc:docMk/>
            <pc:sldMk cId="761229866" sldId="263"/>
            <ac:spMk id="16" creationId="{68F21CCD-2E7C-16F1-FD09-2ED940D7F4DE}"/>
          </ac:spMkLst>
        </pc:spChg>
        <pc:spChg chg="del">
          <ac:chgData name="Aloe VERA" userId="6b960476-e567-467f-a33f-aec172a9bd13" providerId="ADAL" clId="{8A9E6FFF-D572-4621-84EA-50F599B778CC}" dt="2026-03-23T08:55:31.127" v="371" actId="478"/>
          <ac:spMkLst>
            <pc:docMk/>
            <pc:sldMk cId="761229866" sldId="263"/>
            <ac:spMk id="25" creationId="{D548F7F5-6F97-820A-F42E-8FC55182DDB8}"/>
          </ac:spMkLst>
        </pc:spChg>
      </pc:sldChg>
      <pc:sldChg chg="delSp add del setBg delDesignElem">
        <pc:chgData name="Aloe VERA" userId="6b960476-e567-467f-a33f-aec172a9bd13" providerId="ADAL" clId="{8A9E6FFF-D572-4621-84EA-50F599B778CC}" dt="2026-03-23T08:53:06.479" v="356" actId="47"/>
        <pc:sldMkLst>
          <pc:docMk/>
          <pc:sldMk cId="2780795518" sldId="263"/>
        </pc:sldMkLst>
        <pc:spChg chg="del">
          <ac:chgData name="Aloe VERA" userId="6b960476-e567-467f-a33f-aec172a9bd13" providerId="ADAL" clId="{8A9E6FFF-D572-4621-84EA-50F599B778CC}" dt="2026-03-23T08:52:40.270" v="355"/>
          <ac:spMkLst>
            <pc:docMk/>
            <pc:sldMk cId="2780795518" sldId="263"/>
            <ac:spMk id="38" creationId="{9C371D03-1AC9-FFA8-23BF-BB0ACC6B7E7A}"/>
          </ac:spMkLst>
        </pc:spChg>
        <pc:spChg chg="del">
          <ac:chgData name="Aloe VERA" userId="6b960476-e567-467f-a33f-aec172a9bd13" providerId="ADAL" clId="{8A9E6FFF-D572-4621-84EA-50F599B778CC}" dt="2026-03-23T08:52:40.270" v="355"/>
          <ac:spMkLst>
            <pc:docMk/>
            <pc:sldMk cId="2780795518" sldId="263"/>
            <ac:spMk id="39" creationId="{1471E75C-FB3F-E1E9-1295-F0F0BB49C44C}"/>
          </ac:spMkLst>
        </pc:spChg>
        <pc:spChg chg="del">
          <ac:chgData name="Aloe VERA" userId="6b960476-e567-467f-a33f-aec172a9bd13" providerId="ADAL" clId="{8A9E6FFF-D572-4621-84EA-50F599B778CC}" dt="2026-03-23T08:52:40.270" v="355"/>
          <ac:spMkLst>
            <pc:docMk/>
            <pc:sldMk cId="2780795518" sldId="263"/>
            <ac:spMk id="40" creationId="{203BF927-CD7C-BA1C-BBE6-02392CC6F99D}"/>
          </ac:spMkLst>
        </pc:spChg>
      </pc:sldChg>
      <pc:sldChg chg="addSp delSp modSp add mod ord">
        <pc:chgData name="Aloe VERA" userId="6b960476-e567-467f-a33f-aec172a9bd13" providerId="ADAL" clId="{8A9E6FFF-D572-4621-84EA-50F599B778CC}" dt="2026-03-23T10:36:48.555" v="915"/>
        <pc:sldMkLst>
          <pc:docMk/>
          <pc:sldMk cId="29846934" sldId="264"/>
        </pc:sldMkLst>
        <pc:spChg chg="add mod">
          <ac:chgData name="Aloe VERA" userId="6b960476-e567-467f-a33f-aec172a9bd13" providerId="ADAL" clId="{8A9E6FFF-D572-4621-84EA-50F599B778CC}" dt="2026-03-23T10:35:53.061" v="907" actId="1076"/>
          <ac:spMkLst>
            <pc:docMk/>
            <pc:sldMk cId="29846934" sldId="264"/>
            <ac:spMk id="3" creationId="{689FD935-4D99-0309-832B-15A5781B1799}"/>
          </ac:spMkLst>
        </pc:spChg>
        <pc:spChg chg="add mod">
          <ac:chgData name="Aloe VERA" userId="6b960476-e567-467f-a33f-aec172a9bd13" providerId="ADAL" clId="{8A9E6FFF-D572-4621-84EA-50F599B778CC}" dt="2026-03-23T10:36:37.096" v="912" actId="1076"/>
          <ac:spMkLst>
            <pc:docMk/>
            <pc:sldMk cId="29846934" sldId="264"/>
            <ac:spMk id="4" creationId="{85C8DA6A-D13E-ACC7-EB29-5E623FB7B3ED}"/>
          </ac:spMkLst>
        </pc:spChg>
        <pc:spChg chg="add mod">
          <ac:chgData name="Aloe VERA" userId="6b960476-e567-467f-a33f-aec172a9bd13" providerId="ADAL" clId="{8A9E6FFF-D572-4621-84EA-50F599B778CC}" dt="2026-03-23T10:35:56.823" v="908" actId="1076"/>
          <ac:spMkLst>
            <pc:docMk/>
            <pc:sldMk cId="29846934" sldId="264"/>
            <ac:spMk id="5" creationId="{A6D44003-7B3B-ECFE-CAC5-D4FC182767DB}"/>
          </ac:spMkLst>
        </pc:spChg>
        <pc:spChg chg="del">
          <ac:chgData name="Aloe VERA" userId="6b960476-e567-467f-a33f-aec172a9bd13" providerId="ADAL" clId="{8A9E6FFF-D572-4621-84EA-50F599B778CC}" dt="2026-03-23T10:34:35.857" v="894" actId="478"/>
          <ac:spMkLst>
            <pc:docMk/>
            <pc:sldMk cId="29846934" sldId="264"/>
            <ac:spMk id="15" creationId="{E254683A-0D65-78CF-15AA-C4455A2B6060}"/>
          </ac:spMkLst>
        </pc:spChg>
        <pc:graphicFrameChg chg="del">
          <ac:chgData name="Aloe VERA" userId="6b960476-e567-467f-a33f-aec172a9bd13" providerId="ADAL" clId="{8A9E6FFF-D572-4621-84EA-50F599B778CC}" dt="2026-03-23T10:34:35.857" v="894" actId="478"/>
          <ac:graphicFrameMkLst>
            <pc:docMk/>
            <pc:sldMk cId="29846934" sldId="264"/>
            <ac:graphicFrameMk id="2" creationId="{6C9694A4-180B-C6EF-C46F-7D82C159AEB8}"/>
          </ac:graphicFrameMkLst>
        </pc:graphicFrameChg>
      </pc:sldChg>
      <pc:sldChg chg="delSp add del setBg delDesignElem">
        <pc:chgData name="Aloe VERA" userId="6b960476-e567-467f-a33f-aec172a9bd13" providerId="ADAL" clId="{8A9E6FFF-D572-4621-84EA-50F599B778CC}" dt="2026-03-23T08:31:12.687" v="74" actId="47"/>
        <pc:sldMkLst>
          <pc:docMk/>
          <pc:sldMk cId="2103216280" sldId="264"/>
        </pc:sldMkLst>
        <pc:spChg chg="del">
          <ac:chgData name="Aloe VERA" userId="6b960476-e567-467f-a33f-aec172a9bd13" providerId="ADAL" clId="{8A9E6FFF-D572-4621-84EA-50F599B778CC}" dt="2026-03-23T08:29:52.264" v="65"/>
          <ac:spMkLst>
            <pc:docMk/>
            <pc:sldMk cId="2103216280" sldId="264"/>
            <ac:spMk id="28" creationId="{B883E0C7-D2E0-2B12-D2C6-9339A1CE0EBA}"/>
          </ac:spMkLst>
        </pc:spChg>
        <pc:spChg chg="del">
          <ac:chgData name="Aloe VERA" userId="6b960476-e567-467f-a33f-aec172a9bd13" providerId="ADAL" clId="{8A9E6FFF-D572-4621-84EA-50F599B778CC}" dt="2026-03-23T08:29:52.264" v="65"/>
          <ac:spMkLst>
            <pc:docMk/>
            <pc:sldMk cId="2103216280" sldId="264"/>
            <ac:spMk id="30" creationId="{451B48C5-DABD-1AEC-4E0E-2FFCE0F086F1}"/>
          </ac:spMkLst>
        </pc:spChg>
        <pc:spChg chg="del">
          <ac:chgData name="Aloe VERA" userId="6b960476-e567-467f-a33f-aec172a9bd13" providerId="ADAL" clId="{8A9E6FFF-D572-4621-84EA-50F599B778CC}" dt="2026-03-23T08:29:52.264" v="65"/>
          <ac:spMkLst>
            <pc:docMk/>
            <pc:sldMk cId="2103216280" sldId="264"/>
            <ac:spMk id="32" creationId="{36CA21C9-C3F9-B110-FBB5-AB03CFB93D34}"/>
          </ac:spMkLst>
        </pc:spChg>
      </pc:sldChg>
      <pc:sldChg chg="addSp delSp add del setBg delDesignElem">
        <pc:chgData name="Aloe VERA" userId="6b960476-e567-467f-a33f-aec172a9bd13" providerId="ADAL" clId="{8A9E6FFF-D572-4621-84EA-50F599B778CC}" dt="2026-03-23T08:46:13.085" v="302"/>
        <pc:sldMkLst>
          <pc:docMk/>
          <pc:sldMk cId="4000737971" sldId="264"/>
        </pc:sldMkLst>
        <pc:spChg chg="add del">
          <ac:chgData name="Aloe VERA" userId="6b960476-e567-467f-a33f-aec172a9bd13" providerId="ADAL" clId="{8A9E6FFF-D572-4621-84EA-50F599B778CC}" dt="2026-03-23T08:46:13.085" v="302"/>
          <ac:spMkLst>
            <pc:docMk/>
            <pc:sldMk cId="4000737971" sldId="264"/>
            <ac:spMk id="38" creationId="{E623A9B5-4F87-888F-3834-77E4A4F58A6B}"/>
          </ac:spMkLst>
        </pc:spChg>
        <pc:spChg chg="add del">
          <ac:chgData name="Aloe VERA" userId="6b960476-e567-467f-a33f-aec172a9bd13" providerId="ADAL" clId="{8A9E6FFF-D572-4621-84EA-50F599B778CC}" dt="2026-03-23T08:46:13.085" v="302"/>
          <ac:spMkLst>
            <pc:docMk/>
            <pc:sldMk cId="4000737971" sldId="264"/>
            <ac:spMk id="39" creationId="{9CA32332-E03C-5F03-DA3F-058AE2C5046C}"/>
          </ac:spMkLst>
        </pc:spChg>
        <pc:spChg chg="add del">
          <ac:chgData name="Aloe VERA" userId="6b960476-e567-467f-a33f-aec172a9bd13" providerId="ADAL" clId="{8A9E6FFF-D572-4621-84EA-50F599B778CC}" dt="2026-03-23T08:46:13.085" v="302"/>
          <ac:spMkLst>
            <pc:docMk/>
            <pc:sldMk cId="4000737971" sldId="264"/>
            <ac:spMk id="40" creationId="{C17CE924-889D-BDBE-BD32-FA3E0519B6E1}"/>
          </ac:spMkLst>
        </pc:spChg>
      </pc:sldChg>
      <pc:sldChg chg="addSp delSp add del mod setBg delDesignElem">
        <pc:chgData name="Aloe VERA" userId="6b960476-e567-467f-a33f-aec172a9bd13" providerId="ADAL" clId="{8A9E6FFF-D572-4621-84EA-50F599B778CC}" dt="2026-03-23T08:29:46.983" v="63"/>
        <pc:sldMkLst>
          <pc:docMk/>
          <pc:sldMk cId="4105860350" sldId="264"/>
        </pc:sldMkLst>
        <pc:spChg chg="add del">
          <ac:chgData name="Aloe VERA" userId="6b960476-e567-467f-a33f-aec172a9bd13" providerId="ADAL" clId="{8A9E6FFF-D572-4621-84EA-50F599B778CC}" dt="2026-03-23T08:29:46.574" v="62" actId="478"/>
          <ac:spMkLst>
            <pc:docMk/>
            <pc:sldMk cId="4105860350" sldId="264"/>
            <ac:spMk id="15" creationId="{FEE0B445-5599-AA3F-ACFA-560938B5FD84}"/>
          </ac:spMkLst>
        </pc:spChg>
        <pc:spChg chg="add del">
          <ac:chgData name="Aloe VERA" userId="6b960476-e567-467f-a33f-aec172a9bd13" providerId="ADAL" clId="{8A9E6FFF-D572-4621-84EA-50F599B778CC}" dt="2026-03-23T08:29:46.983" v="63"/>
          <ac:spMkLst>
            <pc:docMk/>
            <pc:sldMk cId="4105860350" sldId="264"/>
            <ac:spMk id="29" creationId="{6535AE80-B2F7-621D-F783-45A06CDEC503}"/>
          </ac:spMkLst>
        </pc:spChg>
        <pc:spChg chg="add del">
          <ac:chgData name="Aloe VERA" userId="6b960476-e567-467f-a33f-aec172a9bd13" providerId="ADAL" clId="{8A9E6FFF-D572-4621-84EA-50F599B778CC}" dt="2026-03-23T08:29:46.983" v="63"/>
          <ac:spMkLst>
            <pc:docMk/>
            <pc:sldMk cId="4105860350" sldId="264"/>
            <ac:spMk id="31" creationId="{473BA927-D47B-E915-CD3C-6CB4327907F0}"/>
          </ac:spMkLst>
        </pc:spChg>
        <pc:spChg chg="add del">
          <ac:chgData name="Aloe VERA" userId="6b960476-e567-467f-a33f-aec172a9bd13" providerId="ADAL" clId="{8A9E6FFF-D572-4621-84EA-50F599B778CC}" dt="2026-03-23T08:29:46.983" v="63"/>
          <ac:spMkLst>
            <pc:docMk/>
            <pc:sldMk cId="4105860350" sldId="264"/>
            <ac:spMk id="33" creationId="{A207579C-4904-244C-3CC4-05D8010F4024}"/>
          </ac:spMkLst>
        </pc:spChg>
        <pc:graphicFrameChg chg="add del">
          <ac:chgData name="Aloe VERA" userId="6b960476-e567-467f-a33f-aec172a9bd13" providerId="ADAL" clId="{8A9E6FFF-D572-4621-84EA-50F599B778CC}" dt="2026-03-23T08:29:46.574" v="62" actId="478"/>
          <ac:graphicFrameMkLst>
            <pc:docMk/>
            <pc:sldMk cId="4105860350" sldId="264"/>
            <ac:graphicFrameMk id="2" creationId="{0B600ABB-E871-DB30-4AB5-BB22074FEADA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E5E09F-7E07-4148-80A6-60BA34877C41}" type="doc">
      <dgm:prSet loTypeId="urn:microsoft.com/office/officeart/2018/2/layout/IconLabelList" loCatId="icon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2E7F3E20-3396-43B5-8003-A5733DA8F4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Utilisateurs</a:t>
          </a:r>
          <a:endParaRPr lang="en-US" dirty="0"/>
        </a:p>
      </dgm:t>
    </dgm:pt>
    <dgm:pt modelId="{53174086-72A7-43F1-A39D-547104D2C275}" type="parTrans" cxnId="{28FD79AC-9D54-47FC-9544-A4C7D43E3814}">
      <dgm:prSet/>
      <dgm:spPr/>
      <dgm:t>
        <a:bodyPr/>
        <a:lstStyle/>
        <a:p>
          <a:endParaRPr lang="en-US"/>
        </a:p>
      </dgm:t>
    </dgm:pt>
    <dgm:pt modelId="{01175853-0A6B-4AFD-993B-6F474C0E3274}" type="sibTrans" cxnId="{28FD79AC-9D54-47FC-9544-A4C7D43E3814}">
      <dgm:prSet/>
      <dgm:spPr/>
      <dgm:t>
        <a:bodyPr/>
        <a:lstStyle/>
        <a:p>
          <a:endParaRPr lang="en-US"/>
        </a:p>
      </dgm:t>
    </dgm:pt>
    <dgm:pt modelId="{A95356AD-65B3-4FE6-AE47-3798AC8AC4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Administrateurs</a:t>
          </a:r>
          <a:endParaRPr lang="en-US" dirty="0"/>
        </a:p>
      </dgm:t>
    </dgm:pt>
    <dgm:pt modelId="{EE6C2048-08E6-433E-802A-F0D757A8A15D}" type="parTrans" cxnId="{56825366-40CF-40DE-B0CF-FEF2D079B258}">
      <dgm:prSet/>
      <dgm:spPr/>
      <dgm:t>
        <a:bodyPr/>
        <a:lstStyle/>
        <a:p>
          <a:endParaRPr lang="en-US"/>
        </a:p>
      </dgm:t>
    </dgm:pt>
    <dgm:pt modelId="{BCE30392-FF41-4814-A6D4-82DB128D260D}" type="sibTrans" cxnId="{56825366-40CF-40DE-B0CF-FEF2D079B258}">
      <dgm:prSet/>
      <dgm:spPr/>
      <dgm:t>
        <a:bodyPr/>
        <a:lstStyle/>
        <a:p>
          <a:endParaRPr lang="en-US"/>
        </a:p>
      </dgm:t>
    </dgm:pt>
    <dgm:pt modelId="{3FD6C868-4482-41F6-B584-D1A48455E108}" type="pres">
      <dgm:prSet presAssocID="{FFE5E09F-7E07-4148-80A6-60BA34877C41}" presName="root" presStyleCnt="0">
        <dgm:presLayoutVars>
          <dgm:dir/>
          <dgm:resizeHandles val="exact"/>
        </dgm:presLayoutVars>
      </dgm:prSet>
      <dgm:spPr/>
    </dgm:pt>
    <dgm:pt modelId="{7B638B50-9FDF-4BD6-B1A5-B2BF0163B245}" type="pres">
      <dgm:prSet presAssocID="{2E7F3E20-3396-43B5-8003-A5733DA8F4B5}" presName="compNode" presStyleCnt="0"/>
      <dgm:spPr/>
    </dgm:pt>
    <dgm:pt modelId="{F442C6F1-1274-4B00-88DD-0BE84A928B08}" type="pres">
      <dgm:prSet presAssocID="{2E7F3E20-3396-43B5-8003-A5733DA8F4B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48770D77-4AE9-4C5D-8979-96F02EB36596}" type="pres">
      <dgm:prSet presAssocID="{2E7F3E20-3396-43B5-8003-A5733DA8F4B5}" presName="spaceRect" presStyleCnt="0"/>
      <dgm:spPr/>
    </dgm:pt>
    <dgm:pt modelId="{401B1DF6-DAC6-4FEF-9398-217C4B39A186}" type="pres">
      <dgm:prSet presAssocID="{2E7F3E20-3396-43B5-8003-A5733DA8F4B5}" presName="textRect" presStyleLbl="revTx" presStyleIdx="0" presStyleCnt="2">
        <dgm:presLayoutVars>
          <dgm:chMax val="1"/>
          <dgm:chPref val="1"/>
        </dgm:presLayoutVars>
      </dgm:prSet>
      <dgm:spPr/>
    </dgm:pt>
    <dgm:pt modelId="{137780B5-DE91-4FA1-A6FC-B881FB3D62CE}" type="pres">
      <dgm:prSet presAssocID="{01175853-0A6B-4AFD-993B-6F474C0E3274}" presName="sibTrans" presStyleCnt="0"/>
      <dgm:spPr/>
    </dgm:pt>
    <dgm:pt modelId="{3B667C39-3DD2-4DEB-973A-930CB9E4476D}" type="pres">
      <dgm:prSet presAssocID="{A95356AD-65B3-4FE6-AE47-3798AC8AC40B}" presName="compNode" presStyleCnt="0"/>
      <dgm:spPr/>
    </dgm:pt>
    <dgm:pt modelId="{4F15B3A2-7F44-4DC4-819E-5CB8565453EC}" type="pres">
      <dgm:prSet presAssocID="{A95356AD-65B3-4FE6-AE47-3798AC8AC40B}" presName="iconRect" presStyleLbl="node1" presStyleIdx="1" presStyleCnt="2"/>
      <dgm:spPr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46DA4BBD-007B-46C3-8476-11C3161F8D1A}" type="pres">
      <dgm:prSet presAssocID="{A95356AD-65B3-4FE6-AE47-3798AC8AC40B}" presName="spaceRect" presStyleCnt="0"/>
      <dgm:spPr/>
    </dgm:pt>
    <dgm:pt modelId="{4FAC5AAF-2E64-439F-9ACF-EE9B741150E7}" type="pres">
      <dgm:prSet presAssocID="{A95356AD-65B3-4FE6-AE47-3798AC8AC40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32DBA39-4EF3-4450-8A37-85EC75AF3AC1}" type="presOf" srcId="{A95356AD-65B3-4FE6-AE47-3798AC8AC40B}" destId="{4FAC5AAF-2E64-439F-9ACF-EE9B741150E7}" srcOrd="0" destOrd="0" presId="urn:microsoft.com/office/officeart/2018/2/layout/IconLabelList"/>
    <dgm:cxn modelId="{56825366-40CF-40DE-B0CF-FEF2D079B258}" srcId="{FFE5E09F-7E07-4148-80A6-60BA34877C41}" destId="{A95356AD-65B3-4FE6-AE47-3798AC8AC40B}" srcOrd="1" destOrd="0" parTransId="{EE6C2048-08E6-433E-802A-F0D757A8A15D}" sibTransId="{BCE30392-FF41-4814-A6D4-82DB128D260D}"/>
    <dgm:cxn modelId="{34397F50-ABCB-4D09-B3D1-868A17589BA5}" type="presOf" srcId="{FFE5E09F-7E07-4148-80A6-60BA34877C41}" destId="{3FD6C868-4482-41F6-B584-D1A48455E108}" srcOrd="0" destOrd="0" presId="urn:microsoft.com/office/officeart/2018/2/layout/IconLabelList"/>
    <dgm:cxn modelId="{28FD79AC-9D54-47FC-9544-A4C7D43E3814}" srcId="{FFE5E09F-7E07-4148-80A6-60BA34877C41}" destId="{2E7F3E20-3396-43B5-8003-A5733DA8F4B5}" srcOrd="0" destOrd="0" parTransId="{53174086-72A7-43F1-A39D-547104D2C275}" sibTransId="{01175853-0A6B-4AFD-993B-6F474C0E3274}"/>
    <dgm:cxn modelId="{87FEA2B6-D9D7-4DC4-80F8-811940D5CAF7}" type="presOf" srcId="{2E7F3E20-3396-43B5-8003-A5733DA8F4B5}" destId="{401B1DF6-DAC6-4FEF-9398-217C4B39A186}" srcOrd="0" destOrd="0" presId="urn:microsoft.com/office/officeart/2018/2/layout/IconLabelList"/>
    <dgm:cxn modelId="{B72B561F-0CC6-4035-A2F2-E8942A0E472F}" type="presParOf" srcId="{3FD6C868-4482-41F6-B584-D1A48455E108}" destId="{7B638B50-9FDF-4BD6-B1A5-B2BF0163B245}" srcOrd="0" destOrd="0" presId="urn:microsoft.com/office/officeart/2018/2/layout/IconLabelList"/>
    <dgm:cxn modelId="{867BFF14-38F5-4641-907A-3E10F46388E0}" type="presParOf" srcId="{7B638B50-9FDF-4BD6-B1A5-B2BF0163B245}" destId="{F442C6F1-1274-4B00-88DD-0BE84A928B08}" srcOrd="0" destOrd="0" presId="urn:microsoft.com/office/officeart/2018/2/layout/IconLabelList"/>
    <dgm:cxn modelId="{E20FFAC7-F545-477C-8F9B-F3CCF46B91E3}" type="presParOf" srcId="{7B638B50-9FDF-4BD6-B1A5-B2BF0163B245}" destId="{48770D77-4AE9-4C5D-8979-96F02EB36596}" srcOrd="1" destOrd="0" presId="urn:microsoft.com/office/officeart/2018/2/layout/IconLabelList"/>
    <dgm:cxn modelId="{6FE9B035-369C-4AE1-B5B7-F7757F782CB8}" type="presParOf" srcId="{7B638B50-9FDF-4BD6-B1A5-B2BF0163B245}" destId="{401B1DF6-DAC6-4FEF-9398-217C4B39A186}" srcOrd="2" destOrd="0" presId="urn:microsoft.com/office/officeart/2018/2/layout/IconLabelList"/>
    <dgm:cxn modelId="{79BE8EA7-3313-4104-B420-045A00DB5CD7}" type="presParOf" srcId="{3FD6C868-4482-41F6-B584-D1A48455E108}" destId="{137780B5-DE91-4FA1-A6FC-B881FB3D62CE}" srcOrd="1" destOrd="0" presId="urn:microsoft.com/office/officeart/2018/2/layout/IconLabelList"/>
    <dgm:cxn modelId="{6E4DD3D3-3CDE-4003-BF1E-C60CE9045C6A}" type="presParOf" srcId="{3FD6C868-4482-41F6-B584-D1A48455E108}" destId="{3B667C39-3DD2-4DEB-973A-930CB9E4476D}" srcOrd="2" destOrd="0" presId="urn:microsoft.com/office/officeart/2018/2/layout/IconLabelList"/>
    <dgm:cxn modelId="{CEB62AA8-BA45-4B6F-BD28-78C6DE0F583C}" type="presParOf" srcId="{3B667C39-3DD2-4DEB-973A-930CB9E4476D}" destId="{4F15B3A2-7F44-4DC4-819E-5CB8565453EC}" srcOrd="0" destOrd="0" presId="urn:microsoft.com/office/officeart/2018/2/layout/IconLabelList"/>
    <dgm:cxn modelId="{7475C2CF-1CD2-464F-9D64-C4AC604011BB}" type="presParOf" srcId="{3B667C39-3DD2-4DEB-973A-930CB9E4476D}" destId="{46DA4BBD-007B-46C3-8476-11C3161F8D1A}" srcOrd="1" destOrd="0" presId="urn:microsoft.com/office/officeart/2018/2/layout/IconLabelList"/>
    <dgm:cxn modelId="{851B7BDC-48F3-49A6-AC6E-00D76AA20C3A}" type="presParOf" srcId="{3B667C39-3DD2-4DEB-973A-930CB9E4476D}" destId="{4FAC5AAF-2E64-439F-9ACF-EE9B741150E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42C6F1-1274-4B00-88DD-0BE84A928B08}">
      <dsp:nvSpPr>
        <dsp:cNvPr id="0" name=""/>
        <dsp:cNvSpPr/>
      </dsp:nvSpPr>
      <dsp:spPr>
        <a:xfrm>
          <a:off x="1976400" y="41995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1B1DF6-DAC6-4FEF-9398-217C4B39A186}">
      <dsp:nvSpPr>
        <dsp:cNvPr id="0" name=""/>
        <dsp:cNvSpPr/>
      </dsp:nvSpPr>
      <dsp:spPr>
        <a:xfrm>
          <a:off x="788400" y="2456292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911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1" kern="1200" dirty="0"/>
            <a:t>Utilisateurs</a:t>
          </a:r>
          <a:endParaRPr lang="en-US" sz="4300" kern="1200" dirty="0"/>
        </a:p>
      </dsp:txBody>
      <dsp:txXfrm>
        <a:off x="788400" y="2456292"/>
        <a:ext cx="4320000" cy="720000"/>
      </dsp:txXfrm>
    </dsp:sp>
    <dsp:sp modelId="{4F15B3A2-7F44-4DC4-819E-5CB8565453EC}">
      <dsp:nvSpPr>
        <dsp:cNvPr id="0" name=""/>
        <dsp:cNvSpPr/>
      </dsp:nvSpPr>
      <dsp:spPr>
        <a:xfrm>
          <a:off x="7052400" y="41995"/>
          <a:ext cx="1944000" cy="1944000"/>
        </a:xfrm>
        <a:prstGeom prst="rect">
          <a:avLst/>
        </a:prstGeom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AC5AAF-2E64-439F-9ACF-EE9B741150E7}">
      <dsp:nvSpPr>
        <dsp:cNvPr id="0" name=""/>
        <dsp:cNvSpPr/>
      </dsp:nvSpPr>
      <dsp:spPr>
        <a:xfrm>
          <a:off x="5864400" y="2456292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911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b="1" kern="1200" dirty="0"/>
            <a:t>Administrateurs</a:t>
          </a:r>
          <a:endParaRPr lang="en-US" sz="4300" kern="1200" dirty="0"/>
        </a:p>
      </dsp:txBody>
      <dsp:txXfrm>
        <a:off x="5864400" y="2456292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YT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1D87AE-12D4-44AE-83EF-85CED353D5CC}" type="datetimeFigureOut">
              <a:rPr lang="fr-YT" smtClean="0"/>
              <a:t>23/03/2026</a:t>
            </a:fld>
            <a:endParaRPr lang="fr-YT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YT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YT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YT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03E96E-693D-47FE-AF03-DBDB89B4CF32}" type="slidenum">
              <a:rPr lang="fr-YT" smtClean="0"/>
              <a:t>‹N°›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3723870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YT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3E96E-693D-47FE-AF03-DBDB89B4CF32}" type="slidenum">
              <a:rPr lang="fr-YT" smtClean="0"/>
              <a:t>1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3147577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7627F-9099-8C5D-7C22-5D4D7B31F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8E4CC3D-64F5-A5BD-2FDB-9CBD2123F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3965D06-70BD-D207-3D3D-2EBEC8C16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YT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060294-5D73-3FD9-50F0-7600958D29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3E96E-693D-47FE-AF03-DBDB89B4CF32}" type="slidenum">
              <a:rPr lang="fr-YT" smtClean="0"/>
              <a:t>2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418195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B62BC-A45B-8B1A-2362-4E641C8C0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FB6F48B-1054-6287-CCA5-2FD7A579C5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YT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D691E8F-C15D-C0F7-8E08-F1FF91C61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YT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CEF94D5-26AE-A963-B685-8D3DEBC433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3E96E-693D-47FE-AF03-DBDB89B4CF32}" type="slidenum">
              <a:rPr lang="fr-YT" smtClean="0"/>
              <a:t>3</a:t>
            </a:fld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4229584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150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760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461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354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6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25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972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21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283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78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230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chemeClr val="accent6">
                <a:lumMod val="60000"/>
                <a:lumOff val="40000"/>
              </a:schemeClr>
            </a:gs>
            <a:gs pos="56000">
              <a:schemeClr val="accent2">
                <a:lumMod val="97000"/>
                <a:lumOff val="3000"/>
              </a:schemeClr>
            </a:gs>
            <a:gs pos="100000">
              <a:schemeClr val="accent6">
                <a:lumMod val="40000"/>
                <a:lumOff val="60000"/>
              </a:schemeClr>
            </a:gs>
          </a:gsLst>
          <a:lin ang="14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1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accent6">
                <a:lumMod val="60000"/>
                <a:lumOff val="40000"/>
              </a:schemeClr>
            </a:gs>
            <a:gs pos="56000">
              <a:schemeClr val="accent2">
                <a:lumMod val="97000"/>
                <a:lumOff val="3000"/>
              </a:schemeClr>
            </a:gs>
            <a:gs pos="100000">
              <a:schemeClr val="accent6">
                <a:lumMod val="40000"/>
                <a:lumOff val="60000"/>
              </a:schemeClr>
            </a:gs>
          </a:gsLst>
          <a:lin ang="14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2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A46C5F3-4EAC-473B-BD72-1219E833D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12231725-D083-4E0F-9428-1C2635189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2140699"/>
            <a:ext cx="12192000" cy="4717301"/>
          </a:xfrm>
          <a:custGeom>
            <a:avLst/>
            <a:gdLst>
              <a:gd name="connsiteX0" fmla="*/ 8930642 w 12192000"/>
              <a:gd name="connsiteY0" fmla="*/ 4273734 h 4717301"/>
              <a:gd name="connsiteX1" fmla="*/ 9143134 w 12192000"/>
              <a:gd name="connsiteY1" fmla="*/ 4396362 h 4717301"/>
              <a:gd name="connsiteX2" fmla="*/ 9043549 w 12192000"/>
              <a:gd name="connsiteY2" fmla="*/ 4693978 h 4717301"/>
              <a:gd name="connsiteX3" fmla="*/ 8745984 w 12192000"/>
              <a:gd name="connsiteY3" fmla="*/ 4594249 h 4717301"/>
              <a:gd name="connsiteX4" fmla="*/ 8845568 w 12192000"/>
              <a:gd name="connsiteY4" fmla="*/ 4296634 h 4717301"/>
              <a:gd name="connsiteX5" fmla="*/ 8930642 w 12192000"/>
              <a:gd name="connsiteY5" fmla="*/ 4273734 h 4717301"/>
              <a:gd name="connsiteX6" fmla="*/ 9842642 w 12192000"/>
              <a:gd name="connsiteY6" fmla="*/ 3718743 h 4717301"/>
              <a:gd name="connsiteX7" fmla="*/ 10272210 w 12192000"/>
              <a:gd name="connsiteY7" fmla="*/ 3966645 h 4717301"/>
              <a:gd name="connsiteX8" fmla="*/ 10070896 w 12192000"/>
              <a:gd name="connsiteY8" fmla="*/ 4568292 h 4717301"/>
              <a:gd name="connsiteX9" fmla="*/ 9469346 w 12192000"/>
              <a:gd name="connsiteY9" fmla="*/ 4366686 h 4717301"/>
              <a:gd name="connsiteX10" fmla="*/ 9670660 w 12192000"/>
              <a:gd name="connsiteY10" fmla="*/ 3765038 h 4717301"/>
              <a:gd name="connsiteX11" fmla="*/ 9842642 w 12192000"/>
              <a:gd name="connsiteY11" fmla="*/ 3718743 h 4717301"/>
              <a:gd name="connsiteX12" fmla="*/ 0 w 12192000"/>
              <a:gd name="connsiteY12" fmla="*/ 0 h 4717301"/>
              <a:gd name="connsiteX13" fmla="*/ 12192000 w 12192000"/>
              <a:gd name="connsiteY13" fmla="*/ 0 h 4717301"/>
              <a:gd name="connsiteX14" fmla="*/ 12192000 w 12192000"/>
              <a:gd name="connsiteY14" fmla="*/ 3369891 h 4717301"/>
              <a:gd name="connsiteX15" fmla="*/ 12124015 w 12192000"/>
              <a:gd name="connsiteY15" fmla="*/ 3410713 h 4717301"/>
              <a:gd name="connsiteX16" fmla="*/ 11077457 w 12192000"/>
              <a:gd name="connsiteY16" fmla="*/ 3501725 h 4717301"/>
              <a:gd name="connsiteX17" fmla="*/ 9867246 w 12192000"/>
              <a:gd name="connsiteY17" fmla="*/ 3351592 h 4717301"/>
              <a:gd name="connsiteX18" fmla="*/ 8994802 w 12192000"/>
              <a:gd name="connsiteY18" fmla="*/ 3878378 h 4717301"/>
              <a:gd name="connsiteX19" fmla="*/ 6994655 w 12192000"/>
              <a:gd name="connsiteY19" fmla="*/ 4335637 h 4717301"/>
              <a:gd name="connsiteX20" fmla="*/ 6287534 w 12192000"/>
              <a:gd name="connsiteY20" fmla="*/ 3714199 h 4717301"/>
              <a:gd name="connsiteX21" fmla="*/ 4392596 w 12192000"/>
              <a:gd name="connsiteY21" fmla="*/ 3392344 h 4717301"/>
              <a:gd name="connsiteX22" fmla="*/ 3014500 w 12192000"/>
              <a:gd name="connsiteY22" fmla="*/ 4100222 h 4717301"/>
              <a:gd name="connsiteX23" fmla="*/ 86414 w 12192000"/>
              <a:gd name="connsiteY23" fmla="*/ 3903305 h 4717301"/>
              <a:gd name="connsiteX24" fmla="*/ 0 w 12192000"/>
              <a:gd name="connsiteY24" fmla="*/ 3840566 h 4717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2000" h="4717301">
                <a:moveTo>
                  <a:pt x="8930642" y="4273734"/>
                </a:moveTo>
                <a:cubicBezTo>
                  <a:pt x="9016941" y="4268381"/>
                  <a:pt x="9102130" y="4314070"/>
                  <a:pt x="9143134" y="4396362"/>
                </a:cubicBezTo>
                <a:cubicBezTo>
                  <a:pt x="9197806" y="4506087"/>
                  <a:pt x="9153221" y="4639333"/>
                  <a:pt x="9043549" y="4693978"/>
                </a:cubicBezTo>
                <a:cubicBezTo>
                  <a:pt x="8933879" y="4748622"/>
                  <a:pt x="8800655" y="4703973"/>
                  <a:pt x="8745984" y="4594249"/>
                </a:cubicBezTo>
                <a:cubicBezTo>
                  <a:pt x="8691311" y="4484525"/>
                  <a:pt x="8735897" y="4351279"/>
                  <a:pt x="8845568" y="4296634"/>
                </a:cubicBezTo>
                <a:cubicBezTo>
                  <a:pt x="8872986" y="4282973"/>
                  <a:pt x="8901875" y="4275517"/>
                  <a:pt x="8930642" y="4273734"/>
                </a:cubicBezTo>
                <a:close/>
                <a:moveTo>
                  <a:pt x="9842642" y="3718743"/>
                </a:moveTo>
                <a:cubicBezTo>
                  <a:pt x="10017101" y="3707923"/>
                  <a:pt x="10189318" y="3800286"/>
                  <a:pt x="10272210" y="3966645"/>
                </a:cubicBezTo>
                <a:cubicBezTo>
                  <a:pt x="10382732" y="4188458"/>
                  <a:pt x="10292600" y="4457825"/>
                  <a:pt x="10070896" y="4568292"/>
                </a:cubicBezTo>
                <a:cubicBezTo>
                  <a:pt x="9849191" y="4678760"/>
                  <a:pt x="9579867" y="4588498"/>
                  <a:pt x="9469346" y="4366686"/>
                </a:cubicBezTo>
                <a:cubicBezTo>
                  <a:pt x="9358824" y="4144873"/>
                  <a:pt x="9448956" y="3875506"/>
                  <a:pt x="9670660" y="3765038"/>
                </a:cubicBezTo>
                <a:cubicBezTo>
                  <a:pt x="9726087" y="3737421"/>
                  <a:pt x="9784490" y="3722349"/>
                  <a:pt x="9842642" y="371874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369891"/>
                </a:lnTo>
                <a:lnTo>
                  <a:pt x="12124015" y="3410713"/>
                </a:lnTo>
                <a:cubicBezTo>
                  <a:pt x="11792041" y="3581538"/>
                  <a:pt x="11443617" y="3577252"/>
                  <a:pt x="11077457" y="3501725"/>
                </a:cubicBezTo>
                <a:cubicBezTo>
                  <a:pt x="10679189" y="3419860"/>
                  <a:pt x="10271734" y="3358281"/>
                  <a:pt x="9867246" y="3351592"/>
                </a:cubicBezTo>
                <a:cubicBezTo>
                  <a:pt x="9492336" y="3345611"/>
                  <a:pt x="9239136" y="3626329"/>
                  <a:pt x="8994802" y="3878378"/>
                </a:cubicBezTo>
                <a:cubicBezTo>
                  <a:pt x="8385954" y="4506678"/>
                  <a:pt x="7695268" y="4690742"/>
                  <a:pt x="6994655" y="4335637"/>
                </a:cubicBezTo>
                <a:cubicBezTo>
                  <a:pt x="6722938" y="4197922"/>
                  <a:pt x="6494843" y="3948626"/>
                  <a:pt x="6287534" y="3714199"/>
                </a:cubicBezTo>
                <a:cubicBezTo>
                  <a:pt x="5731733" y="3085491"/>
                  <a:pt x="5043559" y="3067499"/>
                  <a:pt x="4392596" y="3392344"/>
                </a:cubicBezTo>
                <a:cubicBezTo>
                  <a:pt x="3930423" y="3623867"/>
                  <a:pt x="3492022" y="3908604"/>
                  <a:pt x="3014500" y="4100222"/>
                </a:cubicBezTo>
                <a:cubicBezTo>
                  <a:pt x="1977820" y="4518409"/>
                  <a:pt x="973242" y="4499486"/>
                  <a:pt x="86414" y="3903305"/>
                </a:cubicBezTo>
                <a:lnTo>
                  <a:pt x="0" y="384056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16B56A2-04BD-83BD-CE2D-27E5F53DAD74}"/>
              </a:ext>
            </a:extLst>
          </p:cNvPr>
          <p:cNvSpPr txBox="1"/>
          <p:nvPr/>
        </p:nvSpPr>
        <p:spPr>
          <a:xfrm>
            <a:off x="609600" y="557784"/>
            <a:ext cx="10972800" cy="14463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Identification des acteurs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E9498ED-8096-421B-BCD5-F6C4D3CAC428}"/>
              </a:ext>
            </a:extLst>
          </p:cNvPr>
          <p:cNvSpPr txBox="1"/>
          <p:nvPr/>
        </p:nvSpPr>
        <p:spPr>
          <a:xfrm>
            <a:off x="6684664" y="4281263"/>
            <a:ext cx="4227751" cy="14511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  <a:buFont typeface="+mj-lt"/>
              <a:buAutoNum type="arabicPeriod"/>
            </a:pPr>
            <a:endParaRPr lang="en-US" sz="3200" b="1" dirty="0">
              <a:latin typeface="Arial Black" panose="020B0A04020102020204" pitchFamily="34" charset="0"/>
            </a:endParaRPr>
          </a:p>
        </p:txBody>
      </p:sp>
      <p:graphicFrame>
        <p:nvGraphicFramePr>
          <p:cNvPr id="34" name="ZoneTexte 15">
            <a:extLst>
              <a:ext uri="{FF2B5EF4-FFF2-40B4-BE49-F238E27FC236}">
                <a16:creationId xmlns:a16="http://schemas.microsoft.com/office/drawing/2014/main" id="{E8BAB2F9-3044-72D1-9189-E864D895E3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0109682"/>
              </p:ext>
            </p:extLst>
          </p:nvPr>
        </p:nvGraphicFramePr>
        <p:xfrm>
          <a:off x="609600" y="2923750"/>
          <a:ext cx="10972800" cy="3218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74736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accent6">
                <a:lumMod val="60000"/>
                <a:lumOff val="40000"/>
              </a:schemeClr>
            </a:gs>
            <a:gs pos="56000">
              <a:schemeClr val="accent2">
                <a:lumMod val="97000"/>
                <a:lumOff val="3000"/>
              </a:schemeClr>
            </a:gs>
            <a:gs pos="100000">
              <a:schemeClr val="accent6">
                <a:lumMod val="40000"/>
                <a:lumOff val="60000"/>
              </a:schemeClr>
            </a:gs>
          </a:gsLst>
          <a:lin ang="14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CD67E4-0529-6B6B-9490-6926AB65F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Background Fill">
            <a:extLst>
              <a:ext uri="{FF2B5EF4-FFF2-40B4-BE49-F238E27FC236}">
                <a16:creationId xmlns:a16="http://schemas.microsoft.com/office/drawing/2014/main" id="{6DA65B90-7B06-4499-91BA-CDDD3613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03D3CC2-92C0-446B-91D6-D95EB3355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reeform: Shape 33">
            <a:extLst>
              <a:ext uri="{FF2B5EF4-FFF2-40B4-BE49-F238E27FC236}">
                <a16:creationId xmlns:a16="http://schemas.microsoft.com/office/drawing/2014/main" id="{2897C999-28FA-4C54-8B7D-F10AACDEFA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8177" y="0"/>
            <a:ext cx="7360775" cy="6858000"/>
          </a:xfrm>
          <a:custGeom>
            <a:avLst/>
            <a:gdLst>
              <a:gd name="connsiteX0" fmla="*/ 615190 w 7360775"/>
              <a:gd name="connsiteY0" fmla="*/ 3536635 h 6858000"/>
              <a:gd name="connsiteX1" fmla="*/ 1124778 w 7360775"/>
              <a:gd name="connsiteY1" fmla="*/ 4046223 h 6858000"/>
              <a:gd name="connsiteX2" fmla="*/ 615190 w 7360775"/>
              <a:gd name="connsiteY2" fmla="*/ 4555811 h 6858000"/>
              <a:gd name="connsiteX3" fmla="*/ 105602 w 7360775"/>
              <a:gd name="connsiteY3" fmla="*/ 4046223 h 6858000"/>
              <a:gd name="connsiteX4" fmla="*/ 615190 w 7360775"/>
              <a:gd name="connsiteY4" fmla="*/ 3536635 h 6858000"/>
              <a:gd name="connsiteX5" fmla="*/ 1497780 w 7360775"/>
              <a:gd name="connsiteY5" fmla="*/ 0 h 6858000"/>
              <a:gd name="connsiteX6" fmla="*/ 1997377 w 7360775"/>
              <a:gd name="connsiteY6" fmla="*/ 0 h 6858000"/>
              <a:gd name="connsiteX7" fmla="*/ 5164844 w 7360775"/>
              <a:gd name="connsiteY7" fmla="*/ 0 h 6858000"/>
              <a:gd name="connsiteX8" fmla="*/ 5726653 w 7360775"/>
              <a:gd name="connsiteY8" fmla="*/ 0 h 6858000"/>
              <a:gd name="connsiteX9" fmla="*/ 7360775 w 7360775"/>
              <a:gd name="connsiteY9" fmla="*/ 0 h 6858000"/>
              <a:gd name="connsiteX10" fmla="*/ 7360775 w 7360775"/>
              <a:gd name="connsiteY10" fmla="*/ 6858000 h 6858000"/>
              <a:gd name="connsiteX11" fmla="*/ 5726653 w 7360775"/>
              <a:gd name="connsiteY11" fmla="*/ 6858000 h 6858000"/>
              <a:gd name="connsiteX12" fmla="*/ 1997377 w 7360775"/>
              <a:gd name="connsiteY12" fmla="*/ 6858000 h 6858000"/>
              <a:gd name="connsiteX13" fmla="*/ 311757 w 7360775"/>
              <a:gd name="connsiteY13" fmla="*/ 6858000 h 6858000"/>
              <a:gd name="connsiteX14" fmla="*/ 314130 w 7360775"/>
              <a:gd name="connsiteY14" fmla="*/ 6707670 h 6858000"/>
              <a:gd name="connsiteX15" fmla="*/ 599702 w 7360775"/>
              <a:gd name="connsiteY15" fmla="*/ 5670858 h 6858000"/>
              <a:gd name="connsiteX16" fmla="*/ 1211433 w 7360775"/>
              <a:gd name="connsiteY16" fmla="*/ 4641255 h 6858000"/>
              <a:gd name="connsiteX17" fmla="*/ 1053041 w 7360775"/>
              <a:gd name="connsiteY17" fmla="*/ 3164269 h 6858000"/>
              <a:gd name="connsiteX18" fmla="*/ 607048 w 7360775"/>
              <a:gd name="connsiteY18" fmla="*/ 2589405 h 6858000"/>
              <a:gd name="connsiteX19" fmla="*/ 1054915 w 7360775"/>
              <a:gd name="connsiteY19" fmla="*/ 1068099 h 6858000"/>
              <a:gd name="connsiteX20" fmla="*/ 1502877 w 7360775"/>
              <a:gd name="connsiteY20" fmla="*/ 419995 h 6858000"/>
              <a:gd name="connsiteX21" fmla="*/ 1505904 w 7360775"/>
              <a:gd name="connsiteY21" fmla="*/ 184996 h 6858000"/>
              <a:gd name="connsiteX22" fmla="*/ 14543 w 7360775"/>
              <a:gd name="connsiteY22" fmla="*/ 0 h 6858000"/>
              <a:gd name="connsiteX23" fmla="*/ 879351 w 7360775"/>
              <a:gd name="connsiteY23" fmla="*/ 0 h 6858000"/>
              <a:gd name="connsiteX24" fmla="*/ 892053 w 7360775"/>
              <a:gd name="connsiteY24" fmla="*/ 78052 h 6858000"/>
              <a:gd name="connsiteX25" fmla="*/ 561940 w 7360775"/>
              <a:gd name="connsiteY25" fmla="*/ 535443 h 6858000"/>
              <a:gd name="connsiteX26" fmla="*/ 15319 w 7360775"/>
              <a:gd name="connsiteY26" fmla="*/ 219852 h 6858000"/>
              <a:gd name="connsiteX27" fmla="*/ 4234 w 7360775"/>
              <a:gd name="connsiteY27" fmla="*/ 429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360775" h="6858000">
                <a:moveTo>
                  <a:pt x="615190" y="3536635"/>
                </a:moveTo>
                <a:cubicBezTo>
                  <a:pt x="896628" y="3536635"/>
                  <a:pt x="1124778" y="3764785"/>
                  <a:pt x="1124778" y="4046223"/>
                </a:cubicBezTo>
                <a:cubicBezTo>
                  <a:pt x="1124778" y="4327661"/>
                  <a:pt x="896628" y="4555811"/>
                  <a:pt x="615190" y="4555811"/>
                </a:cubicBezTo>
                <a:cubicBezTo>
                  <a:pt x="333752" y="4555811"/>
                  <a:pt x="105602" y="4327661"/>
                  <a:pt x="105602" y="4046223"/>
                </a:cubicBezTo>
                <a:cubicBezTo>
                  <a:pt x="105602" y="3764785"/>
                  <a:pt x="333752" y="3536635"/>
                  <a:pt x="615190" y="3536635"/>
                </a:cubicBezTo>
                <a:close/>
                <a:moveTo>
                  <a:pt x="1497780" y="0"/>
                </a:moveTo>
                <a:lnTo>
                  <a:pt x="1997377" y="0"/>
                </a:lnTo>
                <a:lnTo>
                  <a:pt x="5164844" y="0"/>
                </a:lnTo>
                <a:lnTo>
                  <a:pt x="5726653" y="0"/>
                </a:lnTo>
                <a:lnTo>
                  <a:pt x="7360775" y="0"/>
                </a:lnTo>
                <a:lnTo>
                  <a:pt x="7360775" y="6858000"/>
                </a:lnTo>
                <a:lnTo>
                  <a:pt x="5726653" y="6858000"/>
                </a:lnTo>
                <a:lnTo>
                  <a:pt x="1997377" y="6858000"/>
                </a:lnTo>
                <a:lnTo>
                  <a:pt x="311757" y="6858000"/>
                </a:lnTo>
                <a:lnTo>
                  <a:pt x="314130" y="6707670"/>
                </a:lnTo>
                <a:cubicBezTo>
                  <a:pt x="335132" y="6366409"/>
                  <a:pt x="433651" y="6019042"/>
                  <a:pt x="599702" y="5670858"/>
                </a:cubicBezTo>
                <a:cubicBezTo>
                  <a:pt x="770257" y="5311556"/>
                  <a:pt x="1010813" y="4986832"/>
                  <a:pt x="1211433" y="4641255"/>
                </a:cubicBezTo>
                <a:cubicBezTo>
                  <a:pt x="1493036" y="4154456"/>
                  <a:pt x="1511835" y="3622744"/>
                  <a:pt x="1053041" y="3164269"/>
                </a:cubicBezTo>
                <a:cubicBezTo>
                  <a:pt x="881977" y="2993264"/>
                  <a:pt x="700422" y="2805523"/>
                  <a:pt x="607048" y="2589405"/>
                </a:cubicBezTo>
                <a:cubicBezTo>
                  <a:pt x="366279" y="2032158"/>
                  <a:pt x="541125" y="1508061"/>
                  <a:pt x="1054915" y="1068099"/>
                </a:cubicBezTo>
                <a:cubicBezTo>
                  <a:pt x="1261027" y="891535"/>
                  <a:pt x="1489688" y="709488"/>
                  <a:pt x="1502877" y="419995"/>
                </a:cubicBezTo>
                <a:cubicBezTo>
                  <a:pt x="1506389" y="341910"/>
                  <a:pt x="1507262" y="263520"/>
                  <a:pt x="1505904" y="184996"/>
                </a:cubicBezTo>
                <a:close/>
                <a:moveTo>
                  <a:pt x="14543" y="0"/>
                </a:moveTo>
                <a:lnTo>
                  <a:pt x="879351" y="0"/>
                </a:lnTo>
                <a:lnTo>
                  <a:pt x="892053" y="78052"/>
                </a:lnTo>
                <a:cubicBezTo>
                  <a:pt x="904492" y="285271"/>
                  <a:pt x="770271" y="479621"/>
                  <a:pt x="561940" y="535443"/>
                </a:cubicBezTo>
                <a:cubicBezTo>
                  <a:pt x="323846" y="599240"/>
                  <a:pt x="79116" y="457945"/>
                  <a:pt x="15319" y="219852"/>
                </a:cubicBezTo>
                <a:cubicBezTo>
                  <a:pt x="-631" y="160329"/>
                  <a:pt x="-3762" y="100391"/>
                  <a:pt x="4234" y="4296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D0503FE-8C7D-B6B7-27F5-6840882867B3}"/>
              </a:ext>
            </a:extLst>
          </p:cNvPr>
          <p:cNvSpPr txBox="1"/>
          <p:nvPr/>
        </p:nvSpPr>
        <p:spPr>
          <a:xfrm>
            <a:off x="0" y="663960"/>
            <a:ext cx="5486399" cy="153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latin typeface="+mj-lt"/>
                <a:ea typeface="+mj-ea"/>
                <a:cs typeface="+mj-cs"/>
              </a:rPr>
              <a:t>Reformulation 			des besoins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7AB94CB-9F2B-7964-6AF5-0FD4127CB457}"/>
              </a:ext>
            </a:extLst>
          </p:cNvPr>
          <p:cNvSpPr txBox="1"/>
          <p:nvPr/>
        </p:nvSpPr>
        <p:spPr>
          <a:xfrm>
            <a:off x="2507544" y="3652914"/>
            <a:ext cx="2317584" cy="5822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r>
              <a:rPr lang="en-US" sz="3200" b="1" u="sng" dirty="0"/>
              <a:t>Utilisateur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CE524247-4822-501E-E565-9CC27EB2E3D3}"/>
              </a:ext>
            </a:extLst>
          </p:cNvPr>
          <p:cNvSpPr txBox="1"/>
          <p:nvPr/>
        </p:nvSpPr>
        <p:spPr>
          <a:xfrm>
            <a:off x="6803456" y="953518"/>
            <a:ext cx="5168765" cy="6182911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YT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Créer un compte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YT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 connecter</a:t>
            </a:r>
            <a:endParaRPr lang="fr-FR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YT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Consulter les </a:t>
            </a: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produits</a:t>
            </a:r>
            <a:endParaRPr lang="fr-YT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YT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Voir les </a:t>
            </a: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détails des produits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Ajouter des produits au panier</a:t>
            </a:r>
            <a:endParaRPr lang="fr-YT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Passer des commandes 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Consulter l’historiques des commandes</a:t>
            </a:r>
            <a:endParaRPr lang="fr-YT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YT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YT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Rectangle 1" descr="Target Audience">
            <a:extLst>
              <a:ext uri="{FF2B5EF4-FFF2-40B4-BE49-F238E27FC236}">
                <a16:creationId xmlns:a16="http://schemas.microsoft.com/office/drawing/2014/main" id="{D7F6E82F-88CC-020E-FDED-46EDFF3A94D2}"/>
              </a:ext>
            </a:extLst>
          </p:cNvPr>
          <p:cNvSpPr>
            <a:spLocks noChangeAspect="1"/>
          </p:cNvSpPr>
          <p:nvPr/>
        </p:nvSpPr>
        <p:spPr>
          <a:xfrm>
            <a:off x="4937436" y="3535030"/>
            <a:ext cx="988844" cy="988844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YT"/>
          </a:p>
        </p:txBody>
      </p:sp>
    </p:spTree>
    <p:extLst>
      <p:ext uri="{BB962C8B-B14F-4D97-AF65-F5344CB8AC3E}">
        <p14:creationId xmlns:p14="http://schemas.microsoft.com/office/powerpoint/2010/main" val="784364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accent6">
                <a:lumMod val="60000"/>
                <a:lumOff val="40000"/>
              </a:schemeClr>
            </a:gs>
            <a:gs pos="56000">
              <a:schemeClr val="accent2">
                <a:lumMod val="97000"/>
                <a:lumOff val="3000"/>
              </a:schemeClr>
            </a:gs>
            <a:gs pos="100000">
              <a:schemeClr val="accent6">
                <a:lumMod val="40000"/>
                <a:lumOff val="60000"/>
              </a:schemeClr>
            </a:gs>
          </a:gsLst>
          <a:lin ang="14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D33BBA-3DB1-EDF1-C89D-46CA8CC8A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Background Fill">
            <a:extLst>
              <a:ext uri="{FF2B5EF4-FFF2-40B4-BE49-F238E27FC236}">
                <a16:creationId xmlns:a16="http://schemas.microsoft.com/office/drawing/2014/main" id="{68FE9543-02D9-DB19-B57C-7901BD15D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5A850F0-D227-E072-48D4-F3B3AC273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reeform: Shape 33">
            <a:extLst>
              <a:ext uri="{FF2B5EF4-FFF2-40B4-BE49-F238E27FC236}">
                <a16:creationId xmlns:a16="http://schemas.microsoft.com/office/drawing/2014/main" id="{AA5BAA38-E8F8-23A3-F97A-9E7B4272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8177" y="0"/>
            <a:ext cx="7360775" cy="6858000"/>
          </a:xfrm>
          <a:custGeom>
            <a:avLst/>
            <a:gdLst>
              <a:gd name="connsiteX0" fmla="*/ 615190 w 7360775"/>
              <a:gd name="connsiteY0" fmla="*/ 3536635 h 6858000"/>
              <a:gd name="connsiteX1" fmla="*/ 1124778 w 7360775"/>
              <a:gd name="connsiteY1" fmla="*/ 4046223 h 6858000"/>
              <a:gd name="connsiteX2" fmla="*/ 615190 w 7360775"/>
              <a:gd name="connsiteY2" fmla="*/ 4555811 h 6858000"/>
              <a:gd name="connsiteX3" fmla="*/ 105602 w 7360775"/>
              <a:gd name="connsiteY3" fmla="*/ 4046223 h 6858000"/>
              <a:gd name="connsiteX4" fmla="*/ 615190 w 7360775"/>
              <a:gd name="connsiteY4" fmla="*/ 3536635 h 6858000"/>
              <a:gd name="connsiteX5" fmla="*/ 1497780 w 7360775"/>
              <a:gd name="connsiteY5" fmla="*/ 0 h 6858000"/>
              <a:gd name="connsiteX6" fmla="*/ 1997377 w 7360775"/>
              <a:gd name="connsiteY6" fmla="*/ 0 h 6858000"/>
              <a:gd name="connsiteX7" fmla="*/ 5164844 w 7360775"/>
              <a:gd name="connsiteY7" fmla="*/ 0 h 6858000"/>
              <a:gd name="connsiteX8" fmla="*/ 5726653 w 7360775"/>
              <a:gd name="connsiteY8" fmla="*/ 0 h 6858000"/>
              <a:gd name="connsiteX9" fmla="*/ 7360775 w 7360775"/>
              <a:gd name="connsiteY9" fmla="*/ 0 h 6858000"/>
              <a:gd name="connsiteX10" fmla="*/ 7360775 w 7360775"/>
              <a:gd name="connsiteY10" fmla="*/ 6858000 h 6858000"/>
              <a:gd name="connsiteX11" fmla="*/ 5726653 w 7360775"/>
              <a:gd name="connsiteY11" fmla="*/ 6858000 h 6858000"/>
              <a:gd name="connsiteX12" fmla="*/ 1997377 w 7360775"/>
              <a:gd name="connsiteY12" fmla="*/ 6858000 h 6858000"/>
              <a:gd name="connsiteX13" fmla="*/ 311757 w 7360775"/>
              <a:gd name="connsiteY13" fmla="*/ 6858000 h 6858000"/>
              <a:gd name="connsiteX14" fmla="*/ 314130 w 7360775"/>
              <a:gd name="connsiteY14" fmla="*/ 6707670 h 6858000"/>
              <a:gd name="connsiteX15" fmla="*/ 599702 w 7360775"/>
              <a:gd name="connsiteY15" fmla="*/ 5670858 h 6858000"/>
              <a:gd name="connsiteX16" fmla="*/ 1211433 w 7360775"/>
              <a:gd name="connsiteY16" fmla="*/ 4641255 h 6858000"/>
              <a:gd name="connsiteX17" fmla="*/ 1053041 w 7360775"/>
              <a:gd name="connsiteY17" fmla="*/ 3164269 h 6858000"/>
              <a:gd name="connsiteX18" fmla="*/ 607048 w 7360775"/>
              <a:gd name="connsiteY18" fmla="*/ 2589405 h 6858000"/>
              <a:gd name="connsiteX19" fmla="*/ 1054915 w 7360775"/>
              <a:gd name="connsiteY19" fmla="*/ 1068099 h 6858000"/>
              <a:gd name="connsiteX20" fmla="*/ 1502877 w 7360775"/>
              <a:gd name="connsiteY20" fmla="*/ 419995 h 6858000"/>
              <a:gd name="connsiteX21" fmla="*/ 1505904 w 7360775"/>
              <a:gd name="connsiteY21" fmla="*/ 184996 h 6858000"/>
              <a:gd name="connsiteX22" fmla="*/ 14543 w 7360775"/>
              <a:gd name="connsiteY22" fmla="*/ 0 h 6858000"/>
              <a:gd name="connsiteX23" fmla="*/ 879351 w 7360775"/>
              <a:gd name="connsiteY23" fmla="*/ 0 h 6858000"/>
              <a:gd name="connsiteX24" fmla="*/ 892053 w 7360775"/>
              <a:gd name="connsiteY24" fmla="*/ 78052 h 6858000"/>
              <a:gd name="connsiteX25" fmla="*/ 561940 w 7360775"/>
              <a:gd name="connsiteY25" fmla="*/ 535443 h 6858000"/>
              <a:gd name="connsiteX26" fmla="*/ 15319 w 7360775"/>
              <a:gd name="connsiteY26" fmla="*/ 219852 h 6858000"/>
              <a:gd name="connsiteX27" fmla="*/ 4234 w 7360775"/>
              <a:gd name="connsiteY27" fmla="*/ 429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360775" h="6858000">
                <a:moveTo>
                  <a:pt x="615190" y="3536635"/>
                </a:moveTo>
                <a:cubicBezTo>
                  <a:pt x="896628" y="3536635"/>
                  <a:pt x="1124778" y="3764785"/>
                  <a:pt x="1124778" y="4046223"/>
                </a:cubicBezTo>
                <a:cubicBezTo>
                  <a:pt x="1124778" y="4327661"/>
                  <a:pt x="896628" y="4555811"/>
                  <a:pt x="615190" y="4555811"/>
                </a:cubicBezTo>
                <a:cubicBezTo>
                  <a:pt x="333752" y="4555811"/>
                  <a:pt x="105602" y="4327661"/>
                  <a:pt x="105602" y="4046223"/>
                </a:cubicBezTo>
                <a:cubicBezTo>
                  <a:pt x="105602" y="3764785"/>
                  <a:pt x="333752" y="3536635"/>
                  <a:pt x="615190" y="3536635"/>
                </a:cubicBezTo>
                <a:close/>
                <a:moveTo>
                  <a:pt x="1497780" y="0"/>
                </a:moveTo>
                <a:lnTo>
                  <a:pt x="1997377" y="0"/>
                </a:lnTo>
                <a:lnTo>
                  <a:pt x="5164844" y="0"/>
                </a:lnTo>
                <a:lnTo>
                  <a:pt x="5726653" y="0"/>
                </a:lnTo>
                <a:lnTo>
                  <a:pt x="7360775" y="0"/>
                </a:lnTo>
                <a:lnTo>
                  <a:pt x="7360775" y="6858000"/>
                </a:lnTo>
                <a:lnTo>
                  <a:pt x="5726653" y="6858000"/>
                </a:lnTo>
                <a:lnTo>
                  <a:pt x="1997377" y="6858000"/>
                </a:lnTo>
                <a:lnTo>
                  <a:pt x="311757" y="6858000"/>
                </a:lnTo>
                <a:lnTo>
                  <a:pt x="314130" y="6707670"/>
                </a:lnTo>
                <a:cubicBezTo>
                  <a:pt x="335132" y="6366409"/>
                  <a:pt x="433651" y="6019042"/>
                  <a:pt x="599702" y="5670858"/>
                </a:cubicBezTo>
                <a:cubicBezTo>
                  <a:pt x="770257" y="5311556"/>
                  <a:pt x="1010813" y="4986832"/>
                  <a:pt x="1211433" y="4641255"/>
                </a:cubicBezTo>
                <a:cubicBezTo>
                  <a:pt x="1493036" y="4154456"/>
                  <a:pt x="1511835" y="3622744"/>
                  <a:pt x="1053041" y="3164269"/>
                </a:cubicBezTo>
                <a:cubicBezTo>
                  <a:pt x="881977" y="2993264"/>
                  <a:pt x="700422" y="2805523"/>
                  <a:pt x="607048" y="2589405"/>
                </a:cubicBezTo>
                <a:cubicBezTo>
                  <a:pt x="366279" y="2032158"/>
                  <a:pt x="541125" y="1508061"/>
                  <a:pt x="1054915" y="1068099"/>
                </a:cubicBezTo>
                <a:cubicBezTo>
                  <a:pt x="1261027" y="891535"/>
                  <a:pt x="1489688" y="709488"/>
                  <a:pt x="1502877" y="419995"/>
                </a:cubicBezTo>
                <a:cubicBezTo>
                  <a:pt x="1506389" y="341910"/>
                  <a:pt x="1507262" y="263520"/>
                  <a:pt x="1505904" y="184996"/>
                </a:cubicBezTo>
                <a:close/>
                <a:moveTo>
                  <a:pt x="14543" y="0"/>
                </a:moveTo>
                <a:lnTo>
                  <a:pt x="879351" y="0"/>
                </a:lnTo>
                <a:lnTo>
                  <a:pt x="892053" y="78052"/>
                </a:lnTo>
                <a:cubicBezTo>
                  <a:pt x="904492" y="285271"/>
                  <a:pt x="770271" y="479621"/>
                  <a:pt x="561940" y="535443"/>
                </a:cubicBezTo>
                <a:cubicBezTo>
                  <a:pt x="323846" y="599240"/>
                  <a:pt x="79116" y="457945"/>
                  <a:pt x="15319" y="219852"/>
                </a:cubicBezTo>
                <a:cubicBezTo>
                  <a:pt x="-631" y="160329"/>
                  <a:pt x="-3762" y="100391"/>
                  <a:pt x="4234" y="4296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558EE02-2313-03A4-458C-44B3B354CF4D}"/>
              </a:ext>
            </a:extLst>
          </p:cNvPr>
          <p:cNvSpPr txBox="1"/>
          <p:nvPr/>
        </p:nvSpPr>
        <p:spPr>
          <a:xfrm>
            <a:off x="0" y="663960"/>
            <a:ext cx="5486399" cy="153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latin typeface="+mj-lt"/>
                <a:ea typeface="+mj-ea"/>
                <a:cs typeface="+mj-cs"/>
              </a:rPr>
              <a:t>Reformulation 			des besoins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8F21CCD-2E7C-16F1-FD09-2ED940D7F4DE}"/>
              </a:ext>
            </a:extLst>
          </p:cNvPr>
          <p:cNvSpPr txBox="1"/>
          <p:nvPr/>
        </p:nvSpPr>
        <p:spPr>
          <a:xfrm>
            <a:off x="1293962" y="3753851"/>
            <a:ext cx="3781332" cy="5822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r>
              <a:rPr lang="en-US" sz="3200" b="1" u="sng" dirty="0">
                <a:latin typeface="Arial Black" panose="020B0A04020102020204" pitchFamily="34" charset="0"/>
              </a:rPr>
              <a:t>Administrateur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B0F949-C75C-1AB8-58C6-5180511C8067}"/>
              </a:ext>
            </a:extLst>
          </p:cNvPr>
          <p:cNvSpPr/>
          <p:nvPr/>
        </p:nvSpPr>
        <p:spPr>
          <a:xfrm>
            <a:off x="4951563" y="3429000"/>
            <a:ext cx="997028" cy="1073988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fr-YT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627FD5C-70E7-5E81-AB06-16E8E2960A2F}"/>
              </a:ext>
            </a:extLst>
          </p:cNvPr>
          <p:cNvSpPr txBox="1"/>
          <p:nvPr/>
        </p:nvSpPr>
        <p:spPr>
          <a:xfrm>
            <a:off x="6637655" y="2841541"/>
            <a:ext cx="5257800" cy="2243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Ajouter les produits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Modifier les produits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Supprimer les produits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consulter toutes les commandes</a:t>
            </a:r>
          </a:p>
        </p:txBody>
      </p:sp>
    </p:spTree>
    <p:extLst>
      <p:ext uri="{BB962C8B-B14F-4D97-AF65-F5344CB8AC3E}">
        <p14:creationId xmlns:p14="http://schemas.microsoft.com/office/powerpoint/2010/main" val="7612298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C0EDA-C871-65D2-D33D-F062D2916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ZoneTexte 14">
            <a:extLst>
              <a:ext uri="{FF2B5EF4-FFF2-40B4-BE49-F238E27FC236}">
                <a16:creationId xmlns:a16="http://schemas.microsoft.com/office/drawing/2014/main" id="{DDF8D4C5-9D43-0EB2-9589-CEAC99E57819}"/>
              </a:ext>
            </a:extLst>
          </p:cNvPr>
          <p:cNvSpPr txBox="1"/>
          <p:nvPr/>
        </p:nvSpPr>
        <p:spPr>
          <a:xfrm>
            <a:off x="5815074" y="515971"/>
            <a:ext cx="6250204" cy="14511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 b="1" dirty="0">
                <a:latin typeface="+mj-lt"/>
                <a:ea typeface="+mj-ea"/>
                <a:cs typeface="+mj-cs"/>
              </a:rPr>
              <a:t>Structuration 				fonctionnelle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C709317-2129-5D64-ED3D-8999050A22E5}"/>
              </a:ext>
            </a:extLst>
          </p:cNvPr>
          <p:cNvSpPr txBox="1"/>
          <p:nvPr/>
        </p:nvSpPr>
        <p:spPr>
          <a:xfrm>
            <a:off x="624077" y="2814984"/>
            <a:ext cx="4681168" cy="24298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r>
              <a:rPr lang="en-US" sz="2800" b="1" u="sng" dirty="0">
                <a:latin typeface="Arial Black" panose="020B0A04020102020204" pitchFamily="34" charset="0"/>
              </a:rPr>
              <a:t>Compte utilisateur</a:t>
            </a:r>
          </a:p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endParaRPr lang="en-US" sz="1100" b="1" u="sng" dirty="0">
              <a:latin typeface="Arial Black" panose="020B0A040201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YT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Créer un compte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YT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 connecter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74C0245-7F4F-D56E-FE00-AA4DBB92C2B0}"/>
              </a:ext>
            </a:extLst>
          </p:cNvPr>
          <p:cNvSpPr txBox="1"/>
          <p:nvPr/>
        </p:nvSpPr>
        <p:spPr>
          <a:xfrm>
            <a:off x="5539029" y="3016318"/>
            <a:ext cx="6276990" cy="2027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r>
              <a:rPr lang="en-US" sz="2800" b="1" u="sng" dirty="0">
                <a:latin typeface="Arial Black" panose="020B0A04020102020204" pitchFamily="34" charset="0"/>
              </a:rPr>
              <a:t>Gestion des produits</a:t>
            </a:r>
          </a:p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endParaRPr lang="en-US" sz="1000" b="1" u="sng" dirty="0">
              <a:latin typeface="Arial Black" panose="020B0A040201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YT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Consulter les </a:t>
            </a:r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produits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Ajout des produits au panier</a:t>
            </a:r>
            <a:endParaRPr lang="fr-YT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573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1C80B-87E1-20FF-628A-2764A1699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ZoneTexte 14">
            <a:extLst>
              <a:ext uri="{FF2B5EF4-FFF2-40B4-BE49-F238E27FC236}">
                <a16:creationId xmlns:a16="http://schemas.microsoft.com/office/drawing/2014/main" id="{2B686C32-B051-F257-314B-8009CA7BF1EA}"/>
              </a:ext>
            </a:extLst>
          </p:cNvPr>
          <p:cNvSpPr txBox="1"/>
          <p:nvPr/>
        </p:nvSpPr>
        <p:spPr>
          <a:xfrm>
            <a:off x="5815074" y="515971"/>
            <a:ext cx="6250204" cy="14511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 b="1" dirty="0">
                <a:latin typeface="+mj-lt"/>
                <a:ea typeface="+mj-ea"/>
                <a:cs typeface="+mj-cs"/>
              </a:rPr>
              <a:t>Structuration 				fonctionnelle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5A77741-4DA1-6926-52CC-0A6A898EB693}"/>
              </a:ext>
            </a:extLst>
          </p:cNvPr>
          <p:cNvSpPr txBox="1"/>
          <p:nvPr/>
        </p:nvSpPr>
        <p:spPr>
          <a:xfrm>
            <a:off x="255917" y="3634481"/>
            <a:ext cx="5840083" cy="15219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r>
              <a:rPr lang="en-US" sz="2800" b="1" u="sng" dirty="0">
                <a:latin typeface="Arial Black" panose="020B0A04020102020204" pitchFamily="34" charset="0"/>
              </a:rPr>
              <a:t>Gestion des commandes</a:t>
            </a:r>
          </a:p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endParaRPr lang="en-US" sz="1000" b="1" u="sng" dirty="0">
              <a:latin typeface="Arial Black" panose="020B0A040201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Passer des commandes</a:t>
            </a:r>
            <a:endParaRPr lang="fr-YT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YT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Consulter </a:t>
            </a:r>
            <a:r>
              <a:rPr lang="fr-FR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son historique</a:t>
            </a:r>
            <a:endParaRPr lang="fr-YT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endParaRPr lang="en-US" sz="2800" b="1" u="sng" dirty="0">
              <a:latin typeface="Arial Black" panose="020B0A040201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D7A8632-2D32-1ABC-1454-1F71BB5D3BA4}"/>
              </a:ext>
            </a:extLst>
          </p:cNvPr>
          <p:cNvSpPr txBox="1"/>
          <p:nvPr/>
        </p:nvSpPr>
        <p:spPr>
          <a:xfrm>
            <a:off x="5532207" y="3429000"/>
            <a:ext cx="6533071" cy="25462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r>
              <a:rPr lang="en-US" sz="3300" b="1" u="sng" dirty="0">
                <a:latin typeface="Arial Black" panose="020B0A04020102020204" pitchFamily="34" charset="0"/>
              </a:rPr>
              <a:t>Administration</a:t>
            </a:r>
          </a:p>
          <a:p>
            <a:pPr lvl="1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endParaRPr lang="en-US" sz="1300" b="1" u="sng" dirty="0">
              <a:latin typeface="Arial Black" panose="020B0A040201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3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Ajouter les produits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3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Modifier les produits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3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Supprimer les produits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3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consulter toutes les commandes</a:t>
            </a:r>
            <a:endParaRPr lang="fr-YT" sz="33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</a:pPr>
            <a:endParaRPr lang="en-US" sz="2800" b="1" u="sng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869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accent6">
                <a:lumMod val="60000"/>
                <a:lumOff val="40000"/>
              </a:schemeClr>
            </a:gs>
            <a:gs pos="56000">
              <a:schemeClr val="accent2">
                <a:lumMod val="97000"/>
                <a:lumOff val="3000"/>
              </a:schemeClr>
            </a:gs>
            <a:gs pos="100000">
              <a:schemeClr val="accent6">
                <a:lumMod val="40000"/>
                <a:lumOff val="60000"/>
              </a:schemeClr>
            </a:gs>
          </a:gsLst>
          <a:lin ang="14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031912-A92E-BD6A-D44D-A0E1C91FC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Background Fill">
            <a:extLst>
              <a:ext uri="{FF2B5EF4-FFF2-40B4-BE49-F238E27FC236}">
                <a16:creationId xmlns:a16="http://schemas.microsoft.com/office/drawing/2014/main" id="{5A804CD2-6F1C-B3A2-C233-1CD571FFE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068ADC-0594-E8A2-D5CB-8EE52B3C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30A37786-AD79-59EF-05A8-0A2C63BA0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44776" y="211090"/>
            <a:ext cx="5544176" cy="6646910"/>
          </a:xfrm>
          <a:custGeom>
            <a:avLst/>
            <a:gdLst>
              <a:gd name="connsiteX0" fmla="*/ 4779974 w 5544176"/>
              <a:gd name="connsiteY0" fmla="*/ 685250 h 6646910"/>
              <a:gd name="connsiteX1" fmla="*/ 5309474 w 5544176"/>
              <a:gd name="connsiteY1" fmla="*/ 1126951 h 6646910"/>
              <a:gd name="connsiteX2" fmla="*/ 5001910 w 5544176"/>
              <a:gd name="connsiteY2" fmla="*/ 1690856 h 6646910"/>
              <a:gd name="connsiteX3" fmla="*/ 4306656 w 5544176"/>
              <a:gd name="connsiteY3" fmla="*/ 1273177 h 6646910"/>
              <a:gd name="connsiteX4" fmla="*/ 4621504 w 5544176"/>
              <a:gd name="connsiteY4" fmla="*/ 721515 h 6646910"/>
              <a:gd name="connsiteX5" fmla="*/ 4779974 w 5544176"/>
              <a:gd name="connsiteY5" fmla="*/ 685250 h 6646910"/>
              <a:gd name="connsiteX6" fmla="*/ 2760003 w 5544176"/>
              <a:gd name="connsiteY6" fmla="*/ 352577 h 6646910"/>
              <a:gd name="connsiteX7" fmla="*/ 2990385 w 5544176"/>
              <a:gd name="connsiteY7" fmla="*/ 544679 h 6646910"/>
              <a:gd name="connsiteX8" fmla="*/ 2856557 w 5544176"/>
              <a:gd name="connsiteY8" fmla="*/ 790095 h 6646910"/>
              <a:gd name="connsiteX9" fmla="*/ 2554030 w 5544176"/>
              <a:gd name="connsiteY9" fmla="*/ 608299 h 6646910"/>
              <a:gd name="connsiteX10" fmla="*/ 2691113 w 5544176"/>
              <a:gd name="connsiteY10" fmla="*/ 368075 h 6646910"/>
              <a:gd name="connsiteX11" fmla="*/ 2760003 w 5544176"/>
              <a:gd name="connsiteY11" fmla="*/ 352577 h 6646910"/>
              <a:gd name="connsiteX12" fmla="*/ 3630 w 5544176"/>
              <a:gd name="connsiteY12" fmla="*/ 28121 h 6646910"/>
              <a:gd name="connsiteX13" fmla="*/ 151871 w 5544176"/>
              <a:gd name="connsiteY13" fmla="*/ 38891 h 6646910"/>
              <a:gd name="connsiteX14" fmla="*/ 1031555 w 5544176"/>
              <a:gd name="connsiteY14" fmla="*/ 832871 h 6646910"/>
              <a:gd name="connsiteX15" fmla="*/ 1096338 w 5544176"/>
              <a:gd name="connsiteY15" fmla="*/ 964607 h 6646910"/>
              <a:gd name="connsiteX16" fmla="*/ 1409481 w 5544176"/>
              <a:gd name="connsiteY16" fmla="*/ 1265738 h 6646910"/>
              <a:gd name="connsiteX17" fmla="*/ 2318612 w 5544176"/>
              <a:gd name="connsiteY17" fmla="*/ 859062 h 6646910"/>
              <a:gd name="connsiteX18" fmla="*/ 2675615 w 5544176"/>
              <a:gd name="connsiteY18" fmla="*/ 1267985 h 6646910"/>
              <a:gd name="connsiteX19" fmla="*/ 2952957 w 5544176"/>
              <a:gd name="connsiteY19" fmla="*/ 1297896 h 6646910"/>
              <a:gd name="connsiteX20" fmla="*/ 3058268 w 5544176"/>
              <a:gd name="connsiteY20" fmla="*/ 1155778 h 6646910"/>
              <a:gd name="connsiteX21" fmla="*/ 3306706 w 5544176"/>
              <a:gd name="connsiteY21" fmla="*/ 310500 h 6646910"/>
              <a:gd name="connsiteX22" fmla="*/ 3735234 w 5544176"/>
              <a:gd name="connsiteY22" fmla="*/ 107395 h 6646910"/>
              <a:gd name="connsiteX23" fmla="*/ 3828224 w 5544176"/>
              <a:gd name="connsiteY23" fmla="*/ 117624 h 6646910"/>
              <a:gd name="connsiteX24" fmla="*/ 4231180 w 5544176"/>
              <a:gd name="connsiteY24" fmla="*/ 592260 h 6646910"/>
              <a:gd name="connsiteX25" fmla="*/ 3873092 w 5544176"/>
              <a:gd name="connsiteY25" fmla="*/ 1299370 h 6646910"/>
              <a:gd name="connsiteX26" fmla="*/ 4050935 w 5544176"/>
              <a:gd name="connsiteY26" fmla="*/ 1948439 h 6646910"/>
              <a:gd name="connsiteX27" fmla="*/ 5211525 w 5544176"/>
              <a:gd name="connsiteY27" fmla="*/ 2027402 h 6646910"/>
              <a:gd name="connsiteX28" fmla="*/ 5541097 w 5544176"/>
              <a:gd name="connsiteY28" fmla="*/ 2700958 h 6646910"/>
              <a:gd name="connsiteX29" fmla="*/ 5094823 w 5544176"/>
              <a:gd name="connsiteY29" fmla="*/ 3471378 h 6646910"/>
              <a:gd name="connsiteX30" fmla="*/ 5505528 w 5544176"/>
              <a:gd name="connsiteY30" fmla="*/ 4272564 h 6646910"/>
              <a:gd name="connsiteX31" fmla="*/ 5281423 w 5544176"/>
              <a:gd name="connsiteY31" fmla="*/ 4965183 h 6646910"/>
              <a:gd name="connsiteX32" fmla="*/ 4675749 w 5544176"/>
              <a:gd name="connsiteY32" fmla="*/ 5385343 h 6646910"/>
              <a:gd name="connsiteX33" fmla="*/ 4508838 w 5544176"/>
              <a:gd name="connsiteY33" fmla="*/ 6598516 h 6646910"/>
              <a:gd name="connsiteX34" fmla="*/ 4472787 w 5544176"/>
              <a:gd name="connsiteY34" fmla="*/ 6646910 h 6646910"/>
              <a:gd name="connsiteX35" fmla="*/ 3367517 w 5544176"/>
              <a:gd name="connsiteY35" fmla="*/ 6646910 h 6646910"/>
              <a:gd name="connsiteX36" fmla="*/ 2998981 w 5544176"/>
              <a:gd name="connsiteY36" fmla="*/ 6646910 h 6646910"/>
              <a:gd name="connsiteX37" fmla="*/ 2648733 w 5544176"/>
              <a:gd name="connsiteY37" fmla="*/ 6646910 h 6646910"/>
              <a:gd name="connsiteX38" fmla="*/ 0 w 5544176"/>
              <a:gd name="connsiteY38" fmla="*/ 6646910 h 6646910"/>
              <a:gd name="connsiteX39" fmla="*/ 0 w 5544176"/>
              <a:gd name="connsiteY39" fmla="*/ 28222 h 6646910"/>
              <a:gd name="connsiteX40" fmla="*/ 1509522 w 5544176"/>
              <a:gd name="connsiteY40" fmla="*/ 767 h 6646910"/>
              <a:gd name="connsiteX41" fmla="*/ 1986017 w 5544176"/>
              <a:gd name="connsiteY41" fmla="*/ 398066 h 6646910"/>
              <a:gd name="connsiteX42" fmla="*/ 1709217 w 5544176"/>
              <a:gd name="connsiteY42" fmla="*/ 905558 h 6646910"/>
              <a:gd name="connsiteX43" fmla="*/ 1083551 w 5544176"/>
              <a:gd name="connsiteY43" fmla="*/ 529879 h 6646910"/>
              <a:gd name="connsiteX44" fmla="*/ 1366937 w 5544176"/>
              <a:gd name="connsiteY44" fmla="*/ 33390 h 6646910"/>
              <a:gd name="connsiteX45" fmla="*/ 1509522 w 5544176"/>
              <a:gd name="connsiteY45" fmla="*/ 767 h 664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44176" h="6646910">
                <a:moveTo>
                  <a:pt x="4779974" y="685250"/>
                </a:moveTo>
                <a:cubicBezTo>
                  <a:pt x="5032054" y="670215"/>
                  <a:pt x="5267008" y="852320"/>
                  <a:pt x="5309474" y="1126951"/>
                </a:cubicBezTo>
                <a:cubicBezTo>
                  <a:pt x="5346050" y="1363456"/>
                  <a:pt x="5216949" y="1600813"/>
                  <a:pt x="5001910" y="1690856"/>
                </a:cubicBezTo>
                <a:cubicBezTo>
                  <a:pt x="4692098" y="1820733"/>
                  <a:pt x="4350283" y="1615922"/>
                  <a:pt x="4306656" y="1273177"/>
                </a:cubicBezTo>
                <a:cubicBezTo>
                  <a:pt x="4276590" y="1039231"/>
                  <a:pt x="4408479" y="807918"/>
                  <a:pt x="4621504" y="721515"/>
                </a:cubicBezTo>
                <a:cubicBezTo>
                  <a:pt x="4671997" y="700903"/>
                  <a:pt x="4725528" y="688659"/>
                  <a:pt x="4779974" y="685250"/>
                </a:cubicBezTo>
                <a:close/>
                <a:moveTo>
                  <a:pt x="2760003" y="352577"/>
                </a:moveTo>
                <a:cubicBezTo>
                  <a:pt x="2869653" y="345991"/>
                  <a:pt x="2971942" y="425187"/>
                  <a:pt x="2990385" y="544679"/>
                </a:cubicBezTo>
                <a:cubicBezTo>
                  <a:pt x="3006348" y="647665"/>
                  <a:pt x="2950167" y="750884"/>
                  <a:pt x="2856557" y="790095"/>
                </a:cubicBezTo>
                <a:cubicBezTo>
                  <a:pt x="2721799" y="846585"/>
                  <a:pt x="2573171" y="757470"/>
                  <a:pt x="2554030" y="608299"/>
                </a:cubicBezTo>
                <a:cubicBezTo>
                  <a:pt x="2540934" y="506165"/>
                  <a:pt x="2598123" y="405659"/>
                  <a:pt x="2691113" y="368075"/>
                </a:cubicBezTo>
                <a:cubicBezTo>
                  <a:pt x="2713089" y="359242"/>
                  <a:pt x="2736352" y="353973"/>
                  <a:pt x="2760003" y="352577"/>
                </a:cubicBezTo>
                <a:close/>
                <a:moveTo>
                  <a:pt x="3630" y="28121"/>
                </a:moveTo>
                <a:cubicBezTo>
                  <a:pt x="53278" y="26959"/>
                  <a:pt x="102920" y="30524"/>
                  <a:pt x="151871" y="38891"/>
                </a:cubicBezTo>
                <a:cubicBezTo>
                  <a:pt x="865103" y="112200"/>
                  <a:pt x="964292" y="593344"/>
                  <a:pt x="1031555" y="832871"/>
                </a:cubicBezTo>
                <a:cubicBezTo>
                  <a:pt x="1053330" y="878203"/>
                  <a:pt x="1074563" y="922528"/>
                  <a:pt x="1096338" y="964607"/>
                </a:cubicBezTo>
                <a:cubicBezTo>
                  <a:pt x="1174682" y="1115560"/>
                  <a:pt x="1260852" y="1237377"/>
                  <a:pt x="1409481" y="1265738"/>
                </a:cubicBezTo>
                <a:cubicBezTo>
                  <a:pt x="1767492" y="1334008"/>
                  <a:pt x="1973154" y="762896"/>
                  <a:pt x="2318612" y="859062"/>
                </a:cubicBezTo>
                <a:cubicBezTo>
                  <a:pt x="2496300" y="908501"/>
                  <a:pt x="2583943" y="1098510"/>
                  <a:pt x="2675615" y="1267985"/>
                </a:cubicBezTo>
                <a:cubicBezTo>
                  <a:pt x="2731099" y="1370507"/>
                  <a:pt x="2875466" y="1386005"/>
                  <a:pt x="2952957" y="1297896"/>
                </a:cubicBezTo>
                <a:cubicBezTo>
                  <a:pt x="2992292" y="1253804"/>
                  <a:pt x="3027543" y="1206225"/>
                  <a:pt x="3058268" y="1155778"/>
                </a:cubicBezTo>
                <a:cubicBezTo>
                  <a:pt x="3256027" y="815280"/>
                  <a:pt x="3063848" y="537317"/>
                  <a:pt x="3306706" y="310500"/>
                </a:cubicBezTo>
                <a:cubicBezTo>
                  <a:pt x="3358006" y="262378"/>
                  <a:pt x="3524148" y="107395"/>
                  <a:pt x="3735234" y="107395"/>
                </a:cubicBezTo>
                <a:cubicBezTo>
                  <a:pt x="3766510" y="107395"/>
                  <a:pt x="3797693" y="110804"/>
                  <a:pt x="3828224" y="117624"/>
                </a:cubicBezTo>
                <a:cubicBezTo>
                  <a:pt x="4046595" y="166056"/>
                  <a:pt x="4222967" y="384349"/>
                  <a:pt x="4231180" y="592260"/>
                </a:cubicBezTo>
                <a:cubicBezTo>
                  <a:pt x="4242339" y="872003"/>
                  <a:pt x="3941207" y="932136"/>
                  <a:pt x="3873092" y="1299370"/>
                </a:cubicBezTo>
                <a:cubicBezTo>
                  <a:pt x="3837368" y="1492245"/>
                  <a:pt x="3867280" y="1798492"/>
                  <a:pt x="4050935" y="1948439"/>
                </a:cubicBezTo>
                <a:cubicBezTo>
                  <a:pt x="4358421" y="2199435"/>
                  <a:pt x="4810507" y="1777182"/>
                  <a:pt x="5211525" y="2027402"/>
                </a:cubicBezTo>
                <a:cubicBezTo>
                  <a:pt x="5429122" y="2163013"/>
                  <a:pt x="5566824" y="2456164"/>
                  <a:pt x="5541097" y="2700958"/>
                </a:cubicBezTo>
                <a:cubicBezTo>
                  <a:pt x="5501654" y="3076251"/>
                  <a:pt x="5098698" y="3142194"/>
                  <a:pt x="5094823" y="3471378"/>
                </a:cubicBezTo>
                <a:cubicBezTo>
                  <a:pt x="5091415" y="3745236"/>
                  <a:pt x="5419668" y="3893242"/>
                  <a:pt x="5505528" y="4272564"/>
                </a:cubicBezTo>
                <a:cubicBezTo>
                  <a:pt x="5569691" y="4556184"/>
                  <a:pt x="5439041" y="4752005"/>
                  <a:pt x="5281423" y="4965183"/>
                </a:cubicBezTo>
                <a:cubicBezTo>
                  <a:pt x="5068244" y="5253608"/>
                  <a:pt x="4866301" y="5146281"/>
                  <a:pt x="4675749" y="5385343"/>
                </a:cubicBezTo>
                <a:cubicBezTo>
                  <a:pt x="4370191" y="5769070"/>
                  <a:pt x="4714176" y="6260683"/>
                  <a:pt x="4508838" y="6598516"/>
                </a:cubicBezTo>
                <a:lnTo>
                  <a:pt x="4472787" y="6646910"/>
                </a:lnTo>
                <a:lnTo>
                  <a:pt x="3367517" y="6646910"/>
                </a:lnTo>
                <a:lnTo>
                  <a:pt x="2998981" y="6646910"/>
                </a:lnTo>
                <a:lnTo>
                  <a:pt x="2648733" y="6646910"/>
                </a:lnTo>
                <a:lnTo>
                  <a:pt x="0" y="6646910"/>
                </a:lnTo>
                <a:lnTo>
                  <a:pt x="0" y="28222"/>
                </a:lnTo>
                <a:close/>
                <a:moveTo>
                  <a:pt x="1509522" y="767"/>
                </a:moveTo>
                <a:cubicBezTo>
                  <a:pt x="1736339" y="-12639"/>
                  <a:pt x="1947814" y="150946"/>
                  <a:pt x="1986017" y="398066"/>
                </a:cubicBezTo>
                <a:cubicBezTo>
                  <a:pt x="2019183" y="611090"/>
                  <a:pt x="1902946" y="824502"/>
                  <a:pt x="1709217" y="905558"/>
                </a:cubicBezTo>
                <a:cubicBezTo>
                  <a:pt x="1430403" y="1021795"/>
                  <a:pt x="1123149" y="837830"/>
                  <a:pt x="1083551" y="529879"/>
                </a:cubicBezTo>
                <a:cubicBezTo>
                  <a:pt x="1056506" y="319025"/>
                  <a:pt x="1175223" y="110882"/>
                  <a:pt x="1366937" y="33390"/>
                </a:cubicBezTo>
                <a:cubicBezTo>
                  <a:pt x="1412379" y="14871"/>
                  <a:pt x="1460539" y="3866"/>
                  <a:pt x="1509522" y="76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89FD935-4D99-0309-832B-15A5781B1799}"/>
              </a:ext>
            </a:extLst>
          </p:cNvPr>
          <p:cNvSpPr txBox="1"/>
          <p:nvPr/>
        </p:nvSpPr>
        <p:spPr>
          <a:xfrm>
            <a:off x="6641727" y="2359572"/>
            <a:ext cx="5778828" cy="933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latin typeface="+mj-lt"/>
                <a:ea typeface="+mj-ea"/>
                <a:cs typeface="+mj-cs"/>
              </a:rPr>
              <a:t>Parcours utilisateur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5C8DA6A-D13E-ACC7-EB29-5E623FB7B3ED}"/>
              </a:ext>
            </a:extLst>
          </p:cNvPr>
          <p:cNvSpPr txBox="1"/>
          <p:nvPr/>
        </p:nvSpPr>
        <p:spPr>
          <a:xfrm>
            <a:off x="387346" y="2500713"/>
            <a:ext cx="6554804" cy="3351367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Etape 1 : L’utilisateur se connecte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Etape 2 : Il consulte les produits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Etape 3 : Il ajoute les produits au panier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Etape 4 : Il consulte et valide son panier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Etape 5 : Il passe la commande</a:t>
            </a:r>
          </a:p>
          <a:p>
            <a:pPr>
              <a:lnSpc>
                <a:spcPct val="150000"/>
              </a:lnSpc>
            </a:pPr>
            <a:r>
              <a:rPr lang="fr-F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Etape 6 : Il confirme la commande</a:t>
            </a:r>
            <a:endParaRPr lang="fr-YT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6D44003-7B3B-ECFE-CAC5-D4FC182767DB}"/>
              </a:ext>
            </a:extLst>
          </p:cNvPr>
          <p:cNvSpPr txBox="1"/>
          <p:nvPr/>
        </p:nvSpPr>
        <p:spPr>
          <a:xfrm>
            <a:off x="7239523" y="3211379"/>
            <a:ext cx="5063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L’utilisateur passe une commande en ligne</a:t>
            </a:r>
          </a:p>
          <a:p>
            <a:endParaRPr lang="fr-YT" dirty="0"/>
          </a:p>
        </p:txBody>
      </p:sp>
    </p:spTree>
    <p:extLst>
      <p:ext uri="{BB962C8B-B14F-4D97-AF65-F5344CB8AC3E}">
        <p14:creationId xmlns:p14="http://schemas.microsoft.com/office/powerpoint/2010/main" val="298469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accent6">
                <a:lumMod val="60000"/>
                <a:lumOff val="40000"/>
              </a:schemeClr>
            </a:gs>
            <a:gs pos="56000">
              <a:schemeClr val="accent2">
                <a:lumMod val="97000"/>
                <a:lumOff val="3000"/>
              </a:schemeClr>
            </a:gs>
            <a:gs pos="100000">
              <a:schemeClr val="accent6">
                <a:lumMod val="40000"/>
                <a:lumOff val="60000"/>
              </a:schemeClr>
            </a:gs>
          </a:gsLst>
          <a:lin ang="14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784267-F405-5A14-6BF0-9B3078CDB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Background Fill">
            <a:extLst>
              <a:ext uri="{FF2B5EF4-FFF2-40B4-BE49-F238E27FC236}">
                <a16:creationId xmlns:a16="http://schemas.microsoft.com/office/drawing/2014/main" id="{6DA65B90-7B06-4499-91BA-CDDD3613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E95D4B3-772E-4322-928E-3C958753B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238EF715-D774-4F2E-8C67-81197F029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44776" y="211090"/>
            <a:ext cx="5544176" cy="6646910"/>
          </a:xfrm>
          <a:custGeom>
            <a:avLst/>
            <a:gdLst>
              <a:gd name="connsiteX0" fmla="*/ 4779974 w 5544176"/>
              <a:gd name="connsiteY0" fmla="*/ 685250 h 6646910"/>
              <a:gd name="connsiteX1" fmla="*/ 5309474 w 5544176"/>
              <a:gd name="connsiteY1" fmla="*/ 1126951 h 6646910"/>
              <a:gd name="connsiteX2" fmla="*/ 5001910 w 5544176"/>
              <a:gd name="connsiteY2" fmla="*/ 1690856 h 6646910"/>
              <a:gd name="connsiteX3" fmla="*/ 4306656 w 5544176"/>
              <a:gd name="connsiteY3" fmla="*/ 1273177 h 6646910"/>
              <a:gd name="connsiteX4" fmla="*/ 4621504 w 5544176"/>
              <a:gd name="connsiteY4" fmla="*/ 721515 h 6646910"/>
              <a:gd name="connsiteX5" fmla="*/ 4779974 w 5544176"/>
              <a:gd name="connsiteY5" fmla="*/ 685250 h 6646910"/>
              <a:gd name="connsiteX6" fmla="*/ 2760003 w 5544176"/>
              <a:gd name="connsiteY6" fmla="*/ 352577 h 6646910"/>
              <a:gd name="connsiteX7" fmla="*/ 2990385 w 5544176"/>
              <a:gd name="connsiteY7" fmla="*/ 544679 h 6646910"/>
              <a:gd name="connsiteX8" fmla="*/ 2856557 w 5544176"/>
              <a:gd name="connsiteY8" fmla="*/ 790095 h 6646910"/>
              <a:gd name="connsiteX9" fmla="*/ 2554030 w 5544176"/>
              <a:gd name="connsiteY9" fmla="*/ 608299 h 6646910"/>
              <a:gd name="connsiteX10" fmla="*/ 2691113 w 5544176"/>
              <a:gd name="connsiteY10" fmla="*/ 368075 h 6646910"/>
              <a:gd name="connsiteX11" fmla="*/ 2760003 w 5544176"/>
              <a:gd name="connsiteY11" fmla="*/ 352577 h 6646910"/>
              <a:gd name="connsiteX12" fmla="*/ 3630 w 5544176"/>
              <a:gd name="connsiteY12" fmla="*/ 28121 h 6646910"/>
              <a:gd name="connsiteX13" fmla="*/ 151871 w 5544176"/>
              <a:gd name="connsiteY13" fmla="*/ 38891 h 6646910"/>
              <a:gd name="connsiteX14" fmla="*/ 1031555 w 5544176"/>
              <a:gd name="connsiteY14" fmla="*/ 832871 h 6646910"/>
              <a:gd name="connsiteX15" fmla="*/ 1096338 w 5544176"/>
              <a:gd name="connsiteY15" fmla="*/ 964607 h 6646910"/>
              <a:gd name="connsiteX16" fmla="*/ 1409481 w 5544176"/>
              <a:gd name="connsiteY16" fmla="*/ 1265738 h 6646910"/>
              <a:gd name="connsiteX17" fmla="*/ 2318612 w 5544176"/>
              <a:gd name="connsiteY17" fmla="*/ 859062 h 6646910"/>
              <a:gd name="connsiteX18" fmla="*/ 2675615 w 5544176"/>
              <a:gd name="connsiteY18" fmla="*/ 1267985 h 6646910"/>
              <a:gd name="connsiteX19" fmla="*/ 2952957 w 5544176"/>
              <a:gd name="connsiteY19" fmla="*/ 1297896 h 6646910"/>
              <a:gd name="connsiteX20" fmla="*/ 3058268 w 5544176"/>
              <a:gd name="connsiteY20" fmla="*/ 1155778 h 6646910"/>
              <a:gd name="connsiteX21" fmla="*/ 3306706 w 5544176"/>
              <a:gd name="connsiteY21" fmla="*/ 310500 h 6646910"/>
              <a:gd name="connsiteX22" fmla="*/ 3735234 w 5544176"/>
              <a:gd name="connsiteY22" fmla="*/ 107395 h 6646910"/>
              <a:gd name="connsiteX23" fmla="*/ 3828224 w 5544176"/>
              <a:gd name="connsiteY23" fmla="*/ 117624 h 6646910"/>
              <a:gd name="connsiteX24" fmla="*/ 4231180 w 5544176"/>
              <a:gd name="connsiteY24" fmla="*/ 592260 h 6646910"/>
              <a:gd name="connsiteX25" fmla="*/ 3873092 w 5544176"/>
              <a:gd name="connsiteY25" fmla="*/ 1299370 h 6646910"/>
              <a:gd name="connsiteX26" fmla="*/ 4050935 w 5544176"/>
              <a:gd name="connsiteY26" fmla="*/ 1948439 h 6646910"/>
              <a:gd name="connsiteX27" fmla="*/ 5211525 w 5544176"/>
              <a:gd name="connsiteY27" fmla="*/ 2027402 h 6646910"/>
              <a:gd name="connsiteX28" fmla="*/ 5541097 w 5544176"/>
              <a:gd name="connsiteY28" fmla="*/ 2700958 h 6646910"/>
              <a:gd name="connsiteX29" fmla="*/ 5094823 w 5544176"/>
              <a:gd name="connsiteY29" fmla="*/ 3471378 h 6646910"/>
              <a:gd name="connsiteX30" fmla="*/ 5505528 w 5544176"/>
              <a:gd name="connsiteY30" fmla="*/ 4272564 h 6646910"/>
              <a:gd name="connsiteX31" fmla="*/ 5281423 w 5544176"/>
              <a:gd name="connsiteY31" fmla="*/ 4965183 h 6646910"/>
              <a:gd name="connsiteX32" fmla="*/ 4675749 w 5544176"/>
              <a:gd name="connsiteY32" fmla="*/ 5385343 h 6646910"/>
              <a:gd name="connsiteX33" fmla="*/ 4508838 w 5544176"/>
              <a:gd name="connsiteY33" fmla="*/ 6598516 h 6646910"/>
              <a:gd name="connsiteX34" fmla="*/ 4472787 w 5544176"/>
              <a:gd name="connsiteY34" fmla="*/ 6646910 h 6646910"/>
              <a:gd name="connsiteX35" fmla="*/ 3367517 w 5544176"/>
              <a:gd name="connsiteY35" fmla="*/ 6646910 h 6646910"/>
              <a:gd name="connsiteX36" fmla="*/ 2998981 w 5544176"/>
              <a:gd name="connsiteY36" fmla="*/ 6646910 h 6646910"/>
              <a:gd name="connsiteX37" fmla="*/ 2648733 w 5544176"/>
              <a:gd name="connsiteY37" fmla="*/ 6646910 h 6646910"/>
              <a:gd name="connsiteX38" fmla="*/ 0 w 5544176"/>
              <a:gd name="connsiteY38" fmla="*/ 6646910 h 6646910"/>
              <a:gd name="connsiteX39" fmla="*/ 0 w 5544176"/>
              <a:gd name="connsiteY39" fmla="*/ 28222 h 6646910"/>
              <a:gd name="connsiteX40" fmla="*/ 1509522 w 5544176"/>
              <a:gd name="connsiteY40" fmla="*/ 767 h 6646910"/>
              <a:gd name="connsiteX41" fmla="*/ 1986017 w 5544176"/>
              <a:gd name="connsiteY41" fmla="*/ 398066 h 6646910"/>
              <a:gd name="connsiteX42" fmla="*/ 1709217 w 5544176"/>
              <a:gd name="connsiteY42" fmla="*/ 905558 h 6646910"/>
              <a:gd name="connsiteX43" fmla="*/ 1083551 w 5544176"/>
              <a:gd name="connsiteY43" fmla="*/ 529879 h 6646910"/>
              <a:gd name="connsiteX44" fmla="*/ 1366937 w 5544176"/>
              <a:gd name="connsiteY44" fmla="*/ 33390 h 6646910"/>
              <a:gd name="connsiteX45" fmla="*/ 1509522 w 5544176"/>
              <a:gd name="connsiteY45" fmla="*/ 767 h 6646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44176" h="6646910">
                <a:moveTo>
                  <a:pt x="4779974" y="685250"/>
                </a:moveTo>
                <a:cubicBezTo>
                  <a:pt x="5032054" y="670215"/>
                  <a:pt x="5267008" y="852320"/>
                  <a:pt x="5309474" y="1126951"/>
                </a:cubicBezTo>
                <a:cubicBezTo>
                  <a:pt x="5346050" y="1363456"/>
                  <a:pt x="5216949" y="1600813"/>
                  <a:pt x="5001910" y="1690856"/>
                </a:cubicBezTo>
                <a:cubicBezTo>
                  <a:pt x="4692098" y="1820733"/>
                  <a:pt x="4350283" y="1615922"/>
                  <a:pt x="4306656" y="1273177"/>
                </a:cubicBezTo>
                <a:cubicBezTo>
                  <a:pt x="4276590" y="1039231"/>
                  <a:pt x="4408479" y="807918"/>
                  <a:pt x="4621504" y="721515"/>
                </a:cubicBezTo>
                <a:cubicBezTo>
                  <a:pt x="4671997" y="700903"/>
                  <a:pt x="4725528" y="688659"/>
                  <a:pt x="4779974" y="685250"/>
                </a:cubicBezTo>
                <a:close/>
                <a:moveTo>
                  <a:pt x="2760003" y="352577"/>
                </a:moveTo>
                <a:cubicBezTo>
                  <a:pt x="2869653" y="345991"/>
                  <a:pt x="2971942" y="425187"/>
                  <a:pt x="2990385" y="544679"/>
                </a:cubicBezTo>
                <a:cubicBezTo>
                  <a:pt x="3006348" y="647665"/>
                  <a:pt x="2950167" y="750884"/>
                  <a:pt x="2856557" y="790095"/>
                </a:cubicBezTo>
                <a:cubicBezTo>
                  <a:pt x="2721799" y="846585"/>
                  <a:pt x="2573171" y="757470"/>
                  <a:pt x="2554030" y="608299"/>
                </a:cubicBezTo>
                <a:cubicBezTo>
                  <a:pt x="2540934" y="506165"/>
                  <a:pt x="2598123" y="405659"/>
                  <a:pt x="2691113" y="368075"/>
                </a:cubicBezTo>
                <a:cubicBezTo>
                  <a:pt x="2713089" y="359242"/>
                  <a:pt x="2736352" y="353973"/>
                  <a:pt x="2760003" y="352577"/>
                </a:cubicBezTo>
                <a:close/>
                <a:moveTo>
                  <a:pt x="3630" y="28121"/>
                </a:moveTo>
                <a:cubicBezTo>
                  <a:pt x="53278" y="26959"/>
                  <a:pt x="102920" y="30524"/>
                  <a:pt x="151871" y="38891"/>
                </a:cubicBezTo>
                <a:cubicBezTo>
                  <a:pt x="865103" y="112200"/>
                  <a:pt x="964292" y="593344"/>
                  <a:pt x="1031555" y="832871"/>
                </a:cubicBezTo>
                <a:cubicBezTo>
                  <a:pt x="1053330" y="878203"/>
                  <a:pt x="1074563" y="922528"/>
                  <a:pt x="1096338" y="964607"/>
                </a:cubicBezTo>
                <a:cubicBezTo>
                  <a:pt x="1174682" y="1115560"/>
                  <a:pt x="1260852" y="1237377"/>
                  <a:pt x="1409481" y="1265738"/>
                </a:cubicBezTo>
                <a:cubicBezTo>
                  <a:pt x="1767492" y="1334008"/>
                  <a:pt x="1973154" y="762896"/>
                  <a:pt x="2318612" y="859062"/>
                </a:cubicBezTo>
                <a:cubicBezTo>
                  <a:pt x="2496300" y="908501"/>
                  <a:pt x="2583943" y="1098510"/>
                  <a:pt x="2675615" y="1267985"/>
                </a:cubicBezTo>
                <a:cubicBezTo>
                  <a:pt x="2731099" y="1370507"/>
                  <a:pt x="2875466" y="1386005"/>
                  <a:pt x="2952957" y="1297896"/>
                </a:cubicBezTo>
                <a:cubicBezTo>
                  <a:pt x="2992292" y="1253804"/>
                  <a:pt x="3027543" y="1206225"/>
                  <a:pt x="3058268" y="1155778"/>
                </a:cubicBezTo>
                <a:cubicBezTo>
                  <a:pt x="3256027" y="815280"/>
                  <a:pt x="3063848" y="537317"/>
                  <a:pt x="3306706" y="310500"/>
                </a:cubicBezTo>
                <a:cubicBezTo>
                  <a:pt x="3358006" y="262378"/>
                  <a:pt x="3524148" y="107395"/>
                  <a:pt x="3735234" y="107395"/>
                </a:cubicBezTo>
                <a:cubicBezTo>
                  <a:pt x="3766510" y="107395"/>
                  <a:pt x="3797693" y="110804"/>
                  <a:pt x="3828224" y="117624"/>
                </a:cubicBezTo>
                <a:cubicBezTo>
                  <a:pt x="4046595" y="166056"/>
                  <a:pt x="4222967" y="384349"/>
                  <a:pt x="4231180" y="592260"/>
                </a:cubicBezTo>
                <a:cubicBezTo>
                  <a:pt x="4242339" y="872003"/>
                  <a:pt x="3941207" y="932136"/>
                  <a:pt x="3873092" y="1299370"/>
                </a:cubicBezTo>
                <a:cubicBezTo>
                  <a:pt x="3837368" y="1492245"/>
                  <a:pt x="3867280" y="1798492"/>
                  <a:pt x="4050935" y="1948439"/>
                </a:cubicBezTo>
                <a:cubicBezTo>
                  <a:pt x="4358421" y="2199435"/>
                  <a:pt x="4810507" y="1777182"/>
                  <a:pt x="5211525" y="2027402"/>
                </a:cubicBezTo>
                <a:cubicBezTo>
                  <a:pt x="5429122" y="2163013"/>
                  <a:pt x="5566824" y="2456164"/>
                  <a:pt x="5541097" y="2700958"/>
                </a:cubicBezTo>
                <a:cubicBezTo>
                  <a:pt x="5501654" y="3076251"/>
                  <a:pt x="5098698" y="3142194"/>
                  <a:pt x="5094823" y="3471378"/>
                </a:cubicBezTo>
                <a:cubicBezTo>
                  <a:pt x="5091415" y="3745236"/>
                  <a:pt x="5419668" y="3893242"/>
                  <a:pt x="5505528" y="4272564"/>
                </a:cubicBezTo>
                <a:cubicBezTo>
                  <a:pt x="5569691" y="4556184"/>
                  <a:pt x="5439041" y="4752005"/>
                  <a:pt x="5281423" y="4965183"/>
                </a:cubicBezTo>
                <a:cubicBezTo>
                  <a:pt x="5068244" y="5253608"/>
                  <a:pt x="4866301" y="5146281"/>
                  <a:pt x="4675749" y="5385343"/>
                </a:cubicBezTo>
                <a:cubicBezTo>
                  <a:pt x="4370191" y="5769070"/>
                  <a:pt x="4714176" y="6260683"/>
                  <a:pt x="4508838" y="6598516"/>
                </a:cubicBezTo>
                <a:lnTo>
                  <a:pt x="4472787" y="6646910"/>
                </a:lnTo>
                <a:lnTo>
                  <a:pt x="3367517" y="6646910"/>
                </a:lnTo>
                <a:lnTo>
                  <a:pt x="2998981" y="6646910"/>
                </a:lnTo>
                <a:lnTo>
                  <a:pt x="2648733" y="6646910"/>
                </a:lnTo>
                <a:lnTo>
                  <a:pt x="0" y="6646910"/>
                </a:lnTo>
                <a:lnTo>
                  <a:pt x="0" y="28222"/>
                </a:lnTo>
                <a:close/>
                <a:moveTo>
                  <a:pt x="1509522" y="767"/>
                </a:moveTo>
                <a:cubicBezTo>
                  <a:pt x="1736339" y="-12639"/>
                  <a:pt x="1947814" y="150946"/>
                  <a:pt x="1986017" y="398066"/>
                </a:cubicBezTo>
                <a:cubicBezTo>
                  <a:pt x="2019183" y="611090"/>
                  <a:pt x="1902946" y="824502"/>
                  <a:pt x="1709217" y="905558"/>
                </a:cubicBezTo>
                <a:cubicBezTo>
                  <a:pt x="1430403" y="1021795"/>
                  <a:pt x="1123149" y="837830"/>
                  <a:pt x="1083551" y="529879"/>
                </a:cubicBezTo>
                <a:cubicBezTo>
                  <a:pt x="1056506" y="319025"/>
                  <a:pt x="1175223" y="110882"/>
                  <a:pt x="1366937" y="33390"/>
                </a:cubicBezTo>
                <a:cubicBezTo>
                  <a:pt x="1412379" y="14871"/>
                  <a:pt x="1460539" y="3866"/>
                  <a:pt x="1509522" y="76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70FA879-FFCB-F9BE-B18A-E21F9BA170FE}"/>
              </a:ext>
            </a:extLst>
          </p:cNvPr>
          <p:cNvSpPr txBox="1"/>
          <p:nvPr/>
        </p:nvSpPr>
        <p:spPr>
          <a:xfrm>
            <a:off x="7202907" y="2281187"/>
            <a:ext cx="4847923" cy="11478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latin typeface="+mj-lt"/>
                <a:ea typeface="+mj-ea"/>
                <a:cs typeface="+mj-cs"/>
              </a:rPr>
              <a:t>Arborescence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F991B4F9-BBAD-8984-3EFF-3DE1C5ABEE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825017"/>
              </p:ext>
            </p:extLst>
          </p:nvPr>
        </p:nvGraphicFramePr>
        <p:xfrm>
          <a:off x="253669" y="1655544"/>
          <a:ext cx="6252985" cy="3975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0454">
                  <a:extLst>
                    <a:ext uri="{9D8B030D-6E8A-4147-A177-3AD203B41FA5}">
                      <a16:colId xmlns:a16="http://schemas.microsoft.com/office/drawing/2014/main" val="4255921024"/>
                    </a:ext>
                  </a:extLst>
                </a:gridCol>
                <a:gridCol w="3262531">
                  <a:extLst>
                    <a:ext uri="{9D8B030D-6E8A-4147-A177-3AD203B41FA5}">
                      <a16:colId xmlns:a16="http://schemas.microsoft.com/office/drawing/2014/main" val="1005198226"/>
                    </a:ext>
                  </a:extLst>
                </a:gridCol>
              </a:tblGrid>
              <a:tr h="765768"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Se connecter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 b="1">
                          <a:solidFill>
                            <a:schemeClr val="tx1"/>
                          </a:solidFill>
                        </a:rPr>
                        <a:t>Page connexion </a:t>
                      </a:r>
                      <a:endParaRPr lang="fr-YT" sz="2400" b="1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296842"/>
                  </a:ext>
                </a:extLst>
              </a:tr>
              <a:tr h="641893"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Rechercher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 b="1">
                          <a:solidFill>
                            <a:schemeClr val="tx1"/>
                          </a:solidFill>
                        </a:rPr>
                        <a:t>Page recherche</a:t>
                      </a:r>
                      <a:endParaRPr lang="fr-YT" sz="2400" b="1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760956"/>
                  </a:ext>
                </a:extLst>
              </a:tr>
              <a:tr h="664417"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Consulter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 b="1">
                          <a:solidFill>
                            <a:schemeClr val="tx1"/>
                          </a:solidFill>
                        </a:rPr>
                        <a:t>Page détail</a:t>
                      </a:r>
                      <a:endParaRPr lang="fr-YT" sz="2400" b="1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6050658"/>
                  </a:ext>
                </a:extLst>
              </a:tr>
              <a:tr h="576021"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Validation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Page du panier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7266790"/>
                  </a:ext>
                </a:extLst>
              </a:tr>
              <a:tr h="662720"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Commander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Page de commande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437092"/>
                  </a:ext>
                </a:extLst>
              </a:tr>
              <a:tr h="664416"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Confirmation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 b="1" dirty="0">
                          <a:solidFill>
                            <a:schemeClr val="tx1"/>
                          </a:solidFill>
                        </a:rPr>
                        <a:t>Page confirmation</a:t>
                      </a:r>
                      <a:endParaRPr lang="fr-YT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08334" marR="108334" marT="54167" marB="541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163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4310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188</Words>
  <Application>Microsoft Office PowerPoint</Application>
  <PresentationFormat>Grand écran</PresentationFormat>
  <Paragraphs>62</Paragraphs>
  <Slides>7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4" baseType="lpstr">
      <vt:lpstr>ADLaM Display</vt:lpstr>
      <vt:lpstr>Aptos</vt:lpstr>
      <vt:lpstr>Arial</vt:lpstr>
      <vt:lpstr>Arial Black</vt:lpstr>
      <vt:lpstr>Avenir Next LT Pro</vt:lpstr>
      <vt:lpstr>Posterama</vt:lpstr>
      <vt:lpstr>SplashVTI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Aloe VERA</dc:creator>
  <cp:lastModifiedBy>Aloe VERA</cp:lastModifiedBy>
  <cp:revision>1</cp:revision>
  <dcterms:created xsi:type="dcterms:W3CDTF">2026-03-23T05:41:24Z</dcterms:created>
  <dcterms:modified xsi:type="dcterms:W3CDTF">2026-03-23T10:36:51Z</dcterms:modified>
</cp:coreProperties>
</file>