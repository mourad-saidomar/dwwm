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Y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4" d="100"/>
          <a:sy n="64" d="100"/>
        </p:scale>
        <p:origin x="112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3E8969-C1DB-5656-55ED-C77BEF0CED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YT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03EF44A-0E6B-36C9-A73E-E4EDCDC528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YT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8F110F-36F8-E168-88D5-21862C63B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5CAA0-468F-4C4C-AA49-737AB8517408}" type="datetimeFigureOut">
              <a:rPr lang="fr-YT" smtClean="0"/>
              <a:t>24/03/2026</a:t>
            </a:fld>
            <a:endParaRPr lang="fr-YT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8B5CE5A-05F6-910C-2B36-B199B8535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208103-AC7E-4E56-335B-B49106A14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C821-63E9-444E-934B-8BE7A3CE7A16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3268771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11C5DC-23A4-A96B-59D2-7F37F802A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YT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D18863-91E2-BED2-C330-242F6C663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YT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1A76EB-0BA8-7D3A-961E-1E26D1405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5CAA0-468F-4C4C-AA49-737AB8517408}" type="datetimeFigureOut">
              <a:rPr lang="fr-YT" smtClean="0"/>
              <a:t>24/03/2026</a:t>
            </a:fld>
            <a:endParaRPr lang="fr-YT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FB2215-E11E-4CA6-D981-309C6AC5E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B5CF33-7C6D-58B0-D06E-AA787F257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C821-63E9-444E-934B-8BE7A3CE7A16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1397995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0E5064-6D0E-ABD5-3FBF-2D579E0E3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YT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B2E14A4-545C-6AB5-44DB-6900DD4C1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766ACF-7ACD-277E-848C-582A5D07D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5CAA0-468F-4C4C-AA49-737AB8517408}" type="datetimeFigureOut">
              <a:rPr lang="fr-YT" smtClean="0"/>
              <a:t>24/03/2026</a:t>
            </a:fld>
            <a:endParaRPr lang="fr-YT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853DEC4-C0F1-8E31-966C-065D3518F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7A7E27-25E6-EE42-7259-7EBDBD895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C821-63E9-444E-934B-8BE7A3CE7A16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132575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8A99AB-C229-E36F-B2A8-3591A412F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YT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F53178-3396-7731-A8DA-B33600FD0E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YT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DBCB7ED-7B33-99A6-874A-E396E2C13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YT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83B43C6-BF1B-6E3B-8C66-38574698A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5CAA0-468F-4C4C-AA49-737AB8517408}" type="datetimeFigureOut">
              <a:rPr lang="fr-YT" smtClean="0"/>
              <a:t>24/03/2026</a:t>
            </a:fld>
            <a:endParaRPr lang="fr-YT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6A3A0F5-EAD0-F5D3-B3E6-A88CCEF1E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862FF39-9C87-6558-B77D-9F6E99E7C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C821-63E9-444E-934B-8BE7A3CE7A16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839207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3C2D17-EFE6-8CE9-F14F-E78F8C3B9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YT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6857858-0F5B-5059-B8A8-49B3E163D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FE0B7C0-B4B5-CAE8-C325-51FC51188C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YT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796A816-4556-E2D0-D8CC-649DCF80F8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5EDF44-419A-E5A0-8EFF-51F2A5C4E9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YT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C4A101-D27C-C27C-67AA-B646ACCE4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5CAA0-468F-4C4C-AA49-737AB8517408}" type="datetimeFigureOut">
              <a:rPr lang="fr-YT" smtClean="0"/>
              <a:t>24/03/2026</a:t>
            </a:fld>
            <a:endParaRPr lang="fr-YT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80E449E-4D54-0119-B0AD-64C1CFD46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275D6FB-22C8-25A2-908F-056CFBD39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C821-63E9-444E-934B-8BE7A3CE7A16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3158284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0987EE-17A7-981F-140C-F6296511A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YT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F417932-CF73-B08E-EE20-A5F502306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5CAA0-468F-4C4C-AA49-737AB8517408}" type="datetimeFigureOut">
              <a:rPr lang="fr-YT" smtClean="0"/>
              <a:t>24/03/2026</a:t>
            </a:fld>
            <a:endParaRPr lang="fr-YT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75BF0B8-E92E-1897-88A3-9768F7FF4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2C08146-DC73-2416-BF70-B0E9C3C18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C821-63E9-444E-934B-8BE7A3CE7A16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108769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EEA6779-B907-A37A-A7F8-7458C14BA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5CAA0-468F-4C4C-AA49-737AB8517408}" type="datetimeFigureOut">
              <a:rPr lang="fr-YT" smtClean="0"/>
              <a:t>24/03/2026</a:t>
            </a:fld>
            <a:endParaRPr lang="fr-YT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3F48CCF-9C32-5DA6-F407-DC5CC6ACA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6BF4F83-D254-0B8D-D966-2B29AAE8B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C821-63E9-444E-934B-8BE7A3CE7A16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3155345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D2A7CA-98CB-435E-A677-1946589B0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YT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1F8CCA-1F2E-2E20-5E9F-3FACF4483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YT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34D8814-B2BE-312C-BADA-B5C0BF8EFB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26F01D3-20C0-D36B-C95F-C16571866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5CAA0-468F-4C4C-AA49-737AB8517408}" type="datetimeFigureOut">
              <a:rPr lang="fr-YT" smtClean="0"/>
              <a:t>24/03/2026</a:t>
            </a:fld>
            <a:endParaRPr lang="fr-YT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DFF812-FC61-2630-C845-2AD13D660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F061868-6CEE-21E5-C0A8-B948631E1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C821-63E9-444E-934B-8BE7A3CE7A16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4121425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8E3E59-A16B-F338-0EDF-A286244F6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YT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79069D6-9480-3464-5DBC-741796B9C9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YT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6179372-B669-4536-C654-90E694CC2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3051906-FBDB-93BD-8F06-A87E8FC34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5CAA0-468F-4C4C-AA49-737AB8517408}" type="datetimeFigureOut">
              <a:rPr lang="fr-YT" smtClean="0"/>
              <a:t>24/03/2026</a:t>
            </a:fld>
            <a:endParaRPr lang="fr-YT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150B3C7-3343-8C0D-E144-F219E4056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BA35092-D45F-C3EB-34EB-8A486626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C821-63E9-444E-934B-8BE7A3CE7A16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3940337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3EB55C-C9F1-7AC5-688B-F99482B9C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YT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61EC2EC-01A9-C013-198C-1281E954B1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YT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ABCB3B5-51EA-7076-67E8-410D72487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5CAA0-468F-4C4C-AA49-737AB8517408}" type="datetimeFigureOut">
              <a:rPr lang="fr-YT" smtClean="0"/>
              <a:t>24/03/2026</a:t>
            </a:fld>
            <a:endParaRPr lang="fr-YT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694DDA-49D2-E19D-92F8-84B5E2006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BF5DE8-D1CA-D660-B3B8-F84787286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C821-63E9-444E-934B-8BE7A3CE7A16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1987647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795EC23-D4E8-6B7F-F8DF-90990BA667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YT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E46F1DF-167B-74BF-EC70-49090BC53C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YT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EBFAF6-1C93-B116-A0A2-645A53463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5CAA0-468F-4C4C-AA49-737AB8517408}" type="datetimeFigureOut">
              <a:rPr lang="fr-YT" smtClean="0"/>
              <a:t>24/03/2026</a:t>
            </a:fld>
            <a:endParaRPr lang="fr-YT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6BC969-6AAE-661F-9A5F-CEA41A21D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1779664-833E-6D3E-5866-E03244C1F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C821-63E9-444E-934B-8BE7A3CE7A16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1197643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8A68307-4BE5-547F-DF4B-88093C04D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YT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C9D6D88-62E4-BA5D-B3D5-7A4B018CA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YT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76453D-8D69-0942-4A7D-B14D017201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65CAA0-468F-4C4C-AA49-737AB8517408}" type="datetimeFigureOut">
              <a:rPr lang="fr-YT" smtClean="0"/>
              <a:t>24/03/2026</a:t>
            </a:fld>
            <a:endParaRPr lang="fr-YT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99E3E0-A9CF-157A-BB96-C7FD262BFB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YT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8B9F378-2F37-17C9-95DA-6D710DC5C2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F3C821-63E9-444E-934B-8BE7A3CE7A16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862398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Y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B91CD7DF-3896-7274-DC04-A0D97491FA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9705" y="1986392"/>
            <a:ext cx="1228615" cy="122861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633D4FF-653E-AB9A-0853-66A6EF2EAAD5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082647" y="1987425"/>
            <a:ext cx="2026706" cy="2024640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9F25BD1E-FE2B-D8F8-2CB5-033DA0267D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7777" y="2741384"/>
            <a:ext cx="6616446" cy="1271714"/>
          </a:xfrm>
        </p:spPr>
        <p:txBody>
          <a:bodyPr>
            <a:noAutofit/>
          </a:bodyPr>
          <a:lstStyle/>
          <a:p>
            <a:r>
              <a:rPr lang="fr-FR" sz="8800" b="1" dirty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te" panose="03060902040502070203" pitchFamily="66" charset="0"/>
              </a:rPr>
              <a:t>MAY</a:t>
            </a:r>
            <a:r>
              <a:rPr lang="fr-FR" sz="88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</a:rPr>
              <a:t>’</a:t>
            </a:r>
            <a:r>
              <a:rPr lang="fr-FR" sz="8800" b="1" dirty="0">
                <a:solidFill>
                  <a:srgbClr val="0D0D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  <a:cs typeface="Dreaming Outloud Pro" panose="020F0502020204030204" pitchFamily="66" charset="0"/>
              </a:rPr>
              <a:t>Deals</a:t>
            </a:r>
            <a:endParaRPr lang="fr-YT" sz="8800" b="1" dirty="0">
              <a:solidFill>
                <a:srgbClr val="0D0D3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rlow Solid Italic" panose="04030604020F02020D02" pitchFamily="82" charset="0"/>
              <a:cs typeface="Dreaming Outloud Pro" panose="020F050202020403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56793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</Words>
  <Application>Microsoft Office PowerPoint</Application>
  <PresentationFormat>Grand écran</PresentationFormat>
  <Paragraphs>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Forte</vt:lpstr>
      <vt:lpstr>Harlow Solid Italic</vt:lpstr>
      <vt:lpstr>Thème Office</vt:lpstr>
      <vt:lpstr>MAY’Deals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Aloe VERA</dc:creator>
  <cp:lastModifiedBy>Aloe VERA</cp:lastModifiedBy>
  <cp:revision>2</cp:revision>
  <dcterms:created xsi:type="dcterms:W3CDTF">2026-03-24T06:32:09Z</dcterms:created>
  <dcterms:modified xsi:type="dcterms:W3CDTF">2026-03-24T09:01:43Z</dcterms:modified>
</cp:coreProperties>
</file>