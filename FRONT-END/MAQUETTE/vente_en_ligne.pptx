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3"/>
  </p:notesMasterIdLst>
  <p:sldIdLst>
    <p:sldId id="265" r:id="rId2"/>
    <p:sldId id="256" r:id="rId3"/>
    <p:sldId id="262" r:id="rId4"/>
    <p:sldId id="263" r:id="rId5"/>
    <p:sldId id="258" r:id="rId6"/>
    <p:sldId id="259" r:id="rId7"/>
    <p:sldId id="268" r:id="rId8"/>
    <p:sldId id="264" r:id="rId9"/>
    <p:sldId id="261" r:id="rId10"/>
    <p:sldId id="267" r:id="rId11"/>
    <p:sldId id="266" r:id="rId12"/>
  </p:sldIdLst>
  <p:sldSz cx="12192000" cy="6858000"/>
  <p:notesSz cx="6858000" cy="9144000"/>
  <p:defaultTextStyle>
    <a:defPPr>
      <a:defRPr lang="fr-Y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9DD7A-F0DE-4408-B641-C051CC7AB997}" v="101" dt="2026-03-23T11:30:07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856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e VERA" userId="6b960476-e567-467f-a33f-aec172a9bd13" providerId="ADAL" clId="{8A9E6FFF-D572-4621-84EA-50F599B778CC}"/>
    <pc:docChg chg="undo custSel addSld delSld modSld sldOrd modMainMaster">
      <pc:chgData name="Aloe VERA" userId="6b960476-e567-467f-a33f-aec172a9bd13" providerId="ADAL" clId="{8A9E6FFF-D572-4621-84EA-50F599B778CC}" dt="2026-03-23T11:30:10.416" v="347" actId="1076"/>
      <pc:docMkLst>
        <pc:docMk/>
      </pc:docMkLst>
      <pc:sldChg chg="addSp delSp modSp mod ord modTransition setBg">
        <pc:chgData name="Aloe VERA" userId="6b960476-e567-467f-a33f-aec172a9bd13" providerId="ADAL" clId="{8A9E6FFF-D572-4621-84EA-50F599B778CC}" dt="2026-03-23T11:19:10.756" v="195" actId="165"/>
        <pc:sldMkLst>
          <pc:docMk/>
          <pc:sldMk cId="3774736256" sldId="256"/>
        </pc:sldMkLst>
        <pc:spChg chg="mod topLvl">
          <ac:chgData name="Aloe VERA" userId="6b960476-e567-467f-a33f-aec172a9bd13" providerId="ADAL" clId="{8A9E6FFF-D572-4621-84EA-50F599B778CC}" dt="2026-03-23T11:19:10.756" v="195" actId="165"/>
          <ac:spMkLst>
            <pc:docMk/>
            <pc:sldMk cId="3774736256" sldId="256"/>
            <ac:spMk id="4" creationId="{FE9498ED-8096-421B-BCD5-F6C4D3CAC428}"/>
          </ac:spMkLst>
        </pc:spChg>
        <pc:spChg chg="mod topLvl">
          <ac:chgData name="Aloe VERA" userId="6b960476-e567-467f-a33f-aec172a9bd13" providerId="ADAL" clId="{8A9E6FFF-D572-4621-84EA-50F599B778CC}" dt="2026-03-23T11:04:40.111" v="109" actId="165"/>
          <ac:spMkLst>
            <pc:docMk/>
            <pc:sldMk cId="3774736256" sldId="256"/>
            <ac:spMk id="6" creationId="{728C990D-1DE2-1CAC-22D8-963A053266CB}"/>
          </ac:spMkLst>
        </pc:spChg>
        <pc:spChg chg="mod topLvl">
          <ac:chgData name="Aloe VERA" userId="6b960476-e567-467f-a33f-aec172a9bd13" providerId="ADAL" clId="{8A9E6FFF-D572-4621-84EA-50F599B778CC}" dt="2026-03-23T11:04:40.111" v="109" actId="165"/>
          <ac:spMkLst>
            <pc:docMk/>
            <pc:sldMk cId="3774736256" sldId="256"/>
            <ac:spMk id="7" creationId="{822AEAD0-3D22-2518-1D18-4A71B679A796}"/>
          </ac:spMkLst>
        </pc:spChg>
        <pc:spChg chg="mod topLvl">
          <ac:chgData name="Aloe VERA" userId="6b960476-e567-467f-a33f-aec172a9bd13" providerId="ADAL" clId="{8A9E6FFF-D572-4621-84EA-50F599B778CC}" dt="2026-03-23T11:19:10.756" v="195" actId="165"/>
          <ac:spMkLst>
            <pc:docMk/>
            <pc:sldMk cId="3774736256" sldId="256"/>
            <ac:spMk id="8" creationId="{56A77336-6923-0DF3-F70A-FA2E0A07E5D8}"/>
          </ac:spMkLst>
        </pc:spChg>
        <pc:spChg chg="mod topLvl">
          <ac:chgData name="Aloe VERA" userId="6b960476-e567-467f-a33f-aec172a9bd13" providerId="ADAL" clId="{8A9E6FFF-D572-4621-84EA-50F599B778CC}" dt="2026-03-23T11:19:10.756" v="195" actId="165"/>
          <ac:spMkLst>
            <pc:docMk/>
            <pc:sldMk cId="3774736256" sldId="256"/>
            <ac:spMk id="9" creationId="{3E984A12-9374-C027-D22F-F321E3335CCC}"/>
          </ac:spMkLst>
        </pc:spChg>
        <pc:spChg chg="add mod">
          <ac:chgData name="Aloe VERA" userId="6b960476-e567-467f-a33f-aec172a9bd13" providerId="ADAL" clId="{8A9E6FFF-D572-4621-84EA-50F599B778CC}" dt="2026-03-23T11:01:08.176" v="83" actId="1076"/>
          <ac:spMkLst>
            <pc:docMk/>
            <pc:sldMk cId="3774736256" sldId="256"/>
            <ac:spMk id="12" creationId="{E80EBCA0-D1D8-6708-1B5B-F7F02E6B073B}"/>
          </ac:spMkLst>
        </pc:spChg>
        <pc:spChg chg="add mod">
          <ac:chgData name="Aloe VERA" userId="6b960476-e567-467f-a33f-aec172a9bd13" providerId="ADAL" clId="{8A9E6FFF-D572-4621-84EA-50F599B778CC}" dt="2026-03-23T11:02:07.461" v="89" actId="1076"/>
          <ac:spMkLst>
            <pc:docMk/>
            <pc:sldMk cId="3774736256" sldId="256"/>
            <ac:spMk id="13" creationId="{201DF295-F1B2-00F8-7D17-B3A658A6EA1A}"/>
          </ac:spMkLst>
        </pc:spChg>
        <pc:spChg chg="add del mod">
          <ac:chgData name="Aloe VERA" userId="6b960476-e567-467f-a33f-aec172a9bd13" providerId="ADAL" clId="{8A9E6FFF-D572-4621-84EA-50F599B778CC}" dt="2026-03-23T11:05:10.720" v="112" actId="478"/>
          <ac:spMkLst>
            <pc:docMk/>
            <pc:sldMk cId="3774736256" sldId="256"/>
            <ac:spMk id="14" creationId="{EB3F6DAC-CEC9-DE80-E959-B935D1E23FB5}"/>
          </ac:spMkLst>
        </pc:spChg>
        <pc:spChg chg="add mod">
          <ac:chgData name="Aloe VERA" userId="6b960476-e567-467f-a33f-aec172a9bd13" providerId="ADAL" clId="{8A9E6FFF-D572-4621-84EA-50F599B778CC}" dt="2026-03-23T11:02:12.513" v="90" actId="1076"/>
          <ac:spMkLst>
            <pc:docMk/>
            <pc:sldMk cId="3774736256" sldId="256"/>
            <ac:spMk id="17" creationId="{E07B6668-892C-FE8B-2F75-DA7A15619729}"/>
          </ac:spMkLst>
        </pc:spChg>
        <pc:grpChg chg="del mod">
          <ac:chgData name="Aloe VERA" userId="6b960476-e567-467f-a33f-aec172a9bd13" providerId="ADAL" clId="{8A9E6FFF-D572-4621-84EA-50F599B778CC}" dt="2026-03-23T10:59:01.493" v="68" actId="165"/>
          <ac:grpSpMkLst>
            <pc:docMk/>
            <pc:sldMk cId="3774736256" sldId="256"/>
            <ac:grpSpMk id="5" creationId="{08996F3D-1D2E-244B-7E74-438AB828F5D5}"/>
          </ac:grpSpMkLst>
        </pc:grpChg>
        <pc:grpChg chg="add del mod">
          <ac:chgData name="Aloe VERA" userId="6b960476-e567-467f-a33f-aec172a9bd13" providerId="ADAL" clId="{8A9E6FFF-D572-4621-84EA-50F599B778CC}" dt="2026-03-23T11:19:10.756" v="195" actId="165"/>
          <ac:grpSpMkLst>
            <pc:docMk/>
            <pc:sldMk cId="3774736256" sldId="256"/>
            <ac:grpSpMk id="10" creationId="{0A431642-DF86-A98C-0328-4E272C228E06}"/>
          </ac:grpSpMkLst>
        </pc:grpChg>
        <pc:grpChg chg="add del mod">
          <ac:chgData name="Aloe VERA" userId="6b960476-e567-467f-a33f-aec172a9bd13" providerId="ADAL" clId="{8A9E6FFF-D572-4621-84EA-50F599B778CC}" dt="2026-03-23T11:04:40.111" v="109" actId="165"/>
          <ac:grpSpMkLst>
            <pc:docMk/>
            <pc:sldMk cId="3774736256" sldId="256"/>
            <ac:grpSpMk id="11" creationId="{3E4CB487-D793-90A7-0007-AEEC7A7290E0}"/>
          </ac:grpSpMkLst>
        </pc:grpChg>
        <pc:graphicFrameChg chg="del mod">
          <ac:chgData name="Aloe VERA" userId="6b960476-e567-467f-a33f-aec172a9bd13" providerId="ADAL" clId="{8A9E6FFF-D572-4621-84EA-50F599B778CC}" dt="2026-03-23T10:58:34.582" v="65" actId="18245"/>
          <ac:graphicFrameMkLst>
            <pc:docMk/>
            <pc:sldMk cId="3774736256" sldId="256"/>
            <ac:graphicFrameMk id="34" creationId="{E8BAB2F9-3044-72D1-9189-E864D895E38C}"/>
          </ac:graphicFrameMkLst>
        </pc:graphicFrameChg>
      </pc:sldChg>
      <pc:sldChg chg="addSp modSp mod modTransition">
        <pc:chgData name="Aloe VERA" userId="6b960476-e567-467f-a33f-aec172a9bd13" providerId="ADAL" clId="{8A9E6FFF-D572-4621-84EA-50F599B778CC}" dt="2026-03-23T11:16:10.999" v="166" actId="1076"/>
        <pc:sldMkLst>
          <pc:docMk/>
          <pc:sldMk cId="735573773" sldId="258"/>
        </pc:sldMkLst>
        <pc:spChg chg="add mod">
          <ac:chgData name="Aloe VERA" userId="6b960476-e567-467f-a33f-aec172a9bd13" providerId="ADAL" clId="{8A9E6FFF-D572-4621-84EA-50F599B778CC}" dt="2026-03-23T11:14:10.366" v="148" actId="1076"/>
          <ac:spMkLst>
            <pc:docMk/>
            <pc:sldMk cId="735573773" sldId="258"/>
            <ac:spMk id="3" creationId="{0B4C3F2D-26AD-3147-9D41-D415FAC70DEE}"/>
          </ac:spMkLst>
        </pc:spChg>
        <pc:spChg chg="add mod">
          <ac:chgData name="Aloe VERA" userId="6b960476-e567-467f-a33f-aec172a9bd13" providerId="ADAL" clId="{8A9E6FFF-D572-4621-84EA-50F599B778CC}" dt="2026-03-23T11:14:17.055" v="149" actId="1076"/>
          <ac:spMkLst>
            <pc:docMk/>
            <pc:sldMk cId="735573773" sldId="258"/>
            <ac:spMk id="4" creationId="{D91A0D93-6EF1-F22D-5B7D-CAB668F913A8}"/>
          </ac:spMkLst>
        </pc:spChg>
        <pc:spChg chg="add mod">
          <ac:chgData name="Aloe VERA" userId="6b960476-e567-467f-a33f-aec172a9bd13" providerId="ADAL" clId="{8A9E6FFF-D572-4621-84EA-50F599B778CC}" dt="2026-03-23T11:14:25.180" v="150" actId="1076"/>
          <ac:spMkLst>
            <pc:docMk/>
            <pc:sldMk cId="735573773" sldId="258"/>
            <ac:spMk id="5" creationId="{41E28A2E-8196-78CD-61DB-12A974C22DEE}"/>
          </ac:spMkLst>
        </pc:spChg>
        <pc:spChg chg="add mod">
          <ac:chgData name="Aloe VERA" userId="6b960476-e567-467f-a33f-aec172a9bd13" providerId="ADAL" clId="{8A9E6FFF-D572-4621-84EA-50F599B778CC}" dt="2026-03-23T11:14:25.180" v="150" actId="1076"/>
          <ac:spMkLst>
            <pc:docMk/>
            <pc:sldMk cId="735573773" sldId="258"/>
            <ac:spMk id="6" creationId="{871FC9AE-2C66-1BAB-997C-952B3A421DA0}"/>
          </ac:spMkLst>
        </pc:spChg>
        <pc:spChg chg="add mod">
          <ac:chgData name="Aloe VERA" userId="6b960476-e567-467f-a33f-aec172a9bd13" providerId="ADAL" clId="{8A9E6FFF-D572-4621-84EA-50F599B778CC}" dt="2026-03-23T11:16:03.495" v="165" actId="1076"/>
          <ac:spMkLst>
            <pc:docMk/>
            <pc:sldMk cId="735573773" sldId="258"/>
            <ac:spMk id="7" creationId="{27C05EC0-38F7-BDC1-CEAA-D2BDFA61435B}"/>
          </ac:spMkLst>
        </pc:spChg>
        <pc:spChg chg="add mod">
          <ac:chgData name="Aloe VERA" userId="6b960476-e567-467f-a33f-aec172a9bd13" providerId="ADAL" clId="{8A9E6FFF-D572-4621-84EA-50F599B778CC}" dt="2026-03-23T11:16:10.999" v="166" actId="1076"/>
          <ac:spMkLst>
            <pc:docMk/>
            <pc:sldMk cId="735573773" sldId="258"/>
            <ac:spMk id="8" creationId="{A12EB47C-915D-613A-0BA3-E0CE9E684336}"/>
          </ac:spMkLst>
        </pc:spChg>
      </pc:sldChg>
      <pc:sldChg chg="addSp modSp mod modTransition">
        <pc:chgData name="Aloe VERA" userId="6b960476-e567-467f-a33f-aec172a9bd13" providerId="ADAL" clId="{8A9E6FFF-D572-4621-84EA-50F599B778CC}" dt="2026-03-23T11:30:10.416" v="347" actId="1076"/>
        <pc:sldMkLst>
          <pc:docMk/>
          <pc:sldMk cId="1619869852" sldId="259"/>
        </pc:sldMkLst>
        <pc:spChg chg="add mod">
          <ac:chgData name="Aloe VERA" userId="6b960476-e567-467f-a33f-aec172a9bd13" providerId="ADAL" clId="{8A9E6FFF-D572-4621-84EA-50F599B778CC}" dt="2026-03-23T11:16:20.420" v="168" actId="1076"/>
          <ac:spMkLst>
            <pc:docMk/>
            <pc:sldMk cId="1619869852" sldId="259"/>
            <ac:spMk id="2" creationId="{7CD4C82B-6BF0-F517-F0EC-0A561E5A45BF}"/>
          </ac:spMkLst>
        </pc:spChg>
        <pc:spChg chg="mod">
          <ac:chgData name="Aloe VERA" userId="6b960476-e567-467f-a33f-aec172a9bd13" providerId="ADAL" clId="{8A9E6FFF-D572-4621-84EA-50F599B778CC}" dt="2026-03-23T11:15:44.119" v="163" actId="14100"/>
          <ac:spMkLst>
            <pc:docMk/>
            <pc:sldMk cId="1619869852" sldId="259"/>
            <ac:spMk id="3" creationId="{85A77741-4DA1-6926-52CC-0A6A898EB693}"/>
          </ac:spMkLst>
        </pc:spChg>
        <pc:spChg chg="add mod">
          <ac:chgData name="Aloe VERA" userId="6b960476-e567-467f-a33f-aec172a9bd13" providerId="ADAL" clId="{8A9E6FFF-D572-4621-84EA-50F599B778CC}" dt="2026-03-23T11:16:20.420" v="168" actId="1076"/>
          <ac:spMkLst>
            <pc:docMk/>
            <pc:sldMk cId="1619869852" sldId="259"/>
            <ac:spMk id="6" creationId="{263EDBE8-5EF1-EEAE-252B-3EBCFB85EAE1}"/>
          </ac:spMkLst>
        </pc:spChg>
        <pc:graphicFrameChg chg="add mod">
          <ac:chgData name="Aloe VERA" userId="6b960476-e567-467f-a33f-aec172a9bd13" providerId="ADAL" clId="{8A9E6FFF-D572-4621-84EA-50F599B778CC}" dt="2026-03-23T11:30:10.416" v="347" actId="1076"/>
          <ac:graphicFrameMkLst>
            <pc:docMk/>
            <pc:sldMk cId="1619869852" sldId="259"/>
            <ac:graphicFrameMk id="7" creationId="{9F449DE3-8060-DF26-98B8-072D83251DA9}"/>
          </ac:graphicFrameMkLst>
        </pc:graphicFrameChg>
      </pc:sldChg>
      <pc:sldChg chg="modTransition">
        <pc:chgData name="Aloe VERA" userId="6b960476-e567-467f-a33f-aec172a9bd13" providerId="ADAL" clId="{8A9E6FFF-D572-4621-84EA-50F599B778CC}" dt="2026-03-23T11:24:30.323" v="205"/>
        <pc:sldMkLst>
          <pc:docMk/>
          <pc:sldMk cId="1314310213" sldId="261"/>
        </pc:sldMkLst>
      </pc:sldChg>
      <pc:sldChg chg="addSp delSp modSp mod modTransition">
        <pc:chgData name="Aloe VERA" userId="6b960476-e567-467f-a33f-aec172a9bd13" providerId="ADAL" clId="{8A9E6FFF-D572-4621-84EA-50F599B778CC}" dt="2026-03-23T11:21:02.688" v="201"/>
        <pc:sldMkLst>
          <pc:docMk/>
          <pc:sldMk cId="784364715" sldId="262"/>
        </pc:sldMkLst>
        <pc:spChg chg="del">
          <ac:chgData name="Aloe VERA" userId="6b960476-e567-467f-a33f-aec172a9bd13" providerId="ADAL" clId="{8A9E6FFF-D572-4621-84EA-50F599B778CC}" dt="2026-03-23T11:03:41.140" v="99" actId="478"/>
          <ac:spMkLst>
            <pc:docMk/>
            <pc:sldMk cId="784364715" sldId="262"/>
            <ac:spMk id="2" creationId="{D7F6E82F-88CC-020E-FDED-46EDFF3A94D2}"/>
          </ac:spMkLst>
        </pc:spChg>
        <pc:spChg chg="add mod">
          <ac:chgData name="Aloe VERA" userId="6b960476-e567-467f-a33f-aec172a9bd13" providerId="ADAL" clId="{8A9E6FFF-D572-4621-84EA-50F599B778CC}" dt="2026-03-23T11:03:16.509" v="97" actId="1076"/>
          <ac:spMkLst>
            <pc:docMk/>
            <pc:sldMk cId="784364715" sldId="262"/>
            <ac:spMk id="5" creationId="{FDDB0050-2C19-36A9-2258-D59764AA8AA8}"/>
          </ac:spMkLst>
        </pc:spChg>
        <pc:spChg chg="mod topLvl">
          <ac:chgData name="Aloe VERA" userId="6b960476-e567-467f-a33f-aec172a9bd13" providerId="ADAL" clId="{8A9E6FFF-D572-4621-84EA-50F599B778CC}" dt="2026-03-23T11:11:14.908" v="135" actId="1076"/>
          <ac:spMkLst>
            <pc:docMk/>
            <pc:sldMk cId="784364715" sldId="262"/>
            <ac:spMk id="7" creationId="{44F13913-72FA-DB02-B54B-9B28E0FC18DE}"/>
          </ac:spMkLst>
        </pc:spChg>
        <pc:spChg chg="mod topLvl">
          <ac:chgData name="Aloe VERA" userId="6b960476-e567-467f-a33f-aec172a9bd13" providerId="ADAL" clId="{8A9E6FFF-D572-4621-84EA-50F599B778CC}" dt="2026-03-23T11:11:14.908" v="135" actId="1076"/>
          <ac:spMkLst>
            <pc:docMk/>
            <pc:sldMk cId="784364715" sldId="262"/>
            <ac:spMk id="8" creationId="{BC38EFED-70C9-C5E3-EEFE-195EAC812EEA}"/>
          </ac:spMkLst>
        </pc:spChg>
        <pc:spChg chg="mod topLvl">
          <ac:chgData name="Aloe VERA" userId="6b960476-e567-467f-a33f-aec172a9bd13" providerId="ADAL" clId="{8A9E6FFF-D572-4621-84EA-50F599B778CC}" dt="2026-03-23T11:10:58.414" v="133" actId="1076"/>
          <ac:spMkLst>
            <pc:docMk/>
            <pc:sldMk cId="784364715" sldId="262"/>
            <ac:spMk id="10" creationId="{C8FFB71D-84D6-8F55-A9F6-BBA90728A166}"/>
          </ac:spMkLst>
        </pc:spChg>
        <pc:spChg chg="del mod topLvl">
          <ac:chgData name="Aloe VERA" userId="6b960476-e567-467f-a33f-aec172a9bd13" providerId="ADAL" clId="{8A9E6FFF-D572-4621-84EA-50F599B778CC}" dt="2026-03-23T11:12:22.705" v="142" actId="478"/>
          <ac:spMkLst>
            <pc:docMk/>
            <pc:sldMk cId="784364715" sldId="262"/>
            <ac:spMk id="11" creationId="{168AC4CB-993B-64F3-C72C-8EF5CBE3D51C}"/>
          </ac:spMkLst>
        </pc:spChg>
        <pc:spChg chg="del mod topLvl">
          <ac:chgData name="Aloe VERA" userId="6b960476-e567-467f-a33f-aec172a9bd13" providerId="ADAL" clId="{8A9E6FFF-D572-4621-84EA-50F599B778CC}" dt="2026-03-23T11:12:22.705" v="142" actId="478"/>
          <ac:spMkLst>
            <pc:docMk/>
            <pc:sldMk cId="784364715" sldId="262"/>
            <ac:spMk id="12" creationId="{350C62F3-F997-3572-45C0-6543D7B400F0}"/>
          </ac:spMkLst>
        </pc:spChg>
        <pc:spChg chg="add mod">
          <ac:chgData name="Aloe VERA" userId="6b960476-e567-467f-a33f-aec172a9bd13" providerId="ADAL" clId="{8A9E6FFF-D572-4621-84EA-50F599B778CC}" dt="2026-03-23T11:12:56.029" v="143" actId="1076"/>
          <ac:spMkLst>
            <pc:docMk/>
            <pc:sldMk cId="784364715" sldId="262"/>
            <ac:spMk id="13" creationId="{5A172256-9E12-E1EF-6133-344C76457337}"/>
          </ac:spMkLst>
        </pc:spChg>
        <pc:spChg chg="add del">
          <ac:chgData name="Aloe VERA" userId="6b960476-e567-467f-a33f-aec172a9bd13" providerId="ADAL" clId="{8A9E6FFF-D572-4621-84EA-50F599B778CC}" dt="2026-03-23T11:05:27.958" v="115" actId="478"/>
          <ac:spMkLst>
            <pc:docMk/>
            <pc:sldMk cId="784364715" sldId="262"/>
            <ac:spMk id="16" creationId="{E7AB94CB-9F2B-7964-6AF5-0FD4127CB457}"/>
          </ac:spMkLst>
        </pc:spChg>
        <pc:spChg chg="mod topLvl">
          <ac:chgData name="Aloe VERA" userId="6b960476-e567-467f-a33f-aec172a9bd13" providerId="ADAL" clId="{8A9E6FFF-D572-4621-84EA-50F599B778CC}" dt="2026-03-23T11:20:09.996" v="197" actId="165"/>
          <ac:spMkLst>
            <pc:docMk/>
            <pc:sldMk cId="784364715" sldId="262"/>
            <ac:spMk id="17" creationId="{49786E4E-045B-75A6-3EF6-E65EF9E0F875}"/>
          </ac:spMkLst>
        </pc:spChg>
        <pc:spChg chg="add del mod topLvl">
          <ac:chgData name="Aloe VERA" userId="6b960476-e567-467f-a33f-aec172a9bd13" providerId="ADAL" clId="{8A9E6FFF-D572-4621-84EA-50F599B778CC}" dt="2026-03-23T11:20:45.952" v="199" actId="478"/>
          <ac:spMkLst>
            <pc:docMk/>
            <pc:sldMk cId="784364715" sldId="262"/>
            <ac:spMk id="18" creationId="{4DFDEA24-4D1F-943B-4423-8EA614335122}"/>
          </ac:spMkLst>
        </pc:spChg>
        <pc:spChg chg="mod topLvl">
          <ac:chgData name="Aloe VERA" userId="6b960476-e567-467f-a33f-aec172a9bd13" providerId="ADAL" clId="{8A9E6FFF-D572-4621-84EA-50F599B778CC}" dt="2026-03-23T11:20:09.996" v="197" actId="165"/>
          <ac:spMkLst>
            <pc:docMk/>
            <pc:sldMk cId="784364715" sldId="262"/>
            <ac:spMk id="19" creationId="{FF289516-A392-7D14-BBE9-BE9ED3239A86}"/>
          </ac:spMkLst>
        </pc:spChg>
        <pc:spChg chg="add del mod">
          <ac:chgData name="Aloe VERA" userId="6b960476-e567-467f-a33f-aec172a9bd13" providerId="ADAL" clId="{8A9E6FFF-D572-4621-84EA-50F599B778CC}" dt="2026-03-23T11:20:52.168" v="200" actId="21"/>
          <ac:spMkLst>
            <pc:docMk/>
            <pc:sldMk cId="784364715" sldId="262"/>
            <ac:spMk id="20" creationId="{96BD8585-69B5-A8BF-B08E-6A1CF76489CC}"/>
          </ac:spMkLst>
        </pc:spChg>
        <pc:spChg chg="add del mod">
          <ac:chgData name="Aloe VERA" userId="6b960476-e567-467f-a33f-aec172a9bd13" providerId="ADAL" clId="{8A9E6FFF-D572-4621-84EA-50F599B778CC}" dt="2026-03-23T11:20:52.168" v="200" actId="21"/>
          <ac:spMkLst>
            <pc:docMk/>
            <pc:sldMk cId="784364715" sldId="262"/>
            <ac:spMk id="21" creationId="{547E14FB-0D38-DF4C-7796-E4F360306406}"/>
          </ac:spMkLst>
        </pc:spChg>
        <pc:spChg chg="add mod">
          <ac:chgData name="Aloe VERA" userId="6b960476-e567-467f-a33f-aec172a9bd13" providerId="ADAL" clId="{8A9E6FFF-D572-4621-84EA-50F599B778CC}" dt="2026-03-23T11:21:02.688" v="201"/>
          <ac:spMkLst>
            <pc:docMk/>
            <pc:sldMk cId="784364715" sldId="262"/>
            <ac:spMk id="22" creationId="{96BD8585-69B5-A8BF-B08E-6A1CF76489CC}"/>
          </ac:spMkLst>
        </pc:spChg>
        <pc:spChg chg="add mod">
          <ac:chgData name="Aloe VERA" userId="6b960476-e567-467f-a33f-aec172a9bd13" providerId="ADAL" clId="{8A9E6FFF-D572-4621-84EA-50F599B778CC}" dt="2026-03-23T11:21:02.688" v="201"/>
          <ac:spMkLst>
            <pc:docMk/>
            <pc:sldMk cId="784364715" sldId="262"/>
            <ac:spMk id="23" creationId="{547E14FB-0D38-DF4C-7796-E4F360306406}"/>
          </ac:spMkLst>
        </pc:spChg>
        <pc:grpChg chg="add del mod">
          <ac:chgData name="Aloe VERA" userId="6b960476-e567-467f-a33f-aec172a9bd13" providerId="ADAL" clId="{8A9E6FFF-D572-4621-84EA-50F599B778CC}" dt="2026-03-23T11:03:38.399" v="98" actId="165"/>
          <ac:grpSpMkLst>
            <pc:docMk/>
            <pc:sldMk cId="784364715" sldId="262"/>
            <ac:grpSpMk id="6" creationId="{C9A5EEAF-58A3-A1FC-4429-7BCDF3607B7C}"/>
          </ac:grpSpMkLst>
        </pc:grpChg>
        <pc:grpChg chg="add del mod">
          <ac:chgData name="Aloe VERA" userId="6b960476-e567-467f-a33f-aec172a9bd13" providerId="ADAL" clId="{8A9E6FFF-D572-4621-84EA-50F599B778CC}" dt="2026-03-23T11:08:34.827" v="127" actId="165"/>
          <ac:grpSpMkLst>
            <pc:docMk/>
            <pc:sldMk cId="784364715" sldId="262"/>
            <ac:grpSpMk id="9" creationId="{C3C0C76D-4E6B-7AB8-177E-E0C2DDD180BD}"/>
          </ac:grpSpMkLst>
        </pc:grpChg>
        <pc:grpChg chg="add del mod">
          <ac:chgData name="Aloe VERA" userId="6b960476-e567-467f-a33f-aec172a9bd13" providerId="ADAL" clId="{8A9E6FFF-D572-4621-84EA-50F599B778CC}" dt="2026-03-23T11:20:09.996" v="197" actId="165"/>
          <ac:grpSpMkLst>
            <pc:docMk/>
            <pc:sldMk cId="784364715" sldId="262"/>
            <ac:grpSpMk id="14" creationId="{08570E4B-7723-657A-51F2-9C0E1A549445}"/>
          </ac:grpSpMkLst>
        </pc:grpChg>
      </pc:sldChg>
      <pc:sldChg chg="addSp delSp modSp mod modTransition">
        <pc:chgData name="Aloe VERA" userId="6b960476-e567-467f-a33f-aec172a9bd13" providerId="ADAL" clId="{8A9E6FFF-D572-4621-84EA-50F599B778CC}" dt="2026-03-23T11:14:58.853" v="155" actId="1076"/>
        <pc:sldMkLst>
          <pc:docMk/>
          <pc:sldMk cId="761229866" sldId="263"/>
        </pc:sldMkLst>
        <pc:spChg chg="del">
          <ac:chgData name="Aloe VERA" userId="6b960476-e567-467f-a33f-aec172a9bd13" providerId="ADAL" clId="{8A9E6FFF-D572-4621-84EA-50F599B778CC}" dt="2026-03-23T11:06:22.725" v="120" actId="478"/>
          <ac:spMkLst>
            <pc:docMk/>
            <pc:sldMk cId="761229866" sldId="263"/>
            <ac:spMk id="3" creationId="{1FB0F949-C75C-1AB8-58C6-5180511C8067}"/>
          </ac:spMkLst>
        </pc:spChg>
        <pc:spChg chg="mod topLvl">
          <ac:chgData name="Aloe VERA" userId="6b960476-e567-467f-a33f-aec172a9bd13" providerId="ADAL" clId="{8A9E6FFF-D572-4621-84EA-50F599B778CC}" dt="2026-03-23T11:06:17.966" v="119" actId="165"/>
          <ac:spMkLst>
            <pc:docMk/>
            <pc:sldMk cId="761229866" sldId="263"/>
            <ac:spMk id="6" creationId="{5CE67CEC-C867-C12D-BEA2-0EFC0CFDA8E8}"/>
          </ac:spMkLst>
        </pc:spChg>
        <pc:spChg chg="mod topLvl">
          <ac:chgData name="Aloe VERA" userId="6b960476-e567-467f-a33f-aec172a9bd13" providerId="ADAL" clId="{8A9E6FFF-D572-4621-84EA-50F599B778CC}" dt="2026-03-23T11:06:41.460" v="124" actId="14100"/>
          <ac:spMkLst>
            <pc:docMk/>
            <pc:sldMk cId="761229866" sldId="263"/>
            <ac:spMk id="7" creationId="{5303B1B8-4955-583D-9572-9820DB177A9B}"/>
          </ac:spMkLst>
        </pc:spChg>
        <pc:spChg chg="mod topLvl">
          <ac:chgData name="Aloe VERA" userId="6b960476-e567-467f-a33f-aec172a9bd13" providerId="ADAL" clId="{8A9E6FFF-D572-4621-84EA-50F599B778CC}" dt="2026-03-23T11:06:59.869" v="126" actId="1076"/>
          <ac:spMkLst>
            <pc:docMk/>
            <pc:sldMk cId="761229866" sldId="263"/>
            <ac:spMk id="8" creationId="{3F8710CD-7006-CF58-945B-5169645256D6}"/>
          </ac:spMkLst>
        </pc:spChg>
        <pc:spChg chg="add mod">
          <ac:chgData name="Aloe VERA" userId="6b960476-e567-467f-a33f-aec172a9bd13" providerId="ADAL" clId="{8A9E6FFF-D572-4621-84EA-50F599B778CC}" dt="2026-03-23T11:13:04.424" v="144" actId="1076"/>
          <ac:spMkLst>
            <pc:docMk/>
            <pc:sldMk cId="761229866" sldId="263"/>
            <ac:spMk id="9" creationId="{331D7268-3214-1A16-D497-65770D67B1DE}"/>
          </ac:spMkLst>
        </pc:spChg>
        <pc:spChg chg="add mod">
          <ac:chgData name="Aloe VERA" userId="6b960476-e567-467f-a33f-aec172a9bd13" providerId="ADAL" clId="{8A9E6FFF-D572-4621-84EA-50F599B778CC}" dt="2026-03-23T11:11:23.056" v="137" actId="1076"/>
          <ac:spMkLst>
            <pc:docMk/>
            <pc:sldMk cId="761229866" sldId="263"/>
            <ac:spMk id="10" creationId="{A4CEA180-C1B9-A294-C456-B6F1C281EC6D}"/>
          </ac:spMkLst>
        </pc:spChg>
        <pc:spChg chg="add mod">
          <ac:chgData name="Aloe VERA" userId="6b960476-e567-467f-a33f-aec172a9bd13" providerId="ADAL" clId="{8A9E6FFF-D572-4621-84EA-50F599B778CC}" dt="2026-03-23T11:11:23.056" v="137" actId="1076"/>
          <ac:spMkLst>
            <pc:docMk/>
            <pc:sldMk cId="761229866" sldId="263"/>
            <ac:spMk id="11" creationId="{C24C8337-68A7-1DB5-8429-0B97F01A2F51}"/>
          </ac:spMkLst>
        </pc:spChg>
        <pc:spChg chg="add mod">
          <ac:chgData name="Aloe VERA" userId="6b960476-e567-467f-a33f-aec172a9bd13" providerId="ADAL" clId="{8A9E6FFF-D572-4621-84EA-50F599B778CC}" dt="2026-03-23T11:14:40.197" v="152" actId="1076"/>
          <ac:spMkLst>
            <pc:docMk/>
            <pc:sldMk cId="761229866" sldId="263"/>
            <ac:spMk id="12" creationId="{063496BA-2740-FA93-2A81-2D24F6FE122D}"/>
          </ac:spMkLst>
        </pc:spChg>
        <pc:spChg chg="add mod">
          <ac:chgData name="Aloe VERA" userId="6b960476-e567-467f-a33f-aec172a9bd13" providerId="ADAL" clId="{8A9E6FFF-D572-4621-84EA-50F599B778CC}" dt="2026-03-23T11:14:46.945" v="153" actId="1076"/>
          <ac:spMkLst>
            <pc:docMk/>
            <pc:sldMk cId="761229866" sldId="263"/>
            <ac:spMk id="13" creationId="{578A6467-AC4B-8B46-4C2A-101BFF6E253D}"/>
          </ac:spMkLst>
        </pc:spChg>
        <pc:spChg chg="add mod">
          <ac:chgData name="Aloe VERA" userId="6b960476-e567-467f-a33f-aec172a9bd13" providerId="ADAL" clId="{8A9E6FFF-D572-4621-84EA-50F599B778CC}" dt="2026-03-23T11:14:58.853" v="155" actId="1076"/>
          <ac:spMkLst>
            <pc:docMk/>
            <pc:sldMk cId="761229866" sldId="263"/>
            <ac:spMk id="14" creationId="{D44E450A-D376-6CDA-CC6C-0C80E115E2ED}"/>
          </ac:spMkLst>
        </pc:spChg>
        <pc:spChg chg="del">
          <ac:chgData name="Aloe VERA" userId="6b960476-e567-467f-a33f-aec172a9bd13" providerId="ADAL" clId="{8A9E6FFF-D572-4621-84EA-50F599B778CC}" dt="2026-03-23T11:06:22.725" v="120" actId="478"/>
          <ac:spMkLst>
            <pc:docMk/>
            <pc:sldMk cId="761229866" sldId="263"/>
            <ac:spMk id="16" creationId="{68F21CCD-2E7C-16F1-FD09-2ED940D7F4DE}"/>
          </ac:spMkLst>
        </pc:spChg>
        <pc:grpChg chg="add del mod">
          <ac:chgData name="Aloe VERA" userId="6b960476-e567-467f-a33f-aec172a9bd13" providerId="ADAL" clId="{8A9E6FFF-D572-4621-84EA-50F599B778CC}" dt="2026-03-23T11:06:17.966" v="119" actId="165"/>
          <ac:grpSpMkLst>
            <pc:docMk/>
            <pc:sldMk cId="761229866" sldId="263"/>
            <ac:grpSpMk id="5" creationId="{0938FF3C-5DBD-5616-8EBD-C3628D821191}"/>
          </ac:grpSpMkLst>
        </pc:grpChg>
      </pc:sldChg>
      <pc:sldChg chg="modTransition">
        <pc:chgData name="Aloe VERA" userId="6b960476-e567-467f-a33f-aec172a9bd13" providerId="ADAL" clId="{8A9E6FFF-D572-4621-84EA-50F599B778CC}" dt="2026-03-23T11:23:24.161" v="203"/>
        <pc:sldMkLst>
          <pc:docMk/>
          <pc:sldMk cId="29846934" sldId="264"/>
        </pc:sldMkLst>
      </pc:sldChg>
      <pc:sldChg chg="addSp delSp modSp add mod modTransition setBg delDesignElem">
        <pc:chgData name="Aloe VERA" userId="6b960476-e567-467f-a33f-aec172a9bd13" providerId="ADAL" clId="{8A9E6FFF-D572-4621-84EA-50F599B778CC}" dt="2026-03-23T11:19:00.352" v="194" actId="165"/>
        <pc:sldMkLst>
          <pc:docMk/>
          <pc:sldMk cId="1010030462" sldId="265"/>
        </pc:sldMkLst>
        <pc:spChg chg="add mod">
          <ac:chgData name="Aloe VERA" userId="6b960476-e567-467f-a33f-aec172a9bd13" providerId="ADAL" clId="{8A9E6FFF-D572-4621-84EA-50F599B778CC}" dt="2026-03-23T11:00:48.612" v="81" actId="1076"/>
          <ac:spMkLst>
            <pc:docMk/>
            <pc:sldMk cId="1010030462" sldId="265"/>
            <ac:spMk id="2" creationId="{F080B5D6-B279-5581-DC30-932D43F7EEBA}"/>
          </ac:spMkLst>
        </pc:spChg>
        <pc:spChg chg="mod topLvl">
          <ac:chgData name="Aloe VERA" userId="6b960476-e567-467f-a33f-aec172a9bd13" providerId="ADAL" clId="{8A9E6FFF-D572-4621-84EA-50F599B778CC}" dt="2026-03-23T11:18:57.030" v="193" actId="165"/>
          <ac:spMkLst>
            <pc:docMk/>
            <pc:sldMk cId="1010030462" sldId="265"/>
            <ac:spMk id="5" creationId="{C035DFAD-83F9-20CA-C344-B4A6BE5A8A0E}"/>
          </ac:spMkLst>
        </pc:spChg>
        <pc:spChg chg="mod topLvl">
          <ac:chgData name="Aloe VERA" userId="6b960476-e567-467f-a33f-aec172a9bd13" providerId="ADAL" clId="{8A9E6FFF-D572-4621-84EA-50F599B778CC}" dt="2026-03-23T11:18:57.030" v="193" actId="165"/>
          <ac:spMkLst>
            <pc:docMk/>
            <pc:sldMk cId="1010030462" sldId="265"/>
            <ac:spMk id="6" creationId="{05F4A5A2-52D9-22A8-1014-31E8CCCD3C24}"/>
          </ac:spMkLst>
        </pc:spChg>
        <pc:spChg chg="mod topLvl">
          <ac:chgData name="Aloe VERA" userId="6b960476-e567-467f-a33f-aec172a9bd13" providerId="ADAL" clId="{8A9E6FFF-D572-4621-84EA-50F599B778CC}" dt="2026-03-23T11:19:00.352" v="194" actId="165"/>
          <ac:spMkLst>
            <pc:docMk/>
            <pc:sldMk cId="1010030462" sldId="265"/>
            <ac:spMk id="8" creationId="{3483B7D3-6E9C-89BD-041F-6A686F7EE91B}"/>
          </ac:spMkLst>
        </pc:spChg>
        <pc:spChg chg="mod topLvl">
          <ac:chgData name="Aloe VERA" userId="6b960476-e567-467f-a33f-aec172a9bd13" providerId="ADAL" clId="{8A9E6FFF-D572-4621-84EA-50F599B778CC}" dt="2026-03-23T11:19:00.352" v="194" actId="165"/>
          <ac:spMkLst>
            <pc:docMk/>
            <pc:sldMk cId="1010030462" sldId="265"/>
            <ac:spMk id="9" creationId="{1FFFA789-45BF-9256-0FE1-13303FC6FE3A}"/>
          </ac:spMkLst>
        </pc:spChg>
        <pc:spChg chg="mod topLvl">
          <ac:chgData name="Aloe VERA" userId="6b960476-e567-467f-a33f-aec172a9bd13" providerId="ADAL" clId="{8A9E6FFF-D572-4621-84EA-50F599B778CC}" dt="2026-03-23T11:19:00.352" v="194" actId="165"/>
          <ac:spMkLst>
            <pc:docMk/>
            <pc:sldMk cId="1010030462" sldId="265"/>
            <ac:spMk id="10" creationId="{92858DBA-492E-0CCD-CCA8-8648FD8B145D}"/>
          </ac:spMkLst>
        </pc:spChg>
        <pc:spChg chg="mod">
          <ac:chgData name="Aloe VERA" userId="6b960476-e567-467f-a33f-aec172a9bd13" providerId="ADAL" clId="{8A9E6FFF-D572-4621-84EA-50F599B778CC}" dt="2026-03-23T11:00:43.104" v="80" actId="1076"/>
          <ac:spMkLst>
            <pc:docMk/>
            <pc:sldMk cId="1010030462" sldId="265"/>
            <ac:spMk id="15" creationId="{7401B608-9101-68F6-8590-FA000B36D839}"/>
          </ac:spMkLst>
        </pc:spChg>
        <pc:spChg chg="del">
          <ac:chgData name="Aloe VERA" userId="6b960476-e567-467f-a33f-aec172a9bd13" providerId="ADAL" clId="{8A9E6FFF-D572-4621-84EA-50F599B778CC}" dt="2026-03-23T10:49:17.072" v="37"/>
          <ac:spMkLst>
            <pc:docMk/>
            <pc:sldMk cId="1010030462" sldId="265"/>
            <ac:spMk id="38" creationId="{7898E5B2-5D54-10E9-ED61-5E45D2D51B9E}"/>
          </ac:spMkLst>
        </pc:spChg>
        <pc:spChg chg="add del">
          <ac:chgData name="Aloe VERA" userId="6b960476-e567-467f-a33f-aec172a9bd13" providerId="ADAL" clId="{8A9E6FFF-D572-4621-84EA-50F599B778CC}" dt="2026-03-23T10:49:57.827" v="44" actId="26606"/>
          <ac:spMkLst>
            <pc:docMk/>
            <pc:sldMk cId="1010030462" sldId="265"/>
            <ac:spMk id="39" creationId="{042E603F-28B7-4831-BF23-65FBAB13D5FB}"/>
          </ac:spMkLst>
        </pc:spChg>
        <pc:spChg chg="del">
          <ac:chgData name="Aloe VERA" userId="6b960476-e567-467f-a33f-aec172a9bd13" providerId="ADAL" clId="{8A9E6FFF-D572-4621-84EA-50F599B778CC}" dt="2026-03-23T10:49:17.072" v="37"/>
          <ac:spMkLst>
            <pc:docMk/>
            <pc:sldMk cId="1010030462" sldId="265"/>
            <ac:spMk id="40" creationId="{5563DFF7-2936-4C96-B436-A42D495A09A2}"/>
          </ac:spMkLst>
        </pc:spChg>
        <pc:spChg chg="add del">
          <ac:chgData name="Aloe VERA" userId="6b960476-e567-467f-a33f-aec172a9bd13" providerId="ADAL" clId="{8A9E6FFF-D572-4621-84EA-50F599B778CC}" dt="2026-03-23T10:49:57.827" v="44" actId="26606"/>
          <ac:spMkLst>
            <pc:docMk/>
            <pc:sldMk cId="1010030462" sldId="265"/>
            <ac:spMk id="41" creationId="{4D39700F-2B10-4402-A7DD-06EE2245880D}"/>
          </ac:spMkLst>
        </pc:spChg>
        <pc:spChg chg="del">
          <ac:chgData name="Aloe VERA" userId="6b960476-e567-467f-a33f-aec172a9bd13" providerId="ADAL" clId="{8A9E6FFF-D572-4621-84EA-50F599B778CC}" dt="2026-03-23T10:49:17.072" v="37"/>
          <ac:spMkLst>
            <pc:docMk/>
            <pc:sldMk cId="1010030462" sldId="265"/>
            <ac:spMk id="42" creationId="{901E7584-2CF3-1156-6C40-AB33B24627B4}"/>
          </ac:spMkLst>
        </pc:spChg>
        <pc:spChg chg="add del">
          <ac:chgData name="Aloe VERA" userId="6b960476-e567-467f-a33f-aec172a9bd13" providerId="ADAL" clId="{8A9E6FFF-D572-4621-84EA-50F599B778CC}" dt="2026-03-23T10:49:57.827" v="44" actId="26606"/>
          <ac:spMkLst>
            <pc:docMk/>
            <pc:sldMk cId="1010030462" sldId="265"/>
            <ac:spMk id="43" creationId="{B937640E-EF7A-4A6C-A950-D12B7D5C923E}"/>
          </ac:spMkLst>
        </pc:spChg>
        <pc:spChg chg="del">
          <ac:chgData name="Aloe VERA" userId="6b960476-e567-467f-a33f-aec172a9bd13" providerId="ADAL" clId="{8A9E6FFF-D572-4621-84EA-50F599B778CC}" dt="2026-03-23T10:49:17.072" v="37"/>
          <ac:spMkLst>
            <pc:docMk/>
            <pc:sldMk cId="1010030462" sldId="265"/>
            <ac:spMk id="44" creationId="{0A76C0BB-98BF-2FE5-D788-47240BFD4C15}"/>
          </ac:spMkLst>
        </pc:spChg>
        <pc:spChg chg="add del">
          <ac:chgData name="Aloe VERA" userId="6b960476-e567-467f-a33f-aec172a9bd13" providerId="ADAL" clId="{8A9E6FFF-D572-4621-84EA-50F599B778CC}" dt="2026-03-23T10:49:57.827" v="44" actId="26606"/>
          <ac:spMkLst>
            <pc:docMk/>
            <pc:sldMk cId="1010030462" sldId="265"/>
            <ac:spMk id="45" creationId="{6A13B2A7-A44E-4940-9367-4788F2807FB5}"/>
          </ac:spMkLst>
        </pc:spChg>
        <pc:spChg chg="del">
          <ac:chgData name="Aloe VERA" userId="6b960476-e567-467f-a33f-aec172a9bd13" providerId="ADAL" clId="{8A9E6FFF-D572-4621-84EA-50F599B778CC}" dt="2026-03-23T10:49:17.072" v="37"/>
          <ac:spMkLst>
            <pc:docMk/>
            <pc:sldMk cId="1010030462" sldId="265"/>
            <ac:spMk id="46" creationId="{5CFE5A33-A497-B78B-48F6-96E04142B906}"/>
          </ac:spMkLst>
        </pc:spChg>
        <pc:spChg chg="add del">
          <ac:chgData name="Aloe VERA" userId="6b960476-e567-467f-a33f-aec172a9bd13" providerId="ADAL" clId="{8A9E6FFF-D572-4621-84EA-50F599B778CC}" dt="2026-03-23T10:49:57.827" v="44" actId="26606"/>
          <ac:spMkLst>
            <pc:docMk/>
            <pc:sldMk cId="1010030462" sldId="265"/>
            <ac:spMk id="47" creationId="{ADBF9A7D-DF04-4422-981B-76DFC7208897}"/>
          </ac:spMkLst>
        </pc:spChg>
        <pc:spChg chg="add">
          <ac:chgData name="Aloe VERA" userId="6b960476-e567-467f-a33f-aec172a9bd13" providerId="ADAL" clId="{8A9E6FFF-D572-4621-84EA-50F599B778CC}" dt="2026-03-23T10:49:57.827" v="44" actId="26606"/>
          <ac:spMkLst>
            <pc:docMk/>
            <pc:sldMk cId="1010030462" sldId="265"/>
            <ac:spMk id="52" creationId="{6DA65B90-7B06-4499-91BA-CDDD36132481}"/>
          </ac:spMkLst>
        </pc:spChg>
        <pc:spChg chg="add">
          <ac:chgData name="Aloe VERA" userId="6b960476-e567-467f-a33f-aec172a9bd13" providerId="ADAL" clId="{8A9E6FFF-D572-4621-84EA-50F599B778CC}" dt="2026-03-23T10:49:57.827" v="44" actId="26606"/>
          <ac:spMkLst>
            <pc:docMk/>
            <pc:sldMk cId="1010030462" sldId="265"/>
            <ac:spMk id="54" creationId="{7E65BFC2-BDC8-404D-8A5B-5D18A461B7E7}"/>
          </ac:spMkLst>
        </pc:spChg>
        <pc:spChg chg="add">
          <ac:chgData name="Aloe VERA" userId="6b960476-e567-467f-a33f-aec172a9bd13" providerId="ADAL" clId="{8A9E6FFF-D572-4621-84EA-50F599B778CC}" dt="2026-03-23T10:49:57.827" v="44" actId="26606"/>
          <ac:spMkLst>
            <pc:docMk/>
            <pc:sldMk cId="1010030462" sldId="265"/>
            <ac:spMk id="56" creationId="{A8692CD0-B857-410A-881C-A1F31FB7F298}"/>
          </ac:spMkLst>
        </pc:spChg>
        <pc:grpChg chg="add del mod">
          <ac:chgData name="Aloe VERA" userId="6b960476-e567-467f-a33f-aec172a9bd13" providerId="ADAL" clId="{8A9E6FFF-D572-4621-84EA-50F599B778CC}" dt="2026-03-23T11:18:57.030" v="193" actId="165"/>
          <ac:grpSpMkLst>
            <pc:docMk/>
            <pc:sldMk cId="1010030462" sldId="265"/>
            <ac:grpSpMk id="3" creationId="{896F87AA-C21C-507C-FF8B-DDD83FD65A7B}"/>
          </ac:grpSpMkLst>
        </pc:grpChg>
        <pc:grpChg chg="add del mod">
          <ac:chgData name="Aloe VERA" userId="6b960476-e567-467f-a33f-aec172a9bd13" providerId="ADAL" clId="{8A9E6FFF-D572-4621-84EA-50F599B778CC}" dt="2026-03-23T11:19:00.352" v="194" actId="165"/>
          <ac:grpSpMkLst>
            <pc:docMk/>
            <pc:sldMk cId="1010030462" sldId="265"/>
            <ac:grpSpMk id="7" creationId="{97999935-A423-D775-0DB1-909E4F75A5D2}"/>
          </ac:grpSpMkLst>
        </pc:grpChg>
        <pc:graphicFrameChg chg="del mod modGraphic">
          <ac:chgData name="Aloe VERA" userId="6b960476-e567-467f-a33f-aec172a9bd13" providerId="ADAL" clId="{8A9E6FFF-D572-4621-84EA-50F599B778CC}" dt="2026-03-23T10:49:42.695" v="42" actId="478"/>
          <ac:graphicFrameMkLst>
            <pc:docMk/>
            <pc:sldMk cId="1010030462" sldId="265"/>
            <ac:graphicFrameMk id="34" creationId="{8EF280CF-9EF3-D8C0-EC7F-2594C161A6CE}"/>
          </ac:graphicFrameMkLst>
        </pc:graphicFrameChg>
      </pc:sldChg>
      <pc:sldChg chg="addSp delSp add del setBg delDesignElem">
        <pc:chgData name="Aloe VERA" userId="6b960476-e567-467f-a33f-aec172a9bd13" providerId="ADAL" clId="{8A9E6FFF-D572-4621-84EA-50F599B778CC}" dt="2026-03-23T11:17:37.287" v="174"/>
        <pc:sldMkLst>
          <pc:docMk/>
          <pc:sldMk cId="946958364" sldId="266"/>
        </pc:sldMkLst>
        <pc:spChg chg="add del">
          <ac:chgData name="Aloe VERA" userId="6b960476-e567-467f-a33f-aec172a9bd13" providerId="ADAL" clId="{8A9E6FFF-D572-4621-84EA-50F599B778CC}" dt="2026-03-23T11:17:37.287" v="174"/>
          <ac:spMkLst>
            <pc:docMk/>
            <pc:sldMk cId="946958364" sldId="266"/>
            <ac:spMk id="52" creationId="{26FE7CE8-9BEF-31B8-0D33-A29C02DCF80D}"/>
          </ac:spMkLst>
        </pc:spChg>
        <pc:spChg chg="add del">
          <ac:chgData name="Aloe VERA" userId="6b960476-e567-467f-a33f-aec172a9bd13" providerId="ADAL" clId="{8A9E6FFF-D572-4621-84EA-50F599B778CC}" dt="2026-03-23T11:17:37.287" v="174"/>
          <ac:spMkLst>
            <pc:docMk/>
            <pc:sldMk cId="946958364" sldId="266"/>
            <ac:spMk id="54" creationId="{D4DDFA80-F065-2735-7F2B-0A62AB978914}"/>
          </ac:spMkLst>
        </pc:spChg>
        <pc:spChg chg="add del">
          <ac:chgData name="Aloe VERA" userId="6b960476-e567-467f-a33f-aec172a9bd13" providerId="ADAL" clId="{8A9E6FFF-D572-4621-84EA-50F599B778CC}" dt="2026-03-23T11:17:37.287" v="174"/>
          <ac:spMkLst>
            <pc:docMk/>
            <pc:sldMk cId="946958364" sldId="266"/>
            <ac:spMk id="56" creationId="{2307F90C-BC60-659B-0C70-2E11180B81EA}"/>
          </ac:spMkLst>
        </pc:spChg>
      </pc:sldChg>
      <pc:sldChg chg="addSp delSp add del setBg delDesignElem">
        <pc:chgData name="Aloe VERA" userId="6b960476-e567-467f-a33f-aec172a9bd13" providerId="ADAL" clId="{8A9E6FFF-D572-4621-84EA-50F599B778CC}" dt="2026-03-23T11:17:47.649" v="179"/>
        <pc:sldMkLst>
          <pc:docMk/>
          <pc:sldMk cId="1663445011" sldId="266"/>
        </pc:sldMkLst>
        <pc:spChg chg="add del">
          <ac:chgData name="Aloe VERA" userId="6b960476-e567-467f-a33f-aec172a9bd13" providerId="ADAL" clId="{8A9E6FFF-D572-4621-84EA-50F599B778CC}" dt="2026-03-23T11:17:47.649" v="179"/>
          <ac:spMkLst>
            <pc:docMk/>
            <pc:sldMk cId="1663445011" sldId="266"/>
            <ac:spMk id="52" creationId="{FE15487B-90A3-520C-6142-56B55C694142}"/>
          </ac:spMkLst>
        </pc:spChg>
        <pc:spChg chg="add del">
          <ac:chgData name="Aloe VERA" userId="6b960476-e567-467f-a33f-aec172a9bd13" providerId="ADAL" clId="{8A9E6FFF-D572-4621-84EA-50F599B778CC}" dt="2026-03-23T11:17:47.649" v="179"/>
          <ac:spMkLst>
            <pc:docMk/>
            <pc:sldMk cId="1663445011" sldId="266"/>
            <ac:spMk id="54" creationId="{9D7DB051-EFEF-BC44-FFEA-62944A95A49D}"/>
          </ac:spMkLst>
        </pc:spChg>
        <pc:spChg chg="add del">
          <ac:chgData name="Aloe VERA" userId="6b960476-e567-467f-a33f-aec172a9bd13" providerId="ADAL" clId="{8A9E6FFF-D572-4621-84EA-50F599B778CC}" dt="2026-03-23T11:17:47.649" v="179"/>
          <ac:spMkLst>
            <pc:docMk/>
            <pc:sldMk cId="1663445011" sldId="266"/>
            <ac:spMk id="56" creationId="{2D57A2E3-AA5E-1DAD-46C1-E4C4FBC9DEB6}"/>
          </ac:spMkLst>
        </pc:spChg>
      </pc:sldChg>
      <pc:sldChg chg="addSp delSp add del setBg delDesignElem">
        <pc:chgData name="Aloe VERA" userId="6b960476-e567-467f-a33f-aec172a9bd13" providerId="ADAL" clId="{8A9E6FFF-D572-4621-84EA-50F599B778CC}" dt="2026-03-23T10:59:51.790" v="73"/>
        <pc:sldMkLst>
          <pc:docMk/>
          <pc:sldMk cId="2756147170" sldId="266"/>
        </pc:sldMkLst>
        <pc:spChg chg="add del">
          <ac:chgData name="Aloe VERA" userId="6b960476-e567-467f-a33f-aec172a9bd13" providerId="ADAL" clId="{8A9E6FFF-D572-4621-84EA-50F599B778CC}" dt="2026-03-23T10:59:51.790" v="73"/>
          <ac:spMkLst>
            <pc:docMk/>
            <pc:sldMk cId="2756147170" sldId="266"/>
            <ac:spMk id="38" creationId="{5B17559A-7FB3-347B-1F41-9CE9B3A1AFB1}"/>
          </ac:spMkLst>
        </pc:spChg>
        <pc:spChg chg="add del">
          <ac:chgData name="Aloe VERA" userId="6b960476-e567-467f-a33f-aec172a9bd13" providerId="ADAL" clId="{8A9E6FFF-D572-4621-84EA-50F599B778CC}" dt="2026-03-23T10:59:51.790" v="73"/>
          <ac:spMkLst>
            <pc:docMk/>
            <pc:sldMk cId="2756147170" sldId="266"/>
            <ac:spMk id="40" creationId="{9D03BEA0-FCAB-16FD-8150-27310743A229}"/>
          </ac:spMkLst>
        </pc:spChg>
        <pc:spChg chg="add del">
          <ac:chgData name="Aloe VERA" userId="6b960476-e567-467f-a33f-aec172a9bd13" providerId="ADAL" clId="{8A9E6FFF-D572-4621-84EA-50F599B778CC}" dt="2026-03-23T10:59:51.790" v="73"/>
          <ac:spMkLst>
            <pc:docMk/>
            <pc:sldMk cId="2756147170" sldId="266"/>
            <ac:spMk id="42" creationId="{BF69B4B9-E478-9751-C13C-5B497C91A54D}"/>
          </ac:spMkLst>
        </pc:spChg>
        <pc:spChg chg="add del">
          <ac:chgData name="Aloe VERA" userId="6b960476-e567-467f-a33f-aec172a9bd13" providerId="ADAL" clId="{8A9E6FFF-D572-4621-84EA-50F599B778CC}" dt="2026-03-23T10:59:51.790" v="73"/>
          <ac:spMkLst>
            <pc:docMk/>
            <pc:sldMk cId="2756147170" sldId="266"/>
            <ac:spMk id="44" creationId="{A24E1D57-FFB1-A50C-54A7-CBC468DD25C9}"/>
          </ac:spMkLst>
        </pc:spChg>
        <pc:spChg chg="add del">
          <ac:chgData name="Aloe VERA" userId="6b960476-e567-467f-a33f-aec172a9bd13" providerId="ADAL" clId="{8A9E6FFF-D572-4621-84EA-50F599B778CC}" dt="2026-03-23T10:59:51.790" v="73"/>
          <ac:spMkLst>
            <pc:docMk/>
            <pc:sldMk cId="2756147170" sldId="266"/>
            <ac:spMk id="46" creationId="{76683170-214D-14AE-5763-D0318E3EE950}"/>
          </ac:spMkLst>
        </pc:spChg>
      </pc:sldChg>
      <pc:sldChg chg="delSp modSp add del mod ord modTransition">
        <pc:chgData name="Aloe VERA" userId="6b960476-e567-467f-a33f-aec172a9bd13" providerId="ADAL" clId="{8A9E6FFF-D572-4621-84EA-50F599B778CC}" dt="2026-03-23T11:24:41.869" v="206"/>
        <pc:sldMkLst>
          <pc:docMk/>
          <pc:sldMk cId="3885830849" sldId="266"/>
        </pc:sldMkLst>
        <pc:spChg chg="del">
          <ac:chgData name="Aloe VERA" userId="6b960476-e567-467f-a33f-aec172a9bd13" providerId="ADAL" clId="{8A9E6FFF-D572-4621-84EA-50F599B778CC}" dt="2026-03-23T11:17:59.730" v="183" actId="478"/>
          <ac:spMkLst>
            <pc:docMk/>
            <pc:sldMk cId="3885830849" sldId="266"/>
            <ac:spMk id="2" creationId="{E34F36CA-4827-00E2-25AC-022091A4FC50}"/>
          </ac:spMkLst>
        </pc:spChg>
        <pc:spChg chg="mod">
          <ac:chgData name="Aloe VERA" userId="6b960476-e567-467f-a33f-aec172a9bd13" providerId="ADAL" clId="{8A9E6FFF-D572-4621-84EA-50F599B778CC}" dt="2026-03-23T11:18:18.469" v="192" actId="1076"/>
          <ac:spMkLst>
            <pc:docMk/>
            <pc:sldMk cId="3885830849" sldId="266"/>
            <ac:spMk id="15" creationId="{5E0F3CDA-D9A2-6177-13AB-646A68F09D68}"/>
          </ac:spMkLst>
        </pc:spChg>
        <pc:grpChg chg="del">
          <ac:chgData name="Aloe VERA" userId="6b960476-e567-467f-a33f-aec172a9bd13" providerId="ADAL" clId="{8A9E6FFF-D572-4621-84EA-50F599B778CC}" dt="2026-03-23T11:17:59.730" v="183" actId="478"/>
          <ac:grpSpMkLst>
            <pc:docMk/>
            <pc:sldMk cId="3885830849" sldId="266"/>
            <ac:grpSpMk id="3" creationId="{43EE3FAB-9B85-F900-1BA5-C3E7B1147EA0}"/>
          </ac:grpSpMkLst>
        </pc:grpChg>
        <pc:grpChg chg="del">
          <ac:chgData name="Aloe VERA" userId="6b960476-e567-467f-a33f-aec172a9bd13" providerId="ADAL" clId="{8A9E6FFF-D572-4621-84EA-50F599B778CC}" dt="2026-03-23T11:17:59.730" v="183" actId="478"/>
          <ac:grpSpMkLst>
            <pc:docMk/>
            <pc:sldMk cId="3885830849" sldId="266"/>
            <ac:grpSpMk id="7" creationId="{7DDA3F57-6583-3C60-9C27-A2C9E9491CD1}"/>
          </ac:grpSpMkLst>
        </pc:grpChg>
      </pc:sldChg>
      <pc:sldChg chg="add ord modTransition">
        <pc:chgData name="Aloe VERA" userId="6b960476-e567-467f-a33f-aec172a9bd13" providerId="ADAL" clId="{8A9E6FFF-D572-4621-84EA-50F599B778CC}" dt="2026-03-23T11:26:45.692" v="212" actId="20578"/>
        <pc:sldMkLst>
          <pc:docMk/>
          <pc:sldMk cId="2367835864" sldId="267"/>
        </pc:sldMkLst>
      </pc:sldChg>
      <pc:sldChg chg="addSp delSp modSp add mod">
        <pc:chgData name="Aloe VERA" userId="6b960476-e567-467f-a33f-aec172a9bd13" providerId="ADAL" clId="{8A9E6FFF-D572-4621-84EA-50F599B778CC}" dt="2026-03-23T11:29:55.538" v="345" actId="1076"/>
        <pc:sldMkLst>
          <pc:docMk/>
          <pc:sldMk cId="4124543342" sldId="268"/>
        </pc:sldMkLst>
        <pc:spChg chg="del">
          <ac:chgData name="Aloe VERA" userId="6b960476-e567-467f-a33f-aec172a9bd13" providerId="ADAL" clId="{8A9E6FFF-D572-4621-84EA-50F599B778CC}" dt="2026-03-23T11:26:51.756" v="214" actId="478"/>
          <ac:spMkLst>
            <pc:docMk/>
            <pc:sldMk cId="4124543342" sldId="268"/>
            <ac:spMk id="2" creationId="{2B625B03-646B-EDB9-FADF-58268AEE0C21}"/>
          </ac:spMkLst>
        </pc:spChg>
        <pc:spChg chg="mod">
          <ac:chgData name="Aloe VERA" userId="6b960476-e567-467f-a33f-aec172a9bd13" providerId="ADAL" clId="{8A9E6FFF-D572-4621-84EA-50F599B778CC}" dt="2026-03-23T11:27:13.921" v="219" actId="1076"/>
          <ac:spMkLst>
            <pc:docMk/>
            <pc:sldMk cId="4124543342" sldId="268"/>
            <ac:spMk id="3" creationId="{6ED371CB-9D01-399A-CB5E-C493FDF5429B}"/>
          </ac:spMkLst>
        </pc:spChg>
        <pc:spChg chg="mod">
          <ac:chgData name="Aloe VERA" userId="6b960476-e567-467f-a33f-aec172a9bd13" providerId="ADAL" clId="{8A9E6FFF-D572-4621-84EA-50F599B778CC}" dt="2026-03-23T11:27:13.921" v="219" actId="1076"/>
          <ac:spMkLst>
            <pc:docMk/>
            <pc:sldMk cId="4124543342" sldId="268"/>
            <ac:spMk id="4" creationId="{E543093D-532B-1DB0-071A-79BB1132EADA}"/>
          </ac:spMkLst>
        </pc:spChg>
        <pc:spChg chg="del">
          <ac:chgData name="Aloe VERA" userId="6b960476-e567-467f-a33f-aec172a9bd13" providerId="ADAL" clId="{8A9E6FFF-D572-4621-84EA-50F599B778CC}" dt="2026-03-23T11:26:51.756" v="214" actId="478"/>
          <ac:spMkLst>
            <pc:docMk/>
            <pc:sldMk cId="4124543342" sldId="268"/>
            <ac:spMk id="6" creationId="{F144C15A-088A-35D9-AF6E-03B09ECDFE8D}"/>
          </ac:spMkLst>
        </pc:spChg>
        <pc:graphicFrameChg chg="add del mod modGraphic">
          <ac:chgData name="Aloe VERA" userId="6b960476-e567-467f-a33f-aec172a9bd13" providerId="ADAL" clId="{8A9E6FFF-D572-4621-84EA-50F599B778CC}" dt="2026-03-23T11:29:55.538" v="345" actId="1076"/>
          <ac:graphicFrameMkLst>
            <pc:docMk/>
            <pc:sldMk cId="4124543342" sldId="268"/>
            <ac:graphicFrameMk id="5" creationId="{319CF2CA-E816-DCA7-66FC-6C82BB7D1388}"/>
          </ac:graphicFrameMkLst>
        </pc:graphicFrameChg>
      </pc:sldChg>
      <pc:sldMasterChg chg="modTransition modSldLayout">
        <pc:chgData name="Aloe VERA" userId="6b960476-e567-467f-a33f-aec172a9bd13" providerId="ADAL" clId="{8A9E6FFF-D572-4621-84EA-50F599B778CC}" dt="2026-03-23T11:01:28.361" v="85"/>
        <pc:sldMasterMkLst>
          <pc:docMk/>
          <pc:sldMasterMk cId="73111158" sldId="2147483699"/>
        </pc:sldMasterMkLst>
        <pc:sldLayoutChg chg="modTransition">
          <pc:chgData name="Aloe VERA" userId="6b960476-e567-467f-a33f-aec172a9bd13" providerId="ADAL" clId="{8A9E6FFF-D572-4621-84EA-50F599B778CC}" dt="2026-03-23T11:01:28.361" v="85"/>
          <pc:sldLayoutMkLst>
            <pc:docMk/>
            <pc:sldMasterMk cId="73111158" sldId="2147483699"/>
            <pc:sldLayoutMk cId="1565972364" sldId="2147483688"/>
          </pc:sldLayoutMkLst>
        </pc:sldLayoutChg>
        <pc:sldLayoutChg chg="modTransition">
          <pc:chgData name="Aloe VERA" userId="6b960476-e567-467f-a33f-aec172a9bd13" providerId="ADAL" clId="{8A9E6FFF-D572-4621-84EA-50F599B778CC}" dt="2026-03-23T11:01:28.361" v="85"/>
          <pc:sldLayoutMkLst>
            <pc:docMk/>
            <pc:sldMasterMk cId="73111158" sldId="2147483699"/>
            <pc:sldLayoutMk cId="2260215443" sldId="2147483689"/>
          </pc:sldLayoutMkLst>
        </pc:sldLayoutChg>
        <pc:sldLayoutChg chg="modTransition">
          <pc:chgData name="Aloe VERA" userId="6b960476-e567-467f-a33f-aec172a9bd13" providerId="ADAL" clId="{8A9E6FFF-D572-4621-84EA-50F599B778CC}" dt="2026-03-23T11:01:28.361" v="85"/>
          <pc:sldLayoutMkLst>
            <pc:docMk/>
            <pc:sldMasterMk cId="73111158" sldId="2147483699"/>
            <pc:sldLayoutMk cId="1212283439" sldId="2147483690"/>
          </pc:sldLayoutMkLst>
        </pc:sldLayoutChg>
        <pc:sldLayoutChg chg="modTransition">
          <pc:chgData name="Aloe VERA" userId="6b960476-e567-467f-a33f-aec172a9bd13" providerId="ADAL" clId="{8A9E6FFF-D572-4621-84EA-50F599B778CC}" dt="2026-03-23T11:01:28.361" v="85"/>
          <pc:sldLayoutMkLst>
            <pc:docMk/>
            <pc:sldMasterMk cId="73111158" sldId="2147483699"/>
            <pc:sldLayoutMk cId="1484078727" sldId="2147483691"/>
          </pc:sldLayoutMkLst>
        </pc:sldLayoutChg>
        <pc:sldLayoutChg chg="modTransition">
          <pc:chgData name="Aloe VERA" userId="6b960476-e567-467f-a33f-aec172a9bd13" providerId="ADAL" clId="{8A9E6FFF-D572-4621-84EA-50F599B778CC}" dt="2026-03-23T11:01:28.361" v="85"/>
          <pc:sldLayoutMkLst>
            <pc:docMk/>
            <pc:sldMasterMk cId="73111158" sldId="2147483699"/>
            <pc:sldLayoutMk cId="2144925802" sldId="2147483692"/>
          </pc:sldLayoutMkLst>
        </pc:sldLayoutChg>
        <pc:sldLayoutChg chg="modTransition">
          <pc:chgData name="Aloe VERA" userId="6b960476-e567-467f-a33f-aec172a9bd13" providerId="ADAL" clId="{8A9E6FFF-D572-4621-84EA-50F599B778CC}" dt="2026-03-23T11:01:28.361" v="85"/>
          <pc:sldLayoutMkLst>
            <pc:docMk/>
            <pc:sldMasterMk cId="73111158" sldId="2147483699"/>
            <pc:sldLayoutMk cId="1252230254" sldId="2147483693"/>
          </pc:sldLayoutMkLst>
        </pc:sldLayoutChg>
        <pc:sldLayoutChg chg="modTransition">
          <pc:chgData name="Aloe VERA" userId="6b960476-e567-467f-a33f-aec172a9bd13" providerId="ADAL" clId="{8A9E6FFF-D572-4621-84EA-50F599B778CC}" dt="2026-03-23T11:01:28.361" v="85"/>
          <pc:sldLayoutMkLst>
            <pc:docMk/>
            <pc:sldMasterMk cId="73111158" sldId="2147483699"/>
            <pc:sldLayoutMk cId="820150845" sldId="2147483694"/>
          </pc:sldLayoutMkLst>
        </pc:sldLayoutChg>
        <pc:sldLayoutChg chg="modTransition">
          <pc:chgData name="Aloe VERA" userId="6b960476-e567-467f-a33f-aec172a9bd13" providerId="ADAL" clId="{8A9E6FFF-D572-4621-84EA-50F599B778CC}" dt="2026-03-23T11:01:28.361" v="85"/>
          <pc:sldLayoutMkLst>
            <pc:docMk/>
            <pc:sldMasterMk cId="73111158" sldId="2147483699"/>
            <pc:sldLayoutMk cId="582760312" sldId="2147483695"/>
          </pc:sldLayoutMkLst>
        </pc:sldLayoutChg>
        <pc:sldLayoutChg chg="modTransition">
          <pc:chgData name="Aloe VERA" userId="6b960476-e567-467f-a33f-aec172a9bd13" providerId="ADAL" clId="{8A9E6FFF-D572-4621-84EA-50F599B778CC}" dt="2026-03-23T11:01:28.361" v="85"/>
          <pc:sldLayoutMkLst>
            <pc:docMk/>
            <pc:sldMasterMk cId="73111158" sldId="2147483699"/>
            <pc:sldLayoutMk cId="1579461385" sldId="2147483696"/>
          </pc:sldLayoutMkLst>
        </pc:sldLayoutChg>
        <pc:sldLayoutChg chg="modTransition">
          <pc:chgData name="Aloe VERA" userId="6b960476-e567-467f-a33f-aec172a9bd13" providerId="ADAL" clId="{8A9E6FFF-D572-4621-84EA-50F599B778CC}" dt="2026-03-23T11:01:28.361" v="85"/>
          <pc:sldLayoutMkLst>
            <pc:docMk/>
            <pc:sldMasterMk cId="73111158" sldId="2147483699"/>
            <pc:sldLayoutMk cId="1492354233" sldId="2147483697"/>
          </pc:sldLayoutMkLst>
        </pc:sldLayoutChg>
        <pc:sldLayoutChg chg="modTransition">
          <pc:chgData name="Aloe VERA" userId="6b960476-e567-467f-a33f-aec172a9bd13" providerId="ADAL" clId="{8A9E6FFF-D572-4621-84EA-50F599B778CC}" dt="2026-03-23T11:01:28.361" v="85"/>
          <pc:sldLayoutMkLst>
            <pc:docMk/>
            <pc:sldMasterMk cId="73111158" sldId="2147483699"/>
            <pc:sldLayoutMk cId="5766620" sldId="214748369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YT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D87AE-12D4-44AE-83EF-85CED353D5CC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YT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YT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3E96E-693D-47FE-AF03-DBDB89B4CF32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72387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470AE-3B34-003D-4937-EC136A75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D668EDA-ECF5-4A17-E059-14EC4A8A3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B65DC70-0451-B1A5-933A-9CEF065BD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YT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A0F597-A606-8578-9EBE-00E440247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3E96E-693D-47FE-AF03-DBDB89B4CF32}" type="slidenum">
              <a:rPr lang="fr-YT" smtClean="0"/>
              <a:t>1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433167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YT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3E96E-693D-47FE-AF03-DBDB89B4CF32}" type="slidenum">
              <a:rPr lang="fr-YT" smtClean="0"/>
              <a:t>2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147577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7627F-9099-8C5D-7C22-5D4D7B31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8E4CC3D-64F5-A5BD-2FDB-9CBD2123F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3965D06-70BD-D207-3D3D-2EBEC8C16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YT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060294-5D73-3FD9-50F0-7600958D2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3E96E-693D-47FE-AF03-DBDB89B4CF32}" type="slidenum">
              <a:rPr lang="fr-YT" smtClean="0"/>
              <a:t>3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418195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62BC-A45B-8B1A-2362-4E641C8C0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B6F48B-1054-6287-CCA5-2FD7A579C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691E8F-C15D-C0F7-8E08-F1FF91C61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YT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EF94D5-26AE-A963-B685-8D3DEBC43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3E96E-693D-47FE-AF03-DBDB89B4CF32}" type="slidenum">
              <a:rPr lang="fr-YT" smtClean="0"/>
              <a:t>4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4229584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5B6A4-33AB-6184-BD6C-8AD70C01D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1CE358-9D87-D806-F9AC-209CC5201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F71BD9B-5D1C-1A21-A527-D40039891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YT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741D45-0432-1F73-B52D-7B4A2850A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3E96E-693D-47FE-AF03-DBDB89B4CF32}" type="slidenum">
              <a:rPr lang="fr-YT" smtClean="0"/>
              <a:t>11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194038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508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60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61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54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6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25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723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154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83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787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30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AB5A3-87D7-2AAD-5837-7648AAA2E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65BFC2-BDC8-404D-8A5B-5D18A461B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8692CD0-B857-410A-881C-A1F31FB7F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8" cy="6858000"/>
          </a:xfrm>
          <a:custGeom>
            <a:avLst/>
            <a:gdLst>
              <a:gd name="connsiteX0" fmla="*/ 7169275 w 10615628"/>
              <a:gd name="connsiteY0" fmla="*/ 5665108 h 6858000"/>
              <a:gd name="connsiteX1" fmla="*/ 7514896 w 10615628"/>
              <a:gd name="connsiteY1" fmla="*/ 6010729 h 6858000"/>
              <a:gd name="connsiteX2" fmla="*/ 7169275 w 10615628"/>
              <a:gd name="connsiteY2" fmla="*/ 6356350 h 6858000"/>
              <a:gd name="connsiteX3" fmla="*/ 6823654 w 10615628"/>
              <a:gd name="connsiteY3" fmla="*/ 6010729 h 6858000"/>
              <a:gd name="connsiteX4" fmla="*/ 7169275 w 10615628"/>
              <a:gd name="connsiteY4" fmla="*/ 5665108 h 6858000"/>
              <a:gd name="connsiteX5" fmla="*/ 10010445 w 10615628"/>
              <a:gd name="connsiteY5" fmla="*/ 2285547 h 6858000"/>
              <a:gd name="connsiteX6" fmla="*/ 10456759 w 10615628"/>
              <a:gd name="connsiteY6" fmla="*/ 2731861 h 6858000"/>
              <a:gd name="connsiteX7" fmla="*/ 10010445 w 10615628"/>
              <a:gd name="connsiteY7" fmla="*/ 3178175 h 6858000"/>
              <a:gd name="connsiteX8" fmla="*/ 9564131 w 10615628"/>
              <a:gd name="connsiteY8" fmla="*/ 2731861 h 6858000"/>
              <a:gd name="connsiteX9" fmla="*/ 10010445 w 10615628"/>
              <a:gd name="connsiteY9" fmla="*/ 2285547 h 6858000"/>
              <a:gd name="connsiteX10" fmla="*/ 10354144 w 10615628"/>
              <a:gd name="connsiteY10" fmla="*/ 1626055 h 6858000"/>
              <a:gd name="connsiteX11" fmla="*/ 10615628 w 10615628"/>
              <a:gd name="connsiteY11" fmla="*/ 1887539 h 6858000"/>
              <a:gd name="connsiteX12" fmla="*/ 10354144 w 10615628"/>
              <a:gd name="connsiteY12" fmla="*/ 2149023 h 6858000"/>
              <a:gd name="connsiteX13" fmla="*/ 10092660 w 10615628"/>
              <a:gd name="connsiteY13" fmla="*/ 1887539 h 6858000"/>
              <a:gd name="connsiteX14" fmla="*/ 10354144 w 10615628"/>
              <a:gd name="connsiteY14" fmla="*/ 1626055 h 6858000"/>
              <a:gd name="connsiteX15" fmla="*/ 1458900 w 10615628"/>
              <a:gd name="connsiteY15" fmla="*/ 620486 h 6858000"/>
              <a:gd name="connsiteX16" fmla="*/ 1905214 w 10615628"/>
              <a:gd name="connsiteY16" fmla="*/ 1066801 h 6858000"/>
              <a:gd name="connsiteX17" fmla="*/ 1458900 w 10615628"/>
              <a:gd name="connsiteY17" fmla="*/ 1513115 h 6858000"/>
              <a:gd name="connsiteX18" fmla="*/ 1012586 w 10615628"/>
              <a:gd name="connsiteY18" fmla="*/ 1066801 h 6858000"/>
              <a:gd name="connsiteX19" fmla="*/ 1458900 w 10615628"/>
              <a:gd name="connsiteY19" fmla="*/ 620486 h 6858000"/>
              <a:gd name="connsiteX20" fmla="*/ 6634576 w 10615628"/>
              <a:gd name="connsiteY20" fmla="*/ 0 h 6858000"/>
              <a:gd name="connsiteX21" fmla="*/ 10141833 w 10615628"/>
              <a:gd name="connsiteY21" fmla="*/ 0 h 6858000"/>
              <a:gd name="connsiteX22" fmla="*/ 10200259 w 10615628"/>
              <a:gd name="connsiteY22" fmla="*/ 112226 h 6858000"/>
              <a:gd name="connsiteX23" fmla="*/ 9914574 w 10615628"/>
              <a:gd name="connsiteY23" fmla="*/ 1675664 h 6858000"/>
              <a:gd name="connsiteX24" fmla="*/ 9361608 w 10615628"/>
              <a:gd name="connsiteY24" fmla="*/ 2357295 h 6858000"/>
              <a:gd name="connsiteX25" fmla="*/ 9334634 w 10615628"/>
              <a:gd name="connsiteY25" fmla="*/ 3068329 h 6858000"/>
              <a:gd name="connsiteX26" fmla="*/ 9815041 w 10615628"/>
              <a:gd name="connsiteY26" fmla="*/ 3852733 h 6858000"/>
              <a:gd name="connsiteX27" fmla="*/ 9376175 w 10615628"/>
              <a:gd name="connsiteY27" fmla="*/ 5163128 h 6858000"/>
              <a:gd name="connsiteX28" fmla="*/ 7869812 w 10615628"/>
              <a:gd name="connsiteY28" fmla="*/ 5397802 h 6858000"/>
              <a:gd name="connsiteX29" fmla="*/ 6545391 w 10615628"/>
              <a:gd name="connsiteY29" fmla="*/ 5591204 h 6858000"/>
              <a:gd name="connsiteX30" fmla="*/ 5772722 w 10615628"/>
              <a:gd name="connsiteY30" fmla="*/ 6463273 h 6858000"/>
              <a:gd name="connsiteX31" fmla="*/ 5542128 w 10615628"/>
              <a:gd name="connsiteY31" fmla="*/ 6751894 h 6858000"/>
              <a:gd name="connsiteX32" fmla="*/ 5455474 w 10615628"/>
              <a:gd name="connsiteY32" fmla="*/ 6858000 h 6858000"/>
              <a:gd name="connsiteX33" fmla="*/ 3884321 w 10615628"/>
              <a:gd name="connsiteY33" fmla="*/ 6858000 h 6858000"/>
              <a:gd name="connsiteX34" fmla="*/ 3874161 w 10615628"/>
              <a:gd name="connsiteY34" fmla="*/ 6844415 h 6858000"/>
              <a:gd name="connsiteX35" fmla="*/ 3692625 w 10615628"/>
              <a:gd name="connsiteY35" fmla="*/ 6276208 h 6858000"/>
              <a:gd name="connsiteX36" fmla="*/ 2561203 w 10615628"/>
              <a:gd name="connsiteY36" fmla="*/ 5655807 h 6858000"/>
              <a:gd name="connsiteX37" fmla="*/ 69616 w 10615628"/>
              <a:gd name="connsiteY37" fmla="*/ 4277707 h 6858000"/>
              <a:gd name="connsiteX38" fmla="*/ 1642 w 10615628"/>
              <a:gd name="connsiteY38" fmla="*/ 3679829 h 6858000"/>
              <a:gd name="connsiteX39" fmla="*/ 368893 w 10615628"/>
              <a:gd name="connsiteY39" fmla="*/ 2516307 h 6858000"/>
              <a:gd name="connsiteX40" fmla="*/ 1113509 w 10615628"/>
              <a:gd name="connsiteY40" fmla="*/ 2192619 h 6858000"/>
              <a:gd name="connsiteX41" fmla="*/ 2037232 w 10615628"/>
              <a:gd name="connsiteY41" fmla="*/ 2005556 h 6858000"/>
              <a:gd name="connsiteX42" fmla="*/ 2547311 w 10615628"/>
              <a:gd name="connsiteY42" fmla="*/ 1405116 h 6858000"/>
              <a:gd name="connsiteX43" fmla="*/ 3900863 w 10615628"/>
              <a:gd name="connsiteY43" fmla="*/ 578768 h 6858000"/>
              <a:gd name="connsiteX44" fmla="*/ 4571571 w 10615628"/>
              <a:gd name="connsiteY44" fmla="*/ 860779 h 6858000"/>
              <a:gd name="connsiteX45" fmla="*/ 6039225 w 10615628"/>
              <a:gd name="connsiteY45" fmla="*/ 631501 h 6858000"/>
              <a:gd name="connsiteX46" fmla="*/ 6449432 w 10615628"/>
              <a:gd name="connsiteY46" fmla="*/ 1932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8" h="6858000">
                <a:moveTo>
                  <a:pt x="7169275" y="5665108"/>
                </a:moveTo>
                <a:cubicBezTo>
                  <a:pt x="7360156" y="5665108"/>
                  <a:pt x="7514896" y="5819848"/>
                  <a:pt x="7514896" y="6010729"/>
                </a:cubicBezTo>
                <a:cubicBezTo>
                  <a:pt x="7514896" y="6201610"/>
                  <a:pt x="7360156" y="6356350"/>
                  <a:pt x="7169275" y="6356350"/>
                </a:cubicBezTo>
                <a:cubicBezTo>
                  <a:pt x="6978394" y="6356350"/>
                  <a:pt x="6823654" y="6201610"/>
                  <a:pt x="6823654" y="6010729"/>
                </a:cubicBezTo>
                <a:cubicBezTo>
                  <a:pt x="6823654" y="5819848"/>
                  <a:pt x="6978394" y="5665108"/>
                  <a:pt x="7169275" y="5665108"/>
                </a:cubicBezTo>
                <a:close/>
                <a:moveTo>
                  <a:pt x="10010445" y="2285547"/>
                </a:moveTo>
                <a:cubicBezTo>
                  <a:pt x="10256937" y="2285547"/>
                  <a:pt x="10456759" y="2485369"/>
                  <a:pt x="10456759" y="2731861"/>
                </a:cubicBezTo>
                <a:cubicBezTo>
                  <a:pt x="10456759" y="2978353"/>
                  <a:pt x="10256937" y="3178175"/>
                  <a:pt x="10010445" y="3178175"/>
                </a:cubicBezTo>
                <a:cubicBezTo>
                  <a:pt x="9763953" y="3178175"/>
                  <a:pt x="9564131" y="2978353"/>
                  <a:pt x="9564131" y="2731861"/>
                </a:cubicBezTo>
                <a:cubicBezTo>
                  <a:pt x="9564131" y="2485369"/>
                  <a:pt x="9763953" y="2285547"/>
                  <a:pt x="10010445" y="2285547"/>
                </a:cubicBezTo>
                <a:close/>
                <a:moveTo>
                  <a:pt x="10354144" y="1626055"/>
                </a:moveTo>
                <a:cubicBezTo>
                  <a:pt x="10498558" y="1626055"/>
                  <a:pt x="10615628" y="1743125"/>
                  <a:pt x="10615628" y="1887539"/>
                </a:cubicBezTo>
                <a:cubicBezTo>
                  <a:pt x="10615628" y="2031953"/>
                  <a:pt x="10498558" y="2149023"/>
                  <a:pt x="10354144" y="2149023"/>
                </a:cubicBezTo>
                <a:cubicBezTo>
                  <a:pt x="10209730" y="2149023"/>
                  <a:pt x="10092660" y="2031953"/>
                  <a:pt x="10092660" y="1887539"/>
                </a:cubicBezTo>
                <a:cubicBezTo>
                  <a:pt x="10092660" y="1743125"/>
                  <a:pt x="10209730" y="1626055"/>
                  <a:pt x="10354144" y="1626055"/>
                </a:cubicBezTo>
                <a:close/>
                <a:moveTo>
                  <a:pt x="1458900" y="620486"/>
                </a:moveTo>
                <a:cubicBezTo>
                  <a:pt x="1705392" y="620486"/>
                  <a:pt x="1905214" y="820308"/>
                  <a:pt x="1905214" y="1066801"/>
                </a:cubicBezTo>
                <a:cubicBezTo>
                  <a:pt x="1905214" y="1313293"/>
                  <a:pt x="1705392" y="1513115"/>
                  <a:pt x="1458900" y="1513115"/>
                </a:cubicBezTo>
                <a:cubicBezTo>
                  <a:pt x="1212408" y="1513115"/>
                  <a:pt x="1012586" y="1313293"/>
                  <a:pt x="1012586" y="1066801"/>
                </a:cubicBezTo>
                <a:cubicBezTo>
                  <a:pt x="1012586" y="820308"/>
                  <a:pt x="1212408" y="620486"/>
                  <a:pt x="1458900" y="620486"/>
                </a:cubicBezTo>
                <a:close/>
                <a:moveTo>
                  <a:pt x="6634576" y="0"/>
                </a:moveTo>
                <a:lnTo>
                  <a:pt x="10141833" y="0"/>
                </a:lnTo>
                <a:lnTo>
                  <a:pt x="10200259" y="112226"/>
                </a:lnTo>
                <a:cubicBezTo>
                  <a:pt x="10410238" y="575267"/>
                  <a:pt x="10394871" y="1153566"/>
                  <a:pt x="9914574" y="1675664"/>
                </a:cubicBezTo>
                <a:cubicBezTo>
                  <a:pt x="9716855" y="1890647"/>
                  <a:pt x="9539637" y="2125050"/>
                  <a:pt x="9361608" y="2357295"/>
                </a:cubicBezTo>
                <a:cubicBezTo>
                  <a:pt x="9193291" y="2576999"/>
                  <a:pt x="9188571" y="2830555"/>
                  <a:pt x="9334634" y="3068329"/>
                </a:cubicBezTo>
                <a:cubicBezTo>
                  <a:pt x="9495669" y="3329572"/>
                  <a:pt x="9683003" y="3577867"/>
                  <a:pt x="9815041" y="3852733"/>
                </a:cubicBezTo>
                <a:cubicBezTo>
                  <a:pt x="10050524" y="4342849"/>
                  <a:pt x="9955574" y="4825683"/>
                  <a:pt x="9376175" y="5163128"/>
                </a:cubicBezTo>
                <a:cubicBezTo>
                  <a:pt x="8901028" y="5439881"/>
                  <a:pt x="8396076" y="5450671"/>
                  <a:pt x="7869812" y="5397802"/>
                </a:cubicBezTo>
                <a:cubicBezTo>
                  <a:pt x="7414763" y="5352215"/>
                  <a:pt x="6924916" y="5316880"/>
                  <a:pt x="6545391" y="5591204"/>
                </a:cubicBezTo>
                <a:cubicBezTo>
                  <a:pt x="6238293" y="5813470"/>
                  <a:pt x="6024794" y="6166020"/>
                  <a:pt x="5772722" y="6463273"/>
                </a:cubicBezTo>
                <a:cubicBezTo>
                  <a:pt x="5693284" y="6557075"/>
                  <a:pt x="5618532" y="6655327"/>
                  <a:pt x="5542128" y="6751894"/>
                </a:cubicBezTo>
                <a:lnTo>
                  <a:pt x="5455474" y="6858000"/>
                </a:lnTo>
                <a:lnTo>
                  <a:pt x="3884321" y="6858000"/>
                </a:lnTo>
                <a:lnTo>
                  <a:pt x="3874161" y="6844415"/>
                </a:lnTo>
                <a:cubicBezTo>
                  <a:pt x="3769501" y="6682571"/>
                  <a:pt x="3725803" y="6471500"/>
                  <a:pt x="3692625" y="6276208"/>
                </a:cubicBezTo>
                <a:cubicBezTo>
                  <a:pt x="3594979" y="5704765"/>
                  <a:pt x="2996562" y="5529974"/>
                  <a:pt x="2561203" y="5655807"/>
                </a:cubicBezTo>
                <a:cubicBezTo>
                  <a:pt x="1295583" y="6024676"/>
                  <a:pt x="405172" y="5378784"/>
                  <a:pt x="69616" y="4277707"/>
                </a:cubicBezTo>
                <a:cubicBezTo>
                  <a:pt x="12162" y="4089023"/>
                  <a:pt x="22817" y="3880246"/>
                  <a:pt x="1642" y="3679829"/>
                </a:cubicBezTo>
                <a:cubicBezTo>
                  <a:pt x="-11845" y="3246492"/>
                  <a:pt x="53163" y="2840534"/>
                  <a:pt x="368893" y="2516307"/>
                </a:cubicBezTo>
                <a:cubicBezTo>
                  <a:pt x="570253" y="2309552"/>
                  <a:pt x="826642" y="2227146"/>
                  <a:pt x="1113509" y="2192619"/>
                </a:cubicBezTo>
                <a:cubicBezTo>
                  <a:pt x="1425464" y="2154856"/>
                  <a:pt x="1739170" y="2099965"/>
                  <a:pt x="2037232" y="2005556"/>
                </a:cubicBezTo>
                <a:cubicBezTo>
                  <a:pt x="2313447" y="1917890"/>
                  <a:pt x="2430109" y="1649903"/>
                  <a:pt x="2547311" y="1405116"/>
                </a:cubicBezTo>
                <a:cubicBezTo>
                  <a:pt x="2839303" y="794963"/>
                  <a:pt x="3300289" y="490428"/>
                  <a:pt x="3900863" y="578768"/>
                </a:cubicBezTo>
                <a:cubicBezTo>
                  <a:pt x="4133784" y="613024"/>
                  <a:pt x="4362118" y="739802"/>
                  <a:pt x="4571571" y="860779"/>
                </a:cubicBezTo>
                <a:cubicBezTo>
                  <a:pt x="5133169" y="1185277"/>
                  <a:pt x="5641898" y="1029502"/>
                  <a:pt x="6039225" y="631501"/>
                </a:cubicBezTo>
                <a:cubicBezTo>
                  <a:pt x="6180164" y="489888"/>
                  <a:pt x="6313483" y="339980"/>
                  <a:pt x="6449432" y="1932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401B608-9101-68F6-8590-FA000B36D839}"/>
              </a:ext>
            </a:extLst>
          </p:cNvPr>
          <p:cNvSpPr txBox="1"/>
          <p:nvPr/>
        </p:nvSpPr>
        <p:spPr>
          <a:xfrm>
            <a:off x="1019048" y="2721116"/>
            <a:ext cx="10150856" cy="11118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latin typeface="+mj-lt"/>
                <a:ea typeface="+mj-ea"/>
                <a:cs typeface="+mj-cs"/>
              </a:rPr>
              <a:t>Pla</a:t>
            </a:r>
            <a:r>
              <a:rPr lang="fr-FR" sz="4800" b="1" dirty="0">
                <a:latin typeface="+mj-lt"/>
                <a:ea typeface="+mj-ea"/>
                <a:cs typeface="+mj-cs"/>
              </a:rPr>
              <a:t>teforme de ventes en ligne</a:t>
            </a:r>
            <a:endParaRPr lang="en-US" sz="4800" b="1" dirty="0">
              <a:latin typeface="+mj-lt"/>
              <a:ea typeface="+mj-ea"/>
              <a:cs typeface="+mj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63F6ED-67C2-461F-D22A-F27739074C4E}"/>
              </a:ext>
            </a:extLst>
          </p:cNvPr>
          <p:cNvSpPr txBox="1"/>
          <p:nvPr/>
        </p:nvSpPr>
        <p:spPr>
          <a:xfrm>
            <a:off x="6684664" y="4281263"/>
            <a:ext cx="4227751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080B5D6-B279-5581-DC30-932D43F7EEBA}"/>
              </a:ext>
            </a:extLst>
          </p:cNvPr>
          <p:cNvSpPr txBox="1"/>
          <p:nvPr/>
        </p:nvSpPr>
        <p:spPr>
          <a:xfrm>
            <a:off x="-7772095" y="599780"/>
            <a:ext cx="10972800" cy="1446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Identification des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acteurs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 descr="Target Audience">
            <a:extLst>
              <a:ext uri="{FF2B5EF4-FFF2-40B4-BE49-F238E27FC236}">
                <a16:creationId xmlns:a16="http://schemas.microsoft.com/office/drawing/2014/main" id="{C035DFAD-83F9-20CA-C344-B4A6BE5A8A0E}"/>
              </a:ext>
            </a:extLst>
          </p:cNvPr>
          <p:cNvSpPr/>
          <p:nvPr/>
        </p:nvSpPr>
        <p:spPr>
          <a:xfrm>
            <a:off x="-4229695" y="3123923"/>
            <a:ext cx="1944000" cy="1944000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05F4A5A2-52D9-22A8-1014-31E8CCCD3C24}"/>
              </a:ext>
            </a:extLst>
          </p:cNvPr>
          <p:cNvSpPr/>
          <p:nvPr/>
        </p:nvSpPr>
        <p:spPr>
          <a:xfrm>
            <a:off x="-5417695" y="5538220"/>
            <a:ext cx="4320000" cy="720000"/>
          </a:xfrm>
          <a:custGeom>
            <a:avLst/>
            <a:gdLst>
              <a:gd name="csX0" fmla="*/ 0 w 4320000"/>
              <a:gd name="csY0" fmla="*/ 0 h 720000"/>
              <a:gd name="csX1" fmla="*/ 4320000 w 4320000"/>
              <a:gd name="csY1" fmla="*/ 0 h 720000"/>
              <a:gd name="csX2" fmla="*/ 4320000 w 4320000"/>
              <a:gd name="csY2" fmla="*/ 720000 h 720000"/>
              <a:gd name="csX3" fmla="*/ 0 w 4320000"/>
              <a:gd name="csY3" fmla="*/ 720000 h 720000"/>
              <a:gd name="csX4" fmla="*/ 0 w 4320000"/>
              <a:gd name="csY4" fmla="*/ 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9113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b="1" kern="1200" dirty="0"/>
              <a:t>Utilisateurs</a:t>
            </a:r>
            <a:endParaRPr lang="en-US" sz="4300" kern="12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483B7D3-6E9C-89BD-041F-6A686F7EE91B}"/>
              </a:ext>
            </a:extLst>
          </p:cNvPr>
          <p:cNvSpPr txBox="1"/>
          <p:nvPr/>
        </p:nvSpPr>
        <p:spPr>
          <a:xfrm>
            <a:off x="13498835" y="4281263"/>
            <a:ext cx="4227751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FFA789-45BF-9256-0FE1-13303FC6FE3A}"/>
              </a:ext>
            </a:extLst>
          </p:cNvPr>
          <p:cNvSpPr/>
          <p:nvPr/>
        </p:nvSpPr>
        <p:spPr>
          <a:xfrm>
            <a:off x="14474647" y="3123923"/>
            <a:ext cx="1944000" cy="1944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92858DBA-492E-0CCD-CCA8-8648FD8B145D}"/>
              </a:ext>
            </a:extLst>
          </p:cNvPr>
          <p:cNvSpPr/>
          <p:nvPr/>
        </p:nvSpPr>
        <p:spPr>
          <a:xfrm>
            <a:off x="13286647" y="5538220"/>
            <a:ext cx="4320000" cy="720000"/>
          </a:xfrm>
          <a:custGeom>
            <a:avLst/>
            <a:gdLst>
              <a:gd name="csX0" fmla="*/ 0 w 4320000"/>
              <a:gd name="csY0" fmla="*/ 0 h 720000"/>
              <a:gd name="csX1" fmla="*/ 4320000 w 4320000"/>
              <a:gd name="csY1" fmla="*/ 0 h 720000"/>
              <a:gd name="csX2" fmla="*/ 4320000 w 4320000"/>
              <a:gd name="csY2" fmla="*/ 720000 h 720000"/>
              <a:gd name="csX3" fmla="*/ 0 w 4320000"/>
              <a:gd name="csY3" fmla="*/ 720000 h 720000"/>
              <a:gd name="csX4" fmla="*/ 0 w 4320000"/>
              <a:gd name="csY4" fmla="*/ 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9113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b="1" kern="1200" dirty="0"/>
              <a:t>Administrateurs</a:t>
            </a:r>
            <a:endParaRPr lang="en-US" sz="4300" kern="1200" dirty="0"/>
          </a:p>
        </p:txBody>
      </p:sp>
    </p:spTree>
    <p:extLst>
      <p:ext uri="{BB962C8B-B14F-4D97-AF65-F5344CB8AC3E}">
        <p14:creationId xmlns:p14="http://schemas.microsoft.com/office/powerpoint/2010/main" val="1010030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A46C5F3-4EAC-473B-BD72-1219E833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2231725-D083-4E0F-9428-1C263518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16B56A2-04BD-83BD-CE2D-27E5F53DAD74}"/>
              </a:ext>
            </a:extLst>
          </p:cNvPr>
          <p:cNvSpPr txBox="1"/>
          <p:nvPr/>
        </p:nvSpPr>
        <p:spPr>
          <a:xfrm>
            <a:off x="609600" y="557784"/>
            <a:ext cx="10972800" cy="1446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Identification des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acteurs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 descr="Target Audience">
            <a:extLst>
              <a:ext uri="{FF2B5EF4-FFF2-40B4-BE49-F238E27FC236}">
                <a16:creationId xmlns:a16="http://schemas.microsoft.com/office/drawing/2014/main" id="{728C990D-1DE2-1CAC-22D8-963A053266CB}"/>
              </a:ext>
            </a:extLst>
          </p:cNvPr>
          <p:cNvSpPr/>
          <p:nvPr/>
        </p:nvSpPr>
        <p:spPr>
          <a:xfrm>
            <a:off x="2584476" y="3123923"/>
            <a:ext cx="1944000" cy="1944000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822AEAD0-3D22-2518-1D18-4A71B679A796}"/>
              </a:ext>
            </a:extLst>
          </p:cNvPr>
          <p:cNvSpPr/>
          <p:nvPr/>
        </p:nvSpPr>
        <p:spPr>
          <a:xfrm>
            <a:off x="1396476" y="5538220"/>
            <a:ext cx="4320000" cy="720000"/>
          </a:xfrm>
          <a:custGeom>
            <a:avLst/>
            <a:gdLst>
              <a:gd name="csX0" fmla="*/ 0 w 4320000"/>
              <a:gd name="csY0" fmla="*/ 0 h 720000"/>
              <a:gd name="csX1" fmla="*/ 4320000 w 4320000"/>
              <a:gd name="csY1" fmla="*/ 0 h 720000"/>
              <a:gd name="csX2" fmla="*/ 4320000 w 4320000"/>
              <a:gd name="csY2" fmla="*/ 720000 h 720000"/>
              <a:gd name="csX3" fmla="*/ 0 w 4320000"/>
              <a:gd name="csY3" fmla="*/ 720000 h 720000"/>
              <a:gd name="csX4" fmla="*/ 0 w 4320000"/>
              <a:gd name="csY4" fmla="*/ 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9113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b="1" kern="1200" dirty="0"/>
              <a:t>Utilisateurs</a:t>
            </a:r>
            <a:endParaRPr lang="en-US" sz="4300" kern="1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E9498ED-8096-421B-BCD5-F6C4D3CAC428}"/>
              </a:ext>
            </a:extLst>
          </p:cNvPr>
          <p:cNvSpPr txBox="1"/>
          <p:nvPr/>
        </p:nvSpPr>
        <p:spPr>
          <a:xfrm>
            <a:off x="6684664" y="4281263"/>
            <a:ext cx="4227751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A77336-6923-0DF3-F70A-FA2E0A07E5D8}"/>
              </a:ext>
            </a:extLst>
          </p:cNvPr>
          <p:cNvSpPr/>
          <p:nvPr/>
        </p:nvSpPr>
        <p:spPr>
          <a:xfrm>
            <a:off x="7660476" y="3123923"/>
            <a:ext cx="1944000" cy="1944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3E984A12-9374-C027-D22F-F321E3335CCC}"/>
              </a:ext>
            </a:extLst>
          </p:cNvPr>
          <p:cNvSpPr/>
          <p:nvPr/>
        </p:nvSpPr>
        <p:spPr>
          <a:xfrm>
            <a:off x="6472476" y="5538220"/>
            <a:ext cx="4320000" cy="720000"/>
          </a:xfrm>
          <a:custGeom>
            <a:avLst/>
            <a:gdLst>
              <a:gd name="csX0" fmla="*/ 0 w 4320000"/>
              <a:gd name="csY0" fmla="*/ 0 h 720000"/>
              <a:gd name="csX1" fmla="*/ 4320000 w 4320000"/>
              <a:gd name="csY1" fmla="*/ 0 h 720000"/>
              <a:gd name="csX2" fmla="*/ 4320000 w 4320000"/>
              <a:gd name="csY2" fmla="*/ 720000 h 720000"/>
              <a:gd name="csX3" fmla="*/ 0 w 4320000"/>
              <a:gd name="csY3" fmla="*/ 720000 h 720000"/>
              <a:gd name="csX4" fmla="*/ 0 w 4320000"/>
              <a:gd name="csY4" fmla="*/ 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9113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b="1" kern="1200" dirty="0"/>
              <a:t>Administrateurs</a:t>
            </a:r>
            <a:endParaRPr lang="en-US" sz="4300" kern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80EBCA0-D1D8-6708-1B5B-F7F02E6B073B}"/>
              </a:ext>
            </a:extLst>
          </p:cNvPr>
          <p:cNvSpPr txBox="1"/>
          <p:nvPr/>
        </p:nvSpPr>
        <p:spPr>
          <a:xfrm>
            <a:off x="1019048" y="7415784"/>
            <a:ext cx="10150856" cy="11118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latin typeface="+mj-lt"/>
                <a:ea typeface="+mj-ea"/>
                <a:cs typeface="+mj-cs"/>
              </a:rPr>
              <a:t>Pla</a:t>
            </a:r>
            <a:r>
              <a:rPr lang="fr-FR" sz="4800" b="1" dirty="0">
                <a:latin typeface="+mj-lt"/>
                <a:ea typeface="+mj-ea"/>
                <a:cs typeface="+mj-cs"/>
              </a:rPr>
              <a:t>teforme de ventes en ligne</a:t>
            </a:r>
            <a:endParaRPr lang="en-US" sz="4800" b="1" dirty="0">
              <a:latin typeface="+mj-lt"/>
              <a:ea typeface="+mj-ea"/>
              <a:cs typeface="+mj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01DF295-F1B2-00F8-7D17-B3A658A6EA1A}"/>
              </a:ext>
            </a:extLst>
          </p:cNvPr>
          <p:cNvSpPr txBox="1"/>
          <p:nvPr/>
        </p:nvSpPr>
        <p:spPr>
          <a:xfrm>
            <a:off x="-6014289" y="863602"/>
            <a:ext cx="5486399" cy="1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Reformulation 			des besoins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07B6668-892C-FE8B-2F75-DA7A15619729}"/>
              </a:ext>
            </a:extLst>
          </p:cNvPr>
          <p:cNvSpPr txBox="1"/>
          <p:nvPr/>
        </p:nvSpPr>
        <p:spPr>
          <a:xfrm>
            <a:off x="13924476" y="1004467"/>
            <a:ext cx="5168765" cy="618291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Créer un compte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 connecter</a:t>
            </a:r>
            <a:endParaRPr lang="fr-F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les 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produits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Voir les 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détails des produits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des produits au panier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Passer des commandes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l’historiques des commandes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736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D67E4-0529-6B6B-9490-6926AB65F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3D3CC2-92C0-446B-91D6-D95EB335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3">
            <a:extLst>
              <a:ext uri="{FF2B5EF4-FFF2-40B4-BE49-F238E27FC236}">
                <a16:creationId xmlns:a16="http://schemas.microsoft.com/office/drawing/2014/main" id="{2897C999-28FA-4C54-8B7D-F10AACDEF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D0503FE-8C7D-B6B7-27F5-6840882867B3}"/>
              </a:ext>
            </a:extLst>
          </p:cNvPr>
          <p:cNvSpPr txBox="1"/>
          <p:nvPr/>
        </p:nvSpPr>
        <p:spPr>
          <a:xfrm>
            <a:off x="0" y="663960"/>
            <a:ext cx="5486399" cy="1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Reformulation 			des besoins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E524247-4822-501E-E565-9CC27EB2E3D3}"/>
              </a:ext>
            </a:extLst>
          </p:cNvPr>
          <p:cNvSpPr txBox="1"/>
          <p:nvPr/>
        </p:nvSpPr>
        <p:spPr>
          <a:xfrm>
            <a:off x="6803456" y="953518"/>
            <a:ext cx="5168765" cy="618291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Créer un compte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 connecter</a:t>
            </a:r>
            <a:endParaRPr lang="fr-F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les 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produits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Voir les 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détails des produits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des produits au panier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Passer des commandes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l’historiques des commandes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DB0050-2C19-36A9-2258-D59764AA8AA8}"/>
              </a:ext>
            </a:extLst>
          </p:cNvPr>
          <p:cNvSpPr txBox="1"/>
          <p:nvPr/>
        </p:nvSpPr>
        <p:spPr>
          <a:xfrm>
            <a:off x="999421" y="-2646344"/>
            <a:ext cx="10972800" cy="1446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Identification des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acteurs</a:t>
            </a: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Rectangle 6" descr="Target Audience">
            <a:extLst>
              <a:ext uri="{FF2B5EF4-FFF2-40B4-BE49-F238E27FC236}">
                <a16:creationId xmlns:a16="http://schemas.microsoft.com/office/drawing/2014/main" id="{44F13913-72FA-DB02-B54B-9B28E0FC18DE}"/>
              </a:ext>
            </a:extLst>
          </p:cNvPr>
          <p:cNvSpPr>
            <a:spLocks noChangeAspect="1"/>
          </p:cNvSpPr>
          <p:nvPr/>
        </p:nvSpPr>
        <p:spPr>
          <a:xfrm>
            <a:off x="4897322" y="3499442"/>
            <a:ext cx="1072557" cy="1072557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BC38EFED-70C9-C5E3-EEFE-195EAC812EEA}"/>
              </a:ext>
            </a:extLst>
          </p:cNvPr>
          <p:cNvSpPr/>
          <p:nvPr/>
        </p:nvSpPr>
        <p:spPr>
          <a:xfrm>
            <a:off x="999421" y="3684973"/>
            <a:ext cx="4320000" cy="720000"/>
          </a:xfrm>
          <a:custGeom>
            <a:avLst/>
            <a:gdLst>
              <a:gd name="csX0" fmla="*/ 0 w 4320000"/>
              <a:gd name="csY0" fmla="*/ 0 h 720000"/>
              <a:gd name="csX1" fmla="*/ 4320000 w 4320000"/>
              <a:gd name="csY1" fmla="*/ 0 h 720000"/>
              <a:gd name="csX2" fmla="*/ 4320000 w 4320000"/>
              <a:gd name="csY2" fmla="*/ 720000 h 720000"/>
              <a:gd name="csX3" fmla="*/ 0 w 4320000"/>
              <a:gd name="csY3" fmla="*/ 720000 h 720000"/>
              <a:gd name="csX4" fmla="*/ 0 w 4320000"/>
              <a:gd name="csY4" fmla="*/ 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9113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b="1" kern="1200" dirty="0"/>
              <a:t>Utilisateurs</a:t>
            </a:r>
            <a:endParaRPr lang="en-US" sz="4300" kern="12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8FFB71D-84D6-8F55-A9F6-BBA90728A166}"/>
              </a:ext>
            </a:extLst>
          </p:cNvPr>
          <p:cNvSpPr txBox="1"/>
          <p:nvPr/>
        </p:nvSpPr>
        <p:spPr>
          <a:xfrm>
            <a:off x="-5110159" y="3351900"/>
            <a:ext cx="4227751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A172256-9E12-E1EF-6133-344C76457337}"/>
              </a:ext>
            </a:extLst>
          </p:cNvPr>
          <p:cNvSpPr txBox="1"/>
          <p:nvPr/>
        </p:nvSpPr>
        <p:spPr>
          <a:xfrm>
            <a:off x="6803456" y="7747295"/>
            <a:ext cx="5257800" cy="224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Modifier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Supprimer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toutes les commandes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9786E4E-045B-75A6-3EF6-E65EF9E0F875}"/>
              </a:ext>
            </a:extLst>
          </p:cNvPr>
          <p:cNvSpPr txBox="1"/>
          <p:nvPr/>
        </p:nvSpPr>
        <p:spPr>
          <a:xfrm>
            <a:off x="6698009" y="8968858"/>
            <a:ext cx="4227751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FDEA24-4D1F-943B-4423-8EA614335122}"/>
              </a:ext>
            </a:extLst>
          </p:cNvPr>
          <p:cNvSpPr/>
          <p:nvPr/>
        </p:nvSpPr>
        <p:spPr>
          <a:xfrm>
            <a:off x="7673821" y="7811518"/>
            <a:ext cx="1944000" cy="1944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FF289516-A392-7D14-BBE9-BE9ED3239A86}"/>
              </a:ext>
            </a:extLst>
          </p:cNvPr>
          <p:cNvSpPr/>
          <p:nvPr/>
        </p:nvSpPr>
        <p:spPr>
          <a:xfrm>
            <a:off x="6485821" y="10225815"/>
            <a:ext cx="4320000" cy="720000"/>
          </a:xfrm>
          <a:custGeom>
            <a:avLst/>
            <a:gdLst>
              <a:gd name="csX0" fmla="*/ 0 w 4320000"/>
              <a:gd name="csY0" fmla="*/ 0 h 720000"/>
              <a:gd name="csX1" fmla="*/ 4320000 w 4320000"/>
              <a:gd name="csY1" fmla="*/ 0 h 720000"/>
              <a:gd name="csX2" fmla="*/ 4320000 w 4320000"/>
              <a:gd name="csY2" fmla="*/ 720000 h 720000"/>
              <a:gd name="csX3" fmla="*/ 0 w 4320000"/>
              <a:gd name="csY3" fmla="*/ 720000 h 720000"/>
              <a:gd name="csX4" fmla="*/ 0 w 4320000"/>
              <a:gd name="csY4" fmla="*/ 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9113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b="1" kern="1200" dirty="0"/>
              <a:t>Administrateurs</a:t>
            </a:r>
            <a:endParaRPr lang="en-US" sz="4300" kern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D8585-69B5-A8BF-B08E-6A1CF76489CC}"/>
              </a:ext>
            </a:extLst>
          </p:cNvPr>
          <p:cNvSpPr>
            <a:spLocks noChangeAspect="1"/>
          </p:cNvSpPr>
          <p:nvPr/>
        </p:nvSpPr>
        <p:spPr>
          <a:xfrm>
            <a:off x="-1443144" y="3367883"/>
            <a:ext cx="1036078" cy="1036078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547E14FB-0D38-DF4C-7796-E4F360306406}"/>
              </a:ext>
            </a:extLst>
          </p:cNvPr>
          <p:cNvSpPr/>
          <p:nvPr/>
        </p:nvSpPr>
        <p:spPr>
          <a:xfrm>
            <a:off x="-5888212" y="3661003"/>
            <a:ext cx="4320000" cy="720000"/>
          </a:xfrm>
          <a:custGeom>
            <a:avLst/>
            <a:gdLst>
              <a:gd name="csX0" fmla="*/ 0 w 4320000"/>
              <a:gd name="csY0" fmla="*/ 0 h 720000"/>
              <a:gd name="csX1" fmla="*/ 4320000 w 4320000"/>
              <a:gd name="csY1" fmla="*/ 0 h 720000"/>
              <a:gd name="csX2" fmla="*/ 4320000 w 4320000"/>
              <a:gd name="csY2" fmla="*/ 720000 h 720000"/>
              <a:gd name="csX3" fmla="*/ 0 w 4320000"/>
              <a:gd name="csY3" fmla="*/ 720000 h 720000"/>
              <a:gd name="csX4" fmla="*/ 0 w 4320000"/>
              <a:gd name="csY4" fmla="*/ 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9113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b="1" kern="1200" dirty="0"/>
              <a:t>Administrateurs</a:t>
            </a:r>
            <a:endParaRPr lang="en-US" sz="4300" kern="1200" dirty="0"/>
          </a:p>
        </p:txBody>
      </p:sp>
    </p:spTree>
    <p:extLst>
      <p:ext uri="{BB962C8B-B14F-4D97-AF65-F5344CB8AC3E}">
        <p14:creationId xmlns:p14="http://schemas.microsoft.com/office/powerpoint/2010/main" val="7843647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33BBA-3DB1-EDF1-C89D-46CA8CC8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Background Fill">
            <a:extLst>
              <a:ext uri="{FF2B5EF4-FFF2-40B4-BE49-F238E27FC236}">
                <a16:creationId xmlns:a16="http://schemas.microsoft.com/office/drawing/2014/main" id="{68FE9543-02D9-DB19-B57C-7901BD15D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A850F0-D227-E072-48D4-F3B3AC273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3">
            <a:extLst>
              <a:ext uri="{FF2B5EF4-FFF2-40B4-BE49-F238E27FC236}">
                <a16:creationId xmlns:a16="http://schemas.microsoft.com/office/drawing/2014/main" id="{AA5BAA38-E8F8-23A3-F97A-9E7B4272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558EE02-2313-03A4-458C-44B3B354CF4D}"/>
              </a:ext>
            </a:extLst>
          </p:cNvPr>
          <p:cNvSpPr txBox="1"/>
          <p:nvPr/>
        </p:nvSpPr>
        <p:spPr>
          <a:xfrm>
            <a:off x="0" y="663960"/>
            <a:ext cx="5486399" cy="1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Reformulation 			des besoins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27FD5C-70E7-5E81-AB06-16E8E2960A2F}"/>
              </a:ext>
            </a:extLst>
          </p:cNvPr>
          <p:cNvSpPr txBox="1"/>
          <p:nvPr/>
        </p:nvSpPr>
        <p:spPr>
          <a:xfrm>
            <a:off x="6637655" y="2841541"/>
            <a:ext cx="5257800" cy="224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Modifier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Supprimer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toutes les commandes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CE67CEC-C867-C12D-BEA2-0EFC0CFDA8E8}"/>
              </a:ext>
            </a:extLst>
          </p:cNvPr>
          <p:cNvSpPr txBox="1"/>
          <p:nvPr/>
        </p:nvSpPr>
        <p:spPr>
          <a:xfrm>
            <a:off x="1638496" y="8779911"/>
            <a:ext cx="4227751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03B1B8-4955-583D-9572-9820DB177A9B}"/>
              </a:ext>
            </a:extLst>
          </p:cNvPr>
          <p:cNvSpPr>
            <a:spLocks noChangeAspect="1"/>
          </p:cNvSpPr>
          <p:nvPr/>
        </p:nvSpPr>
        <p:spPr>
          <a:xfrm>
            <a:off x="4950196" y="3463351"/>
            <a:ext cx="1036078" cy="103607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3F8710CD-7006-CF58-945B-5169645256D6}"/>
              </a:ext>
            </a:extLst>
          </p:cNvPr>
          <p:cNvSpPr/>
          <p:nvPr/>
        </p:nvSpPr>
        <p:spPr>
          <a:xfrm>
            <a:off x="505128" y="3756471"/>
            <a:ext cx="4320000" cy="720000"/>
          </a:xfrm>
          <a:custGeom>
            <a:avLst/>
            <a:gdLst>
              <a:gd name="csX0" fmla="*/ 0 w 4320000"/>
              <a:gd name="csY0" fmla="*/ 0 h 720000"/>
              <a:gd name="csX1" fmla="*/ 4320000 w 4320000"/>
              <a:gd name="csY1" fmla="*/ 0 h 720000"/>
              <a:gd name="csX2" fmla="*/ 4320000 w 4320000"/>
              <a:gd name="csY2" fmla="*/ 720000 h 720000"/>
              <a:gd name="csX3" fmla="*/ 0 w 4320000"/>
              <a:gd name="csY3" fmla="*/ 720000 h 720000"/>
              <a:gd name="csX4" fmla="*/ 0 w 4320000"/>
              <a:gd name="csY4" fmla="*/ 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9113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b="1" kern="1200" dirty="0"/>
              <a:t>Administrateurs</a:t>
            </a:r>
            <a:endParaRPr lang="en-US" sz="4300" kern="1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31D7268-3214-1A16-D497-65770D67B1DE}"/>
              </a:ext>
            </a:extLst>
          </p:cNvPr>
          <p:cNvSpPr txBox="1"/>
          <p:nvPr/>
        </p:nvSpPr>
        <p:spPr>
          <a:xfrm>
            <a:off x="6637655" y="-5518951"/>
            <a:ext cx="5168765" cy="618291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Créer un compte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 connecter</a:t>
            </a:r>
            <a:endParaRPr lang="fr-F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les 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produits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Voir les 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détails des produits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des produits au panier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Passer des commandes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l’historiques des commandes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Rectangle 9" descr="Target Audience">
            <a:extLst>
              <a:ext uri="{FF2B5EF4-FFF2-40B4-BE49-F238E27FC236}">
                <a16:creationId xmlns:a16="http://schemas.microsoft.com/office/drawing/2014/main" id="{A4CEA180-C1B9-A294-C456-B6F1C281EC6D}"/>
              </a:ext>
            </a:extLst>
          </p:cNvPr>
          <p:cNvSpPr>
            <a:spLocks noChangeAspect="1"/>
          </p:cNvSpPr>
          <p:nvPr/>
        </p:nvSpPr>
        <p:spPr>
          <a:xfrm>
            <a:off x="4793690" y="8107910"/>
            <a:ext cx="1072557" cy="1072557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C24C8337-68A7-1DB5-8429-0B97F01A2F51}"/>
              </a:ext>
            </a:extLst>
          </p:cNvPr>
          <p:cNvSpPr/>
          <p:nvPr/>
        </p:nvSpPr>
        <p:spPr>
          <a:xfrm>
            <a:off x="895789" y="8293441"/>
            <a:ext cx="4320000" cy="720000"/>
          </a:xfrm>
          <a:custGeom>
            <a:avLst/>
            <a:gdLst>
              <a:gd name="csX0" fmla="*/ 0 w 4320000"/>
              <a:gd name="csY0" fmla="*/ 0 h 720000"/>
              <a:gd name="csX1" fmla="*/ 4320000 w 4320000"/>
              <a:gd name="csY1" fmla="*/ 0 h 720000"/>
              <a:gd name="csX2" fmla="*/ 4320000 w 4320000"/>
              <a:gd name="csY2" fmla="*/ 720000 h 720000"/>
              <a:gd name="csX3" fmla="*/ 0 w 4320000"/>
              <a:gd name="csY3" fmla="*/ 720000 h 720000"/>
              <a:gd name="csX4" fmla="*/ 0 w 4320000"/>
              <a:gd name="csY4" fmla="*/ 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9113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b="1" kern="1200" dirty="0"/>
              <a:t>Utilisateurs</a:t>
            </a:r>
            <a:endParaRPr lang="en-US" sz="4300" kern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63496BA-2740-FA93-2A81-2D24F6FE122D}"/>
              </a:ext>
            </a:extLst>
          </p:cNvPr>
          <p:cNvSpPr txBox="1"/>
          <p:nvPr/>
        </p:nvSpPr>
        <p:spPr>
          <a:xfrm>
            <a:off x="12957676" y="663960"/>
            <a:ext cx="6250204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dirty="0">
                <a:latin typeface="+mj-lt"/>
                <a:ea typeface="+mj-ea"/>
                <a:cs typeface="+mj-cs"/>
              </a:rPr>
              <a:t>Structuration 				fonctionnelle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78A6467-AC4B-8B46-4C2A-101BFF6E253D}"/>
              </a:ext>
            </a:extLst>
          </p:cNvPr>
          <p:cNvSpPr txBox="1"/>
          <p:nvPr/>
        </p:nvSpPr>
        <p:spPr>
          <a:xfrm>
            <a:off x="-5080779" y="2841541"/>
            <a:ext cx="4681168" cy="2429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Compte utilisateur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1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Créer un compte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 connecter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44E450A-D376-6CDA-CC6C-0C80E115E2ED}"/>
              </a:ext>
            </a:extLst>
          </p:cNvPr>
          <p:cNvSpPr txBox="1"/>
          <p:nvPr/>
        </p:nvSpPr>
        <p:spPr>
          <a:xfrm>
            <a:off x="13704933" y="2841541"/>
            <a:ext cx="6276990" cy="202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Gestion des produits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0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les 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 des produits au panier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29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0EDA-C871-65D2-D33D-F062D291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DDF8D4C5-9D43-0EB2-9589-CEAC99E57819}"/>
              </a:ext>
            </a:extLst>
          </p:cNvPr>
          <p:cNvSpPr txBox="1"/>
          <p:nvPr/>
        </p:nvSpPr>
        <p:spPr>
          <a:xfrm>
            <a:off x="5815074" y="515971"/>
            <a:ext cx="6250204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dirty="0">
                <a:latin typeface="+mj-lt"/>
                <a:ea typeface="+mj-ea"/>
                <a:cs typeface="+mj-cs"/>
              </a:rPr>
              <a:t>Structuration 				fonctionnelle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C709317-2129-5D64-ED3D-8999050A22E5}"/>
              </a:ext>
            </a:extLst>
          </p:cNvPr>
          <p:cNvSpPr txBox="1"/>
          <p:nvPr/>
        </p:nvSpPr>
        <p:spPr>
          <a:xfrm>
            <a:off x="624077" y="2814984"/>
            <a:ext cx="4681168" cy="2429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Compte utilisateur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1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Créer un compte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 connecter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74C0245-7F4F-D56E-FE00-AA4DBB92C2B0}"/>
              </a:ext>
            </a:extLst>
          </p:cNvPr>
          <p:cNvSpPr txBox="1"/>
          <p:nvPr/>
        </p:nvSpPr>
        <p:spPr>
          <a:xfrm>
            <a:off x="5539029" y="3016318"/>
            <a:ext cx="6276990" cy="202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Gestion des produits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0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les 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 des produits au panier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B4C3F2D-26AD-3147-9D41-D415FAC70DEE}"/>
              </a:ext>
            </a:extLst>
          </p:cNvPr>
          <p:cNvSpPr txBox="1"/>
          <p:nvPr/>
        </p:nvSpPr>
        <p:spPr>
          <a:xfrm>
            <a:off x="-5987846" y="515971"/>
            <a:ext cx="5486399" cy="1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Reformulation 			des besoins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91A0D93-6EF1-F22D-5B7D-CAB668F913A8}"/>
              </a:ext>
            </a:extLst>
          </p:cNvPr>
          <p:cNvSpPr txBox="1"/>
          <p:nvPr/>
        </p:nvSpPr>
        <p:spPr>
          <a:xfrm>
            <a:off x="6807478" y="7738006"/>
            <a:ext cx="5257800" cy="224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Modifier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Supprimer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toutes les commandes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E28A2E-8196-78CD-61DB-12A974C22DEE}"/>
              </a:ext>
            </a:extLst>
          </p:cNvPr>
          <p:cNvSpPr>
            <a:spLocks noChangeAspect="1"/>
          </p:cNvSpPr>
          <p:nvPr/>
        </p:nvSpPr>
        <p:spPr>
          <a:xfrm>
            <a:off x="4269167" y="8595790"/>
            <a:ext cx="1036078" cy="103607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871FC9AE-2C66-1BAB-997C-952B3A421DA0}"/>
              </a:ext>
            </a:extLst>
          </p:cNvPr>
          <p:cNvSpPr/>
          <p:nvPr/>
        </p:nvSpPr>
        <p:spPr>
          <a:xfrm>
            <a:off x="-175901" y="8888910"/>
            <a:ext cx="4320000" cy="720000"/>
          </a:xfrm>
          <a:custGeom>
            <a:avLst/>
            <a:gdLst>
              <a:gd name="csX0" fmla="*/ 0 w 4320000"/>
              <a:gd name="csY0" fmla="*/ 0 h 720000"/>
              <a:gd name="csX1" fmla="*/ 4320000 w 4320000"/>
              <a:gd name="csY1" fmla="*/ 0 h 720000"/>
              <a:gd name="csX2" fmla="*/ 4320000 w 4320000"/>
              <a:gd name="csY2" fmla="*/ 720000 h 720000"/>
              <a:gd name="csX3" fmla="*/ 0 w 4320000"/>
              <a:gd name="csY3" fmla="*/ 720000 h 720000"/>
              <a:gd name="csX4" fmla="*/ 0 w 4320000"/>
              <a:gd name="csY4" fmla="*/ 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0000" h="720000">
                <a:moveTo>
                  <a:pt x="0" y="0"/>
                </a:moveTo>
                <a:lnTo>
                  <a:pt x="4320000" y="0"/>
                </a:lnTo>
                <a:lnTo>
                  <a:pt x="432000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ctr" defTabSz="19113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b="1" kern="1200" dirty="0"/>
              <a:t>Administrateurs</a:t>
            </a:r>
            <a:endParaRPr lang="en-US" sz="4300" kern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7C05EC0-38F7-BDC1-CEAA-D2BDFA61435B}"/>
              </a:ext>
            </a:extLst>
          </p:cNvPr>
          <p:cNvSpPr txBox="1"/>
          <p:nvPr/>
        </p:nvSpPr>
        <p:spPr>
          <a:xfrm>
            <a:off x="-6015984" y="3641746"/>
            <a:ext cx="5840083" cy="1521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Gestion des commandes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0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Passer des commandes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son historique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2800" b="1" u="sng" dirty="0">
              <a:latin typeface="Arial Black" panose="020B0A040201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12EB47C-915D-613A-0BA3-E0CE9E684336}"/>
              </a:ext>
            </a:extLst>
          </p:cNvPr>
          <p:cNvSpPr txBox="1"/>
          <p:nvPr/>
        </p:nvSpPr>
        <p:spPr>
          <a:xfrm>
            <a:off x="13791304" y="3429000"/>
            <a:ext cx="6533071" cy="25462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3300" b="1" u="sng" dirty="0">
                <a:latin typeface="Arial Black" panose="020B0A04020102020204" pitchFamily="34" charset="0"/>
              </a:rPr>
              <a:t>Administration</a:t>
            </a:r>
          </a:p>
          <a:p>
            <a:pPr lvl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3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les 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Modifier les produits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Supprimer les 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toutes les commandes</a:t>
            </a:r>
            <a:endParaRPr lang="fr-YT" sz="33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2800" b="1" u="s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573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1C80B-87E1-20FF-628A-2764A169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2B686C32-B051-F257-314B-8009CA7BF1EA}"/>
              </a:ext>
            </a:extLst>
          </p:cNvPr>
          <p:cNvSpPr txBox="1"/>
          <p:nvPr/>
        </p:nvSpPr>
        <p:spPr>
          <a:xfrm>
            <a:off x="5815074" y="515971"/>
            <a:ext cx="6250204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dirty="0">
                <a:latin typeface="+mj-lt"/>
                <a:ea typeface="+mj-ea"/>
                <a:cs typeface="+mj-cs"/>
              </a:rPr>
              <a:t>Structuration 				fonctionnelle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5A77741-4DA1-6926-52CC-0A6A898EB693}"/>
              </a:ext>
            </a:extLst>
          </p:cNvPr>
          <p:cNvSpPr txBox="1"/>
          <p:nvPr/>
        </p:nvSpPr>
        <p:spPr>
          <a:xfrm>
            <a:off x="255917" y="3634481"/>
            <a:ext cx="5840083" cy="1521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Gestion des commandes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0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Passer des commandes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son historique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2800" b="1" u="sng" dirty="0">
              <a:latin typeface="Arial Black" panose="020B0A040201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D7A8632-2D32-1ABC-1454-1F71BB5D3BA4}"/>
              </a:ext>
            </a:extLst>
          </p:cNvPr>
          <p:cNvSpPr txBox="1"/>
          <p:nvPr/>
        </p:nvSpPr>
        <p:spPr>
          <a:xfrm>
            <a:off x="5532207" y="3429000"/>
            <a:ext cx="6533071" cy="25462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3300" b="1" u="sng" dirty="0">
                <a:latin typeface="Arial Black" panose="020B0A04020102020204" pitchFamily="34" charset="0"/>
              </a:rPr>
              <a:t>Administration</a:t>
            </a:r>
          </a:p>
          <a:p>
            <a:pPr lvl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3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les 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Modifier les produits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Supprimer les 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toutes les commandes</a:t>
            </a:r>
            <a:endParaRPr lang="fr-YT" sz="33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2800" b="1" u="sng" dirty="0">
              <a:latin typeface="Arial Black" panose="020B0A040201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CD4C82B-6BF0-F517-F0EC-0A561E5A45BF}"/>
              </a:ext>
            </a:extLst>
          </p:cNvPr>
          <p:cNvSpPr txBox="1"/>
          <p:nvPr/>
        </p:nvSpPr>
        <p:spPr>
          <a:xfrm>
            <a:off x="900122" y="7740945"/>
            <a:ext cx="4681168" cy="2429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Compte utilisateur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1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Créer un compte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 connecter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63EDBE8-5EF1-EEAE-252B-3EBCFB85EAE1}"/>
              </a:ext>
            </a:extLst>
          </p:cNvPr>
          <p:cNvSpPr txBox="1"/>
          <p:nvPr/>
        </p:nvSpPr>
        <p:spPr>
          <a:xfrm>
            <a:off x="5815074" y="7942279"/>
            <a:ext cx="6276990" cy="202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Gestion des produits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0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les 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 des produits au panier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9F449DE3-8060-DF26-98B8-072D83251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531769"/>
              </p:ext>
            </p:extLst>
          </p:nvPr>
        </p:nvGraphicFramePr>
        <p:xfrm>
          <a:off x="-7439169" y="3151673"/>
          <a:ext cx="6888821" cy="282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4539">
                  <a:extLst>
                    <a:ext uri="{9D8B030D-6E8A-4147-A177-3AD203B41FA5}">
                      <a16:colId xmlns:a16="http://schemas.microsoft.com/office/drawing/2014/main" val="4255921024"/>
                    </a:ext>
                  </a:extLst>
                </a:gridCol>
                <a:gridCol w="3594282">
                  <a:extLst>
                    <a:ext uri="{9D8B030D-6E8A-4147-A177-3AD203B41FA5}">
                      <a16:colId xmlns:a16="http://schemas.microsoft.com/office/drawing/2014/main" val="1005198226"/>
                    </a:ext>
                  </a:extLst>
                </a:gridCol>
              </a:tblGrid>
              <a:tr h="765768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Compte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Créer, connecter</a:t>
                      </a: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296842"/>
                  </a:ext>
                </a:extLst>
              </a:tr>
              <a:tr h="641893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Produits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Consulter, ajouter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60956"/>
                  </a:ext>
                </a:extLst>
              </a:tr>
              <a:tr h="664417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Commandes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Passer la commande, voir l’historique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050658"/>
                  </a:ext>
                </a:extLst>
              </a:tr>
              <a:tr h="576021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Gérer les produits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266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8698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38D9-4B38-8143-F9DA-47FA792D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64301548-CBC9-36C8-96E3-C6607AA936C9}"/>
              </a:ext>
            </a:extLst>
          </p:cNvPr>
          <p:cNvSpPr txBox="1"/>
          <p:nvPr/>
        </p:nvSpPr>
        <p:spPr>
          <a:xfrm>
            <a:off x="5815074" y="515971"/>
            <a:ext cx="6250204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dirty="0">
                <a:latin typeface="+mj-lt"/>
                <a:ea typeface="+mj-ea"/>
                <a:cs typeface="+mj-cs"/>
              </a:rPr>
              <a:t>Structuration 				fonctionnelle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ED371CB-9D01-399A-CB5E-C493FDF5429B}"/>
              </a:ext>
            </a:extLst>
          </p:cNvPr>
          <p:cNvSpPr txBox="1"/>
          <p:nvPr/>
        </p:nvSpPr>
        <p:spPr>
          <a:xfrm>
            <a:off x="397350" y="7916195"/>
            <a:ext cx="5840083" cy="1521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Gestion des commandes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0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Passer des commandes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son historique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2800" b="1" u="sng" dirty="0">
              <a:latin typeface="Arial Black" panose="020B0A040201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543093D-532B-1DB0-071A-79BB1132EADA}"/>
              </a:ext>
            </a:extLst>
          </p:cNvPr>
          <p:cNvSpPr txBox="1"/>
          <p:nvPr/>
        </p:nvSpPr>
        <p:spPr>
          <a:xfrm>
            <a:off x="5673640" y="7710714"/>
            <a:ext cx="6533071" cy="25462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3300" b="1" u="sng" dirty="0">
                <a:latin typeface="Arial Black" panose="020B0A04020102020204" pitchFamily="34" charset="0"/>
              </a:rPr>
              <a:t>Administration</a:t>
            </a:r>
          </a:p>
          <a:p>
            <a:pPr lvl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3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les 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Modifier les produits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Supprimer les 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toutes les commandes</a:t>
            </a:r>
            <a:endParaRPr lang="fr-YT" sz="33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2800" b="1" u="sng" dirty="0">
              <a:latin typeface="Arial Black" panose="020B0A04020102020204" pitchFamily="34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319CF2CA-E816-DCA7-66FC-6C82BB7D1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418628"/>
              </p:ext>
            </p:extLst>
          </p:nvPr>
        </p:nvGraphicFramePr>
        <p:xfrm>
          <a:off x="397350" y="3208623"/>
          <a:ext cx="6888821" cy="282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4539">
                  <a:extLst>
                    <a:ext uri="{9D8B030D-6E8A-4147-A177-3AD203B41FA5}">
                      <a16:colId xmlns:a16="http://schemas.microsoft.com/office/drawing/2014/main" val="4255921024"/>
                    </a:ext>
                  </a:extLst>
                </a:gridCol>
                <a:gridCol w="3594282">
                  <a:extLst>
                    <a:ext uri="{9D8B030D-6E8A-4147-A177-3AD203B41FA5}">
                      <a16:colId xmlns:a16="http://schemas.microsoft.com/office/drawing/2014/main" val="1005198226"/>
                    </a:ext>
                  </a:extLst>
                </a:gridCol>
              </a:tblGrid>
              <a:tr h="765768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Compte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Créer, connecter</a:t>
                      </a: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296842"/>
                  </a:ext>
                </a:extLst>
              </a:tr>
              <a:tr h="641893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Produits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Consulter, ajouter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60956"/>
                  </a:ext>
                </a:extLst>
              </a:tr>
              <a:tr h="664417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Commandes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Passer la commande, voir l’historique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050658"/>
                  </a:ext>
                </a:extLst>
              </a:tr>
              <a:tr h="576021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Gérer les produits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266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5433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31912-A92E-BD6A-D44D-A0E1C91FC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Background Fill">
            <a:extLst>
              <a:ext uri="{FF2B5EF4-FFF2-40B4-BE49-F238E27FC236}">
                <a16:creationId xmlns:a16="http://schemas.microsoft.com/office/drawing/2014/main" id="{5A804CD2-6F1C-B3A2-C233-1CD571FFE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068ADC-0594-E8A2-D5CB-8EE52B3C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0A37786-AD79-59EF-05A8-0A2C63BA0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4776" y="211090"/>
            <a:ext cx="5544176" cy="6646910"/>
          </a:xfrm>
          <a:custGeom>
            <a:avLst/>
            <a:gdLst>
              <a:gd name="connsiteX0" fmla="*/ 4779974 w 5544176"/>
              <a:gd name="connsiteY0" fmla="*/ 685250 h 6646910"/>
              <a:gd name="connsiteX1" fmla="*/ 5309474 w 5544176"/>
              <a:gd name="connsiteY1" fmla="*/ 1126951 h 6646910"/>
              <a:gd name="connsiteX2" fmla="*/ 5001910 w 5544176"/>
              <a:gd name="connsiteY2" fmla="*/ 1690856 h 6646910"/>
              <a:gd name="connsiteX3" fmla="*/ 4306656 w 5544176"/>
              <a:gd name="connsiteY3" fmla="*/ 1273177 h 6646910"/>
              <a:gd name="connsiteX4" fmla="*/ 4621504 w 5544176"/>
              <a:gd name="connsiteY4" fmla="*/ 721515 h 6646910"/>
              <a:gd name="connsiteX5" fmla="*/ 4779974 w 5544176"/>
              <a:gd name="connsiteY5" fmla="*/ 685250 h 6646910"/>
              <a:gd name="connsiteX6" fmla="*/ 2760003 w 5544176"/>
              <a:gd name="connsiteY6" fmla="*/ 352577 h 6646910"/>
              <a:gd name="connsiteX7" fmla="*/ 2990385 w 5544176"/>
              <a:gd name="connsiteY7" fmla="*/ 544679 h 6646910"/>
              <a:gd name="connsiteX8" fmla="*/ 2856557 w 5544176"/>
              <a:gd name="connsiteY8" fmla="*/ 790095 h 6646910"/>
              <a:gd name="connsiteX9" fmla="*/ 2554030 w 5544176"/>
              <a:gd name="connsiteY9" fmla="*/ 608299 h 6646910"/>
              <a:gd name="connsiteX10" fmla="*/ 2691113 w 5544176"/>
              <a:gd name="connsiteY10" fmla="*/ 368075 h 6646910"/>
              <a:gd name="connsiteX11" fmla="*/ 2760003 w 5544176"/>
              <a:gd name="connsiteY11" fmla="*/ 352577 h 6646910"/>
              <a:gd name="connsiteX12" fmla="*/ 3630 w 5544176"/>
              <a:gd name="connsiteY12" fmla="*/ 28121 h 6646910"/>
              <a:gd name="connsiteX13" fmla="*/ 151871 w 5544176"/>
              <a:gd name="connsiteY13" fmla="*/ 38891 h 6646910"/>
              <a:gd name="connsiteX14" fmla="*/ 1031555 w 5544176"/>
              <a:gd name="connsiteY14" fmla="*/ 832871 h 6646910"/>
              <a:gd name="connsiteX15" fmla="*/ 1096338 w 5544176"/>
              <a:gd name="connsiteY15" fmla="*/ 964607 h 6646910"/>
              <a:gd name="connsiteX16" fmla="*/ 1409481 w 5544176"/>
              <a:gd name="connsiteY16" fmla="*/ 1265738 h 6646910"/>
              <a:gd name="connsiteX17" fmla="*/ 2318612 w 5544176"/>
              <a:gd name="connsiteY17" fmla="*/ 859062 h 6646910"/>
              <a:gd name="connsiteX18" fmla="*/ 2675615 w 5544176"/>
              <a:gd name="connsiteY18" fmla="*/ 1267985 h 6646910"/>
              <a:gd name="connsiteX19" fmla="*/ 2952957 w 5544176"/>
              <a:gd name="connsiteY19" fmla="*/ 1297896 h 6646910"/>
              <a:gd name="connsiteX20" fmla="*/ 3058268 w 5544176"/>
              <a:gd name="connsiteY20" fmla="*/ 1155778 h 6646910"/>
              <a:gd name="connsiteX21" fmla="*/ 3306706 w 5544176"/>
              <a:gd name="connsiteY21" fmla="*/ 310500 h 6646910"/>
              <a:gd name="connsiteX22" fmla="*/ 3735234 w 5544176"/>
              <a:gd name="connsiteY22" fmla="*/ 107395 h 6646910"/>
              <a:gd name="connsiteX23" fmla="*/ 3828224 w 5544176"/>
              <a:gd name="connsiteY23" fmla="*/ 117624 h 6646910"/>
              <a:gd name="connsiteX24" fmla="*/ 4231180 w 5544176"/>
              <a:gd name="connsiteY24" fmla="*/ 592260 h 6646910"/>
              <a:gd name="connsiteX25" fmla="*/ 3873092 w 5544176"/>
              <a:gd name="connsiteY25" fmla="*/ 1299370 h 6646910"/>
              <a:gd name="connsiteX26" fmla="*/ 4050935 w 5544176"/>
              <a:gd name="connsiteY26" fmla="*/ 1948439 h 6646910"/>
              <a:gd name="connsiteX27" fmla="*/ 5211525 w 5544176"/>
              <a:gd name="connsiteY27" fmla="*/ 2027402 h 6646910"/>
              <a:gd name="connsiteX28" fmla="*/ 5541097 w 5544176"/>
              <a:gd name="connsiteY28" fmla="*/ 2700958 h 6646910"/>
              <a:gd name="connsiteX29" fmla="*/ 5094823 w 5544176"/>
              <a:gd name="connsiteY29" fmla="*/ 3471378 h 6646910"/>
              <a:gd name="connsiteX30" fmla="*/ 5505528 w 5544176"/>
              <a:gd name="connsiteY30" fmla="*/ 4272564 h 6646910"/>
              <a:gd name="connsiteX31" fmla="*/ 5281423 w 5544176"/>
              <a:gd name="connsiteY31" fmla="*/ 4965183 h 6646910"/>
              <a:gd name="connsiteX32" fmla="*/ 4675749 w 5544176"/>
              <a:gd name="connsiteY32" fmla="*/ 5385343 h 6646910"/>
              <a:gd name="connsiteX33" fmla="*/ 4508838 w 5544176"/>
              <a:gd name="connsiteY33" fmla="*/ 6598516 h 6646910"/>
              <a:gd name="connsiteX34" fmla="*/ 4472787 w 5544176"/>
              <a:gd name="connsiteY34" fmla="*/ 6646910 h 6646910"/>
              <a:gd name="connsiteX35" fmla="*/ 3367517 w 5544176"/>
              <a:gd name="connsiteY35" fmla="*/ 6646910 h 6646910"/>
              <a:gd name="connsiteX36" fmla="*/ 2998981 w 5544176"/>
              <a:gd name="connsiteY36" fmla="*/ 6646910 h 6646910"/>
              <a:gd name="connsiteX37" fmla="*/ 2648733 w 5544176"/>
              <a:gd name="connsiteY37" fmla="*/ 6646910 h 6646910"/>
              <a:gd name="connsiteX38" fmla="*/ 0 w 5544176"/>
              <a:gd name="connsiteY38" fmla="*/ 6646910 h 6646910"/>
              <a:gd name="connsiteX39" fmla="*/ 0 w 5544176"/>
              <a:gd name="connsiteY39" fmla="*/ 28222 h 6646910"/>
              <a:gd name="connsiteX40" fmla="*/ 1509522 w 5544176"/>
              <a:gd name="connsiteY40" fmla="*/ 767 h 6646910"/>
              <a:gd name="connsiteX41" fmla="*/ 1986017 w 5544176"/>
              <a:gd name="connsiteY41" fmla="*/ 398066 h 6646910"/>
              <a:gd name="connsiteX42" fmla="*/ 1709217 w 5544176"/>
              <a:gd name="connsiteY42" fmla="*/ 905558 h 6646910"/>
              <a:gd name="connsiteX43" fmla="*/ 1083551 w 5544176"/>
              <a:gd name="connsiteY43" fmla="*/ 529879 h 6646910"/>
              <a:gd name="connsiteX44" fmla="*/ 1366937 w 5544176"/>
              <a:gd name="connsiteY44" fmla="*/ 33390 h 6646910"/>
              <a:gd name="connsiteX45" fmla="*/ 1509522 w 5544176"/>
              <a:gd name="connsiteY45" fmla="*/ 767 h 66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89FD935-4D99-0309-832B-15A5781B1799}"/>
              </a:ext>
            </a:extLst>
          </p:cNvPr>
          <p:cNvSpPr txBox="1"/>
          <p:nvPr/>
        </p:nvSpPr>
        <p:spPr>
          <a:xfrm>
            <a:off x="6641727" y="2359572"/>
            <a:ext cx="5778828" cy="933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Parcours utilisateur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5C8DA6A-D13E-ACC7-EB29-5E623FB7B3ED}"/>
              </a:ext>
            </a:extLst>
          </p:cNvPr>
          <p:cNvSpPr txBox="1"/>
          <p:nvPr/>
        </p:nvSpPr>
        <p:spPr>
          <a:xfrm>
            <a:off x="387346" y="2500713"/>
            <a:ext cx="6554804" cy="335136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1 : L’utilisateur se connecte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2 : Il consulte les produits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3 : Il ajoute les produits au panier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4 : Il consulte et valide son panier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5 : Il passe la commande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6 : Il confirme la commande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D44003-7B3B-ECFE-CAC5-D4FC182767DB}"/>
              </a:ext>
            </a:extLst>
          </p:cNvPr>
          <p:cNvSpPr txBox="1"/>
          <p:nvPr/>
        </p:nvSpPr>
        <p:spPr>
          <a:xfrm>
            <a:off x="7239523" y="3211379"/>
            <a:ext cx="5063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L’utilisateur passe une commande en ligne</a:t>
            </a:r>
          </a:p>
          <a:p>
            <a:endParaRPr lang="fr-YT" dirty="0"/>
          </a:p>
        </p:txBody>
      </p:sp>
    </p:spTree>
    <p:extLst>
      <p:ext uri="{BB962C8B-B14F-4D97-AF65-F5344CB8AC3E}">
        <p14:creationId xmlns:p14="http://schemas.microsoft.com/office/powerpoint/2010/main" val="298469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>
        <p15:prstTrans prst="curtains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84267-F405-5A14-6BF0-9B3078CD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E95D4B3-772E-4322-928E-3C958753B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38EF715-D774-4F2E-8C67-81197F029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4776" y="211090"/>
            <a:ext cx="5544176" cy="6646910"/>
          </a:xfrm>
          <a:custGeom>
            <a:avLst/>
            <a:gdLst>
              <a:gd name="connsiteX0" fmla="*/ 4779974 w 5544176"/>
              <a:gd name="connsiteY0" fmla="*/ 685250 h 6646910"/>
              <a:gd name="connsiteX1" fmla="*/ 5309474 w 5544176"/>
              <a:gd name="connsiteY1" fmla="*/ 1126951 h 6646910"/>
              <a:gd name="connsiteX2" fmla="*/ 5001910 w 5544176"/>
              <a:gd name="connsiteY2" fmla="*/ 1690856 h 6646910"/>
              <a:gd name="connsiteX3" fmla="*/ 4306656 w 5544176"/>
              <a:gd name="connsiteY3" fmla="*/ 1273177 h 6646910"/>
              <a:gd name="connsiteX4" fmla="*/ 4621504 w 5544176"/>
              <a:gd name="connsiteY4" fmla="*/ 721515 h 6646910"/>
              <a:gd name="connsiteX5" fmla="*/ 4779974 w 5544176"/>
              <a:gd name="connsiteY5" fmla="*/ 685250 h 6646910"/>
              <a:gd name="connsiteX6" fmla="*/ 2760003 w 5544176"/>
              <a:gd name="connsiteY6" fmla="*/ 352577 h 6646910"/>
              <a:gd name="connsiteX7" fmla="*/ 2990385 w 5544176"/>
              <a:gd name="connsiteY7" fmla="*/ 544679 h 6646910"/>
              <a:gd name="connsiteX8" fmla="*/ 2856557 w 5544176"/>
              <a:gd name="connsiteY8" fmla="*/ 790095 h 6646910"/>
              <a:gd name="connsiteX9" fmla="*/ 2554030 w 5544176"/>
              <a:gd name="connsiteY9" fmla="*/ 608299 h 6646910"/>
              <a:gd name="connsiteX10" fmla="*/ 2691113 w 5544176"/>
              <a:gd name="connsiteY10" fmla="*/ 368075 h 6646910"/>
              <a:gd name="connsiteX11" fmla="*/ 2760003 w 5544176"/>
              <a:gd name="connsiteY11" fmla="*/ 352577 h 6646910"/>
              <a:gd name="connsiteX12" fmla="*/ 3630 w 5544176"/>
              <a:gd name="connsiteY12" fmla="*/ 28121 h 6646910"/>
              <a:gd name="connsiteX13" fmla="*/ 151871 w 5544176"/>
              <a:gd name="connsiteY13" fmla="*/ 38891 h 6646910"/>
              <a:gd name="connsiteX14" fmla="*/ 1031555 w 5544176"/>
              <a:gd name="connsiteY14" fmla="*/ 832871 h 6646910"/>
              <a:gd name="connsiteX15" fmla="*/ 1096338 w 5544176"/>
              <a:gd name="connsiteY15" fmla="*/ 964607 h 6646910"/>
              <a:gd name="connsiteX16" fmla="*/ 1409481 w 5544176"/>
              <a:gd name="connsiteY16" fmla="*/ 1265738 h 6646910"/>
              <a:gd name="connsiteX17" fmla="*/ 2318612 w 5544176"/>
              <a:gd name="connsiteY17" fmla="*/ 859062 h 6646910"/>
              <a:gd name="connsiteX18" fmla="*/ 2675615 w 5544176"/>
              <a:gd name="connsiteY18" fmla="*/ 1267985 h 6646910"/>
              <a:gd name="connsiteX19" fmla="*/ 2952957 w 5544176"/>
              <a:gd name="connsiteY19" fmla="*/ 1297896 h 6646910"/>
              <a:gd name="connsiteX20" fmla="*/ 3058268 w 5544176"/>
              <a:gd name="connsiteY20" fmla="*/ 1155778 h 6646910"/>
              <a:gd name="connsiteX21" fmla="*/ 3306706 w 5544176"/>
              <a:gd name="connsiteY21" fmla="*/ 310500 h 6646910"/>
              <a:gd name="connsiteX22" fmla="*/ 3735234 w 5544176"/>
              <a:gd name="connsiteY22" fmla="*/ 107395 h 6646910"/>
              <a:gd name="connsiteX23" fmla="*/ 3828224 w 5544176"/>
              <a:gd name="connsiteY23" fmla="*/ 117624 h 6646910"/>
              <a:gd name="connsiteX24" fmla="*/ 4231180 w 5544176"/>
              <a:gd name="connsiteY24" fmla="*/ 592260 h 6646910"/>
              <a:gd name="connsiteX25" fmla="*/ 3873092 w 5544176"/>
              <a:gd name="connsiteY25" fmla="*/ 1299370 h 6646910"/>
              <a:gd name="connsiteX26" fmla="*/ 4050935 w 5544176"/>
              <a:gd name="connsiteY26" fmla="*/ 1948439 h 6646910"/>
              <a:gd name="connsiteX27" fmla="*/ 5211525 w 5544176"/>
              <a:gd name="connsiteY27" fmla="*/ 2027402 h 6646910"/>
              <a:gd name="connsiteX28" fmla="*/ 5541097 w 5544176"/>
              <a:gd name="connsiteY28" fmla="*/ 2700958 h 6646910"/>
              <a:gd name="connsiteX29" fmla="*/ 5094823 w 5544176"/>
              <a:gd name="connsiteY29" fmla="*/ 3471378 h 6646910"/>
              <a:gd name="connsiteX30" fmla="*/ 5505528 w 5544176"/>
              <a:gd name="connsiteY30" fmla="*/ 4272564 h 6646910"/>
              <a:gd name="connsiteX31" fmla="*/ 5281423 w 5544176"/>
              <a:gd name="connsiteY31" fmla="*/ 4965183 h 6646910"/>
              <a:gd name="connsiteX32" fmla="*/ 4675749 w 5544176"/>
              <a:gd name="connsiteY32" fmla="*/ 5385343 h 6646910"/>
              <a:gd name="connsiteX33" fmla="*/ 4508838 w 5544176"/>
              <a:gd name="connsiteY33" fmla="*/ 6598516 h 6646910"/>
              <a:gd name="connsiteX34" fmla="*/ 4472787 w 5544176"/>
              <a:gd name="connsiteY34" fmla="*/ 6646910 h 6646910"/>
              <a:gd name="connsiteX35" fmla="*/ 3367517 w 5544176"/>
              <a:gd name="connsiteY35" fmla="*/ 6646910 h 6646910"/>
              <a:gd name="connsiteX36" fmla="*/ 2998981 w 5544176"/>
              <a:gd name="connsiteY36" fmla="*/ 6646910 h 6646910"/>
              <a:gd name="connsiteX37" fmla="*/ 2648733 w 5544176"/>
              <a:gd name="connsiteY37" fmla="*/ 6646910 h 6646910"/>
              <a:gd name="connsiteX38" fmla="*/ 0 w 5544176"/>
              <a:gd name="connsiteY38" fmla="*/ 6646910 h 6646910"/>
              <a:gd name="connsiteX39" fmla="*/ 0 w 5544176"/>
              <a:gd name="connsiteY39" fmla="*/ 28222 h 6646910"/>
              <a:gd name="connsiteX40" fmla="*/ 1509522 w 5544176"/>
              <a:gd name="connsiteY40" fmla="*/ 767 h 6646910"/>
              <a:gd name="connsiteX41" fmla="*/ 1986017 w 5544176"/>
              <a:gd name="connsiteY41" fmla="*/ 398066 h 6646910"/>
              <a:gd name="connsiteX42" fmla="*/ 1709217 w 5544176"/>
              <a:gd name="connsiteY42" fmla="*/ 905558 h 6646910"/>
              <a:gd name="connsiteX43" fmla="*/ 1083551 w 5544176"/>
              <a:gd name="connsiteY43" fmla="*/ 529879 h 6646910"/>
              <a:gd name="connsiteX44" fmla="*/ 1366937 w 5544176"/>
              <a:gd name="connsiteY44" fmla="*/ 33390 h 6646910"/>
              <a:gd name="connsiteX45" fmla="*/ 1509522 w 5544176"/>
              <a:gd name="connsiteY45" fmla="*/ 767 h 66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70FA879-FFCB-F9BE-B18A-E21F9BA170FE}"/>
              </a:ext>
            </a:extLst>
          </p:cNvPr>
          <p:cNvSpPr txBox="1"/>
          <p:nvPr/>
        </p:nvSpPr>
        <p:spPr>
          <a:xfrm>
            <a:off x="7202907" y="2281187"/>
            <a:ext cx="4847923" cy="11478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+mj-lt"/>
                <a:ea typeface="+mj-ea"/>
                <a:cs typeface="+mj-cs"/>
              </a:rPr>
              <a:t>Arborescence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991B4F9-BBAD-8984-3EFF-3DE1C5ABE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825017"/>
              </p:ext>
            </p:extLst>
          </p:nvPr>
        </p:nvGraphicFramePr>
        <p:xfrm>
          <a:off x="253669" y="1655544"/>
          <a:ext cx="6252985" cy="3975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0454">
                  <a:extLst>
                    <a:ext uri="{9D8B030D-6E8A-4147-A177-3AD203B41FA5}">
                      <a16:colId xmlns:a16="http://schemas.microsoft.com/office/drawing/2014/main" val="4255921024"/>
                    </a:ext>
                  </a:extLst>
                </a:gridCol>
                <a:gridCol w="3262531">
                  <a:extLst>
                    <a:ext uri="{9D8B030D-6E8A-4147-A177-3AD203B41FA5}">
                      <a16:colId xmlns:a16="http://schemas.microsoft.com/office/drawing/2014/main" val="1005198226"/>
                    </a:ext>
                  </a:extLst>
                </a:gridCol>
              </a:tblGrid>
              <a:tr h="765768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Se connecter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>
                          <a:solidFill>
                            <a:schemeClr val="tx1"/>
                          </a:solidFill>
                        </a:rPr>
                        <a:t>Page connexion </a:t>
                      </a:r>
                      <a:endParaRPr lang="fr-YT" sz="2400" b="1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296842"/>
                  </a:ext>
                </a:extLst>
              </a:tr>
              <a:tr h="641893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Rechercher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>
                          <a:solidFill>
                            <a:schemeClr val="tx1"/>
                          </a:solidFill>
                        </a:rPr>
                        <a:t>Page recherche</a:t>
                      </a:r>
                      <a:endParaRPr lang="fr-YT" sz="2400" b="1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60956"/>
                  </a:ext>
                </a:extLst>
              </a:tr>
              <a:tr h="664417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Consulter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>
                          <a:solidFill>
                            <a:schemeClr val="tx1"/>
                          </a:solidFill>
                        </a:rPr>
                        <a:t>Page détail</a:t>
                      </a:r>
                      <a:endParaRPr lang="fr-YT" sz="2400" b="1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050658"/>
                  </a:ext>
                </a:extLst>
              </a:tr>
              <a:tr h="576021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Validation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Page du panier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266790"/>
                  </a:ext>
                </a:extLst>
              </a:tr>
              <a:tr h="662720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Commander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Page de commande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437092"/>
                  </a:ext>
                </a:extLst>
              </a:tr>
              <a:tr h="664416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Confirmation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Page confirmation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163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3102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704FF-B356-B1E2-7DA1-FC4720259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Background Fill">
            <a:extLst>
              <a:ext uri="{FF2B5EF4-FFF2-40B4-BE49-F238E27FC236}">
                <a16:creationId xmlns:a16="http://schemas.microsoft.com/office/drawing/2014/main" id="{9698D3BA-B643-1410-9EF2-461CB69B5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97281A-7AF5-8EBB-0E00-EC452D869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0D20739-729E-D1BA-596E-1FEC3C946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4776" y="211090"/>
            <a:ext cx="5544176" cy="6646910"/>
          </a:xfrm>
          <a:custGeom>
            <a:avLst/>
            <a:gdLst>
              <a:gd name="connsiteX0" fmla="*/ 4779974 w 5544176"/>
              <a:gd name="connsiteY0" fmla="*/ 685250 h 6646910"/>
              <a:gd name="connsiteX1" fmla="*/ 5309474 w 5544176"/>
              <a:gd name="connsiteY1" fmla="*/ 1126951 h 6646910"/>
              <a:gd name="connsiteX2" fmla="*/ 5001910 w 5544176"/>
              <a:gd name="connsiteY2" fmla="*/ 1690856 h 6646910"/>
              <a:gd name="connsiteX3" fmla="*/ 4306656 w 5544176"/>
              <a:gd name="connsiteY3" fmla="*/ 1273177 h 6646910"/>
              <a:gd name="connsiteX4" fmla="*/ 4621504 w 5544176"/>
              <a:gd name="connsiteY4" fmla="*/ 721515 h 6646910"/>
              <a:gd name="connsiteX5" fmla="*/ 4779974 w 5544176"/>
              <a:gd name="connsiteY5" fmla="*/ 685250 h 6646910"/>
              <a:gd name="connsiteX6" fmla="*/ 2760003 w 5544176"/>
              <a:gd name="connsiteY6" fmla="*/ 352577 h 6646910"/>
              <a:gd name="connsiteX7" fmla="*/ 2990385 w 5544176"/>
              <a:gd name="connsiteY7" fmla="*/ 544679 h 6646910"/>
              <a:gd name="connsiteX8" fmla="*/ 2856557 w 5544176"/>
              <a:gd name="connsiteY8" fmla="*/ 790095 h 6646910"/>
              <a:gd name="connsiteX9" fmla="*/ 2554030 w 5544176"/>
              <a:gd name="connsiteY9" fmla="*/ 608299 h 6646910"/>
              <a:gd name="connsiteX10" fmla="*/ 2691113 w 5544176"/>
              <a:gd name="connsiteY10" fmla="*/ 368075 h 6646910"/>
              <a:gd name="connsiteX11" fmla="*/ 2760003 w 5544176"/>
              <a:gd name="connsiteY11" fmla="*/ 352577 h 6646910"/>
              <a:gd name="connsiteX12" fmla="*/ 3630 w 5544176"/>
              <a:gd name="connsiteY12" fmla="*/ 28121 h 6646910"/>
              <a:gd name="connsiteX13" fmla="*/ 151871 w 5544176"/>
              <a:gd name="connsiteY13" fmla="*/ 38891 h 6646910"/>
              <a:gd name="connsiteX14" fmla="*/ 1031555 w 5544176"/>
              <a:gd name="connsiteY14" fmla="*/ 832871 h 6646910"/>
              <a:gd name="connsiteX15" fmla="*/ 1096338 w 5544176"/>
              <a:gd name="connsiteY15" fmla="*/ 964607 h 6646910"/>
              <a:gd name="connsiteX16" fmla="*/ 1409481 w 5544176"/>
              <a:gd name="connsiteY16" fmla="*/ 1265738 h 6646910"/>
              <a:gd name="connsiteX17" fmla="*/ 2318612 w 5544176"/>
              <a:gd name="connsiteY17" fmla="*/ 859062 h 6646910"/>
              <a:gd name="connsiteX18" fmla="*/ 2675615 w 5544176"/>
              <a:gd name="connsiteY18" fmla="*/ 1267985 h 6646910"/>
              <a:gd name="connsiteX19" fmla="*/ 2952957 w 5544176"/>
              <a:gd name="connsiteY19" fmla="*/ 1297896 h 6646910"/>
              <a:gd name="connsiteX20" fmla="*/ 3058268 w 5544176"/>
              <a:gd name="connsiteY20" fmla="*/ 1155778 h 6646910"/>
              <a:gd name="connsiteX21" fmla="*/ 3306706 w 5544176"/>
              <a:gd name="connsiteY21" fmla="*/ 310500 h 6646910"/>
              <a:gd name="connsiteX22" fmla="*/ 3735234 w 5544176"/>
              <a:gd name="connsiteY22" fmla="*/ 107395 h 6646910"/>
              <a:gd name="connsiteX23" fmla="*/ 3828224 w 5544176"/>
              <a:gd name="connsiteY23" fmla="*/ 117624 h 6646910"/>
              <a:gd name="connsiteX24" fmla="*/ 4231180 w 5544176"/>
              <a:gd name="connsiteY24" fmla="*/ 592260 h 6646910"/>
              <a:gd name="connsiteX25" fmla="*/ 3873092 w 5544176"/>
              <a:gd name="connsiteY25" fmla="*/ 1299370 h 6646910"/>
              <a:gd name="connsiteX26" fmla="*/ 4050935 w 5544176"/>
              <a:gd name="connsiteY26" fmla="*/ 1948439 h 6646910"/>
              <a:gd name="connsiteX27" fmla="*/ 5211525 w 5544176"/>
              <a:gd name="connsiteY27" fmla="*/ 2027402 h 6646910"/>
              <a:gd name="connsiteX28" fmla="*/ 5541097 w 5544176"/>
              <a:gd name="connsiteY28" fmla="*/ 2700958 h 6646910"/>
              <a:gd name="connsiteX29" fmla="*/ 5094823 w 5544176"/>
              <a:gd name="connsiteY29" fmla="*/ 3471378 h 6646910"/>
              <a:gd name="connsiteX30" fmla="*/ 5505528 w 5544176"/>
              <a:gd name="connsiteY30" fmla="*/ 4272564 h 6646910"/>
              <a:gd name="connsiteX31" fmla="*/ 5281423 w 5544176"/>
              <a:gd name="connsiteY31" fmla="*/ 4965183 h 6646910"/>
              <a:gd name="connsiteX32" fmla="*/ 4675749 w 5544176"/>
              <a:gd name="connsiteY32" fmla="*/ 5385343 h 6646910"/>
              <a:gd name="connsiteX33" fmla="*/ 4508838 w 5544176"/>
              <a:gd name="connsiteY33" fmla="*/ 6598516 h 6646910"/>
              <a:gd name="connsiteX34" fmla="*/ 4472787 w 5544176"/>
              <a:gd name="connsiteY34" fmla="*/ 6646910 h 6646910"/>
              <a:gd name="connsiteX35" fmla="*/ 3367517 w 5544176"/>
              <a:gd name="connsiteY35" fmla="*/ 6646910 h 6646910"/>
              <a:gd name="connsiteX36" fmla="*/ 2998981 w 5544176"/>
              <a:gd name="connsiteY36" fmla="*/ 6646910 h 6646910"/>
              <a:gd name="connsiteX37" fmla="*/ 2648733 w 5544176"/>
              <a:gd name="connsiteY37" fmla="*/ 6646910 h 6646910"/>
              <a:gd name="connsiteX38" fmla="*/ 0 w 5544176"/>
              <a:gd name="connsiteY38" fmla="*/ 6646910 h 6646910"/>
              <a:gd name="connsiteX39" fmla="*/ 0 w 5544176"/>
              <a:gd name="connsiteY39" fmla="*/ 28222 h 6646910"/>
              <a:gd name="connsiteX40" fmla="*/ 1509522 w 5544176"/>
              <a:gd name="connsiteY40" fmla="*/ 767 h 6646910"/>
              <a:gd name="connsiteX41" fmla="*/ 1986017 w 5544176"/>
              <a:gd name="connsiteY41" fmla="*/ 398066 h 6646910"/>
              <a:gd name="connsiteX42" fmla="*/ 1709217 w 5544176"/>
              <a:gd name="connsiteY42" fmla="*/ 905558 h 6646910"/>
              <a:gd name="connsiteX43" fmla="*/ 1083551 w 5544176"/>
              <a:gd name="connsiteY43" fmla="*/ 529879 h 6646910"/>
              <a:gd name="connsiteX44" fmla="*/ 1366937 w 5544176"/>
              <a:gd name="connsiteY44" fmla="*/ 33390 h 6646910"/>
              <a:gd name="connsiteX45" fmla="*/ 1509522 w 5544176"/>
              <a:gd name="connsiteY45" fmla="*/ 767 h 66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8C2373-A508-A085-110D-3D889418EFDF}"/>
              </a:ext>
            </a:extLst>
          </p:cNvPr>
          <p:cNvSpPr txBox="1"/>
          <p:nvPr/>
        </p:nvSpPr>
        <p:spPr>
          <a:xfrm>
            <a:off x="7202907" y="2281187"/>
            <a:ext cx="4847923" cy="11478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+mj-lt"/>
                <a:ea typeface="+mj-ea"/>
                <a:cs typeface="+mj-cs"/>
              </a:rPr>
              <a:t>Arborescence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AF8BEDC0-4DAD-7F33-25B5-B194E08BB0C0}"/>
              </a:ext>
            </a:extLst>
          </p:cNvPr>
          <p:cNvGraphicFramePr>
            <a:graphicFrameLocks noGrp="1"/>
          </p:cNvGraphicFramePr>
          <p:nvPr/>
        </p:nvGraphicFramePr>
        <p:xfrm>
          <a:off x="253669" y="1655544"/>
          <a:ext cx="6252985" cy="3975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0454">
                  <a:extLst>
                    <a:ext uri="{9D8B030D-6E8A-4147-A177-3AD203B41FA5}">
                      <a16:colId xmlns:a16="http://schemas.microsoft.com/office/drawing/2014/main" val="4255921024"/>
                    </a:ext>
                  </a:extLst>
                </a:gridCol>
                <a:gridCol w="3262531">
                  <a:extLst>
                    <a:ext uri="{9D8B030D-6E8A-4147-A177-3AD203B41FA5}">
                      <a16:colId xmlns:a16="http://schemas.microsoft.com/office/drawing/2014/main" val="1005198226"/>
                    </a:ext>
                  </a:extLst>
                </a:gridCol>
              </a:tblGrid>
              <a:tr h="765768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Se connecter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>
                          <a:solidFill>
                            <a:schemeClr val="tx1"/>
                          </a:solidFill>
                        </a:rPr>
                        <a:t>Page connexion </a:t>
                      </a:r>
                      <a:endParaRPr lang="fr-YT" sz="2400" b="1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296842"/>
                  </a:ext>
                </a:extLst>
              </a:tr>
              <a:tr h="641893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Rechercher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>
                          <a:solidFill>
                            <a:schemeClr val="tx1"/>
                          </a:solidFill>
                        </a:rPr>
                        <a:t>Page recherche</a:t>
                      </a:r>
                      <a:endParaRPr lang="fr-YT" sz="2400" b="1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60956"/>
                  </a:ext>
                </a:extLst>
              </a:tr>
              <a:tr h="664417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Consulter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>
                          <a:solidFill>
                            <a:schemeClr val="tx1"/>
                          </a:solidFill>
                        </a:rPr>
                        <a:t>Page détail</a:t>
                      </a:r>
                      <a:endParaRPr lang="fr-YT" sz="2400" b="1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050658"/>
                  </a:ext>
                </a:extLst>
              </a:tr>
              <a:tr h="576021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Validation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Page du panier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266790"/>
                  </a:ext>
                </a:extLst>
              </a:tr>
              <a:tr h="662720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Commander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Page de commande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437092"/>
                  </a:ext>
                </a:extLst>
              </a:tr>
              <a:tr h="664416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Confirmation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Page confirmation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163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8358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>
        <p15:prstTrans prst="curtains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E5B81-31D6-25AD-035A-C2596CC5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Background Fill">
            <a:extLst>
              <a:ext uri="{FF2B5EF4-FFF2-40B4-BE49-F238E27FC236}">
                <a16:creationId xmlns:a16="http://schemas.microsoft.com/office/drawing/2014/main" id="{FE15487B-90A3-520C-6142-56B55C694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D7DB051-EFEF-BC44-FFEA-62944A95A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2D57A2E3-AA5E-1DAD-46C1-E4C4FBC9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8" cy="6858000"/>
          </a:xfrm>
          <a:custGeom>
            <a:avLst/>
            <a:gdLst>
              <a:gd name="connsiteX0" fmla="*/ 7169275 w 10615628"/>
              <a:gd name="connsiteY0" fmla="*/ 5665108 h 6858000"/>
              <a:gd name="connsiteX1" fmla="*/ 7514896 w 10615628"/>
              <a:gd name="connsiteY1" fmla="*/ 6010729 h 6858000"/>
              <a:gd name="connsiteX2" fmla="*/ 7169275 w 10615628"/>
              <a:gd name="connsiteY2" fmla="*/ 6356350 h 6858000"/>
              <a:gd name="connsiteX3" fmla="*/ 6823654 w 10615628"/>
              <a:gd name="connsiteY3" fmla="*/ 6010729 h 6858000"/>
              <a:gd name="connsiteX4" fmla="*/ 7169275 w 10615628"/>
              <a:gd name="connsiteY4" fmla="*/ 5665108 h 6858000"/>
              <a:gd name="connsiteX5" fmla="*/ 10010445 w 10615628"/>
              <a:gd name="connsiteY5" fmla="*/ 2285547 h 6858000"/>
              <a:gd name="connsiteX6" fmla="*/ 10456759 w 10615628"/>
              <a:gd name="connsiteY6" fmla="*/ 2731861 h 6858000"/>
              <a:gd name="connsiteX7" fmla="*/ 10010445 w 10615628"/>
              <a:gd name="connsiteY7" fmla="*/ 3178175 h 6858000"/>
              <a:gd name="connsiteX8" fmla="*/ 9564131 w 10615628"/>
              <a:gd name="connsiteY8" fmla="*/ 2731861 h 6858000"/>
              <a:gd name="connsiteX9" fmla="*/ 10010445 w 10615628"/>
              <a:gd name="connsiteY9" fmla="*/ 2285547 h 6858000"/>
              <a:gd name="connsiteX10" fmla="*/ 10354144 w 10615628"/>
              <a:gd name="connsiteY10" fmla="*/ 1626055 h 6858000"/>
              <a:gd name="connsiteX11" fmla="*/ 10615628 w 10615628"/>
              <a:gd name="connsiteY11" fmla="*/ 1887539 h 6858000"/>
              <a:gd name="connsiteX12" fmla="*/ 10354144 w 10615628"/>
              <a:gd name="connsiteY12" fmla="*/ 2149023 h 6858000"/>
              <a:gd name="connsiteX13" fmla="*/ 10092660 w 10615628"/>
              <a:gd name="connsiteY13" fmla="*/ 1887539 h 6858000"/>
              <a:gd name="connsiteX14" fmla="*/ 10354144 w 10615628"/>
              <a:gd name="connsiteY14" fmla="*/ 1626055 h 6858000"/>
              <a:gd name="connsiteX15" fmla="*/ 1458900 w 10615628"/>
              <a:gd name="connsiteY15" fmla="*/ 620486 h 6858000"/>
              <a:gd name="connsiteX16" fmla="*/ 1905214 w 10615628"/>
              <a:gd name="connsiteY16" fmla="*/ 1066801 h 6858000"/>
              <a:gd name="connsiteX17" fmla="*/ 1458900 w 10615628"/>
              <a:gd name="connsiteY17" fmla="*/ 1513115 h 6858000"/>
              <a:gd name="connsiteX18" fmla="*/ 1012586 w 10615628"/>
              <a:gd name="connsiteY18" fmla="*/ 1066801 h 6858000"/>
              <a:gd name="connsiteX19" fmla="*/ 1458900 w 10615628"/>
              <a:gd name="connsiteY19" fmla="*/ 620486 h 6858000"/>
              <a:gd name="connsiteX20" fmla="*/ 6634576 w 10615628"/>
              <a:gd name="connsiteY20" fmla="*/ 0 h 6858000"/>
              <a:gd name="connsiteX21" fmla="*/ 10141833 w 10615628"/>
              <a:gd name="connsiteY21" fmla="*/ 0 h 6858000"/>
              <a:gd name="connsiteX22" fmla="*/ 10200259 w 10615628"/>
              <a:gd name="connsiteY22" fmla="*/ 112226 h 6858000"/>
              <a:gd name="connsiteX23" fmla="*/ 9914574 w 10615628"/>
              <a:gd name="connsiteY23" fmla="*/ 1675664 h 6858000"/>
              <a:gd name="connsiteX24" fmla="*/ 9361608 w 10615628"/>
              <a:gd name="connsiteY24" fmla="*/ 2357295 h 6858000"/>
              <a:gd name="connsiteX25" fmla="*/ 9334634 w 10615628"/>
              <a:gd name="connsiteY25" fmla="*/ 3068329 h 6858000"/>
              <a:gd name="connsiteX26" fmla="*/ 9815041 w 10615628"/>
              <a:gd name="connsiteY26" fmla="*/ 3852733 h 6858000"/>
              <a:gd name="connsiteX27" fmla="*/ 9376175 w 10615628"/>
              <a:gd name="connsiteY27" fmla="*/ 5163128 h 6858000"/>
              <a:gd name="connsiteX28" fmla="*/ 7869812 w 10615628"/>
              <a:gd name="connsiteY28" fmla="*/ 5397802 h 6858000"/>
              <a:gd name="connsiteX29" fmla="*/ 6545391 w 10615628"/>
              <a:gd name="connsiteY29" fmla="*/ 5591204 h 6858000"/>
              <a:gd name="connsiteX30" fmla="*/ 5772722 w 10615628"/>
              <a:gd name="connsiteY30" fmla="*/ 6463273 h 6858000"/>
              <a:gd name="connsiteX31" fmla="*/ 5542128 w 10615628"/>
              <a:gd name="connsiteY31" fmla="*/ 6751894 h 6858000"/>
              <a:gd name="connsiteX32" fmla="*/ 5455474 w 10615628"/>
              <a:gd name="connsiteY32" fmla="*/ 6858000 h 6858000"/>
              <a:gd name="connsiteX33" fmla="*/ 3884321 w 10615628"/>
              <a:gd name="connsiteY33" fmla="*/ 6858000 h 6858000"/>
              <a:gd name="connsiteX34" fmla="*/ 3874161 w 10615628"/>
              <a:gd name="connsiteY34" fmla="*/ 6844415 h 6858000"/>
              <a:gd name="connsiteX35" fmla="*/ 3692625 w 10615628"/>
              <a:gd name="connsiteY35" fmla="*/ 6276208 h 6858000"/>
              <a:gd name="connsiteX36" fmla="*/ 2561203 w 10615628"/>
              <a:gd name="connsiteY36" fmla="*/ 5655807 h 6858000"/>
              <a:gd name="connsiteX37" fmla="*/ 69616 w 10615628"/>
              <a:gd name="connsiteY37" fmla="*/ 4277707 h 6858000"/>
              <a:gd name="connsiteX38" fmla="*/ 1642 w 10615628"/>
              <a:gd name="connsiteY38" fmla="*/ 3679829 h 6858000"/>
              <a:gd name="connsiteX39" fmla="*/ 368893 w 10615628"/>
              <a:gd name="connsiteY39" fmla="*/ 2516307 h 6858000"/>
              <a:gd name="connsiteX40" fmla="*/ 1113509 w 10615628"/>
              <a:gd name="connsiteY40" fmla="*/ 2192619 h 6858000"/>
              <a:gd name="connsiteX41" fmla="*/ 2037232 w 10615628"/>
              <a:gd name="connsiteY41" fmla="*/ 2005556 h 6858000"/>
              <a:gd name="connsiteX42" fmla="*/ 2547311 w 10615628"/>
              <a:gd name="connsiteY42" fmla="*/ 1405116 h 6858000"/>
              <a:gd name="connsiteX43" fmla="*/ 3900863 w 10615628"/>
              <a:gd name="connsiteY43" fmla="*/ 578768 h 6858000"/>
              <a:gd name="connsiteX44" fmla="*/ 4571571 w 10615628"/>
              <a:gd name="connsiteY44" fmla="*/ 860779 h 6858000"/>
              <a:gd name="connsiteX45" fmla="*/ 6039225 w 10615628"/>
              <a:gd name="connsiteY45" fmla="*/ 631501 h 6858000"/>
              <a:gd name="connsiteX46" fmla="*/ 6449432 w 10615628"/>
              <a:gd name="connsiteY46" fmla="*/ 1932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8" h="6858000">
                <a:moveTo>
                  <a:pt x="7169275" y="5665108"/>
                </a:moveTo>
                <a:cubicBezTo>
                  <a:pt x="7360156" y="5665108"/>
                  <a:pt x="7514896" y="5819848"/>
                  <a:pt x="7514896" y="6010729"/>
                </a:cubicBezTo>
                <a:cubicBezTo>
                  <a:pt x="7514896" y="6201610"/>
                  <a:pt x="7360156" y="6356350"/>
                  <a:pt x="7169275" y="6356350"/>
                </a:cubicBezTo>
                <a:cubicBezTo>
                  <a:pt x="6978394" y="6356350"/>
                  <a:pt x="6823654" y="6201610"/>
                  <a:pt x="6823654" y="6010729"/>
                </a:cubicBezTo>
                <a:cubicBezTo>
                  <a:pt x="6823654" y="5819848"/>
                  <a:pt x="6978394" y="5665108"/>
                  <a:pt x="7169275" y="5665108"/>
                </a:cubicBezTo>
                <a:close/>
                <a:moveTo>
                  <a:pt x="10010445" y="2285547"/>
                </a:moveTo>
                <a:cubicBezTo>
                  <a:pt x="10256937" y="2285547"/>
                  <a:pt x="10456759" y="2485369"/>
                  <a:pt x="10456759" y="2731861"/>
                </a:cubicBezTo>
                <a:cubicBezTo>
                  <a:pt x="10456759" y="2978353"/>
                  <a:pt x="10256937" y="3178175"/>
                  <a:pt x="10010445" y="3178175"/>
                </a:cubicBezTo>
                <a:cubicBezTo>
                  <a:pt x="9763953" y="3178175"/>
                  <a:pt x="9564131" y="2978353"/>
                  <a:pt x="9564131" y="2731861"/>
                </a:cubicBezTo>
                <a:cubicBezTo>
                  <a:pt x="9564131" y="2485369"/>
                  <a:pt x="9763953" y="2285547"/>
                  <a:pt x="10010445" y="2285547"/>
                </a:cubicBezTo>
                <a:close/>
                <a:moveTo>
                  <a:pt x="10354144" y="1626055"/>
                </a:moveTo>
                <a:cubicBezTo>
                  <a:pt x="10498558" y="1626055"/>
                  <a:pt x="10615628" y="1743125"/>
                  <a:pt x="10615628" y="1887539"/>
                </a:cubicBezTo>
                <a:cubicBezTo>
                  <a:pt x="10615628" y="2031953"/>
                  <a:pt x="10498558" y="2149023"/>
                  <a:pt x="10354144" y="2149023"/>
                </a:cubicBezTo>
                <a:cubicBezTo>
                  <a:pt x="10209730" y="2149023"/>
                  <a:pt x="10092660" y="2031953"/>
                  <a:pt x="10092660" y="1887539"/>
                </a:cubicBezTo>
                <a:cubicBezTo>
                  <a:pt x="10092660" y="1743125"/>
                  <a:pt x="10209730" y="1626055"/>
                  <a:pt x="10354144" y="1626055"/>
                </a:cubicBezTo>
                <a:close/>
                <a:moveTo>
                  <a:pt x="1458900" y="620486"/>
                </a:moveTo>
                <a:cubicBezTo>
                  <a:pt x="1705392" y="620486"/>
                  <a:pt x="1905214" y="820308"/>
                  <a:pt x="1905214" y="1066801"/>
                </a:cubicBezTo>
                <a:cubicBezTo>
                  <a:pt x="1905214" y="1313293"/>
                  <a:pt x="1705392" y="1513115"/>
                  <a:pt x="1458900" y="1513115"/>
                </a:cubicBezTo>
                <a:cubicBezTo>
                  <a:pt x="1212408" y="1513115"/>
                  <a:pt x="1012586" y="1313293"/>
                  <a:pt x="1012586" y="1066801"/>
                </a:cubicBezTo>
                <a:cubicBezTo>
                  <a:pt x="1012586" y="820308"/>
                  <a:pt x="1212408" y="620486"/>
                  <a:pt x="1458900" y="620486"/>
                </a:cubicBezTo>
                <a:close/>
                <a:moveTo>
                  <a:pt x="6634576" y="0"/>
                </a:moveTo>
                <a:lnTo>
                  <a:pt x="10141833" y="0"/>
                </a:lnTo>
                <a:lnTo>
                  <a:pt x="10200259" y="112226"/>
                </a:lnTo>
                <a:cubicBezTo>
                  <a:pt x="10410238" y="575267"/>
                  <a:pt x="10394871" y="1153566"/>
                  <a:pt x="9914574" y="1675664"/>
                </a:cubicBezTo>
                <a:cubicBezTo>
                  <a:pt x="9716855" y="1890647"/>
                  <a:pt x="9539637" y="2125050"/>
                  <a:pt x="9361608" y="2357295"/>
                </a:cubicBezTo>
                <a:cubicBezTo>
                  <a:pt x="9193291" y="2576999"/>
                  <a:pt x="9188571" y="2830555"/>
                  <a:pt x="9334634" y="3068329"/>
                </a:cubicBezTo>
                <a:cubicBezTo>
                  <a:pt x="9495669" y="3329572"/>
                  <a:pt x="9683003" y="3577867"/>
                  <a:pt x="9815041" y="3852733"/>
                </a:cubicBezTo>
                <a:cubicBezTo>
                  <a:pt x="10050524" y="4342849"/>
                  <a:pt x="9955574" y="4825683"/>
                  <a:pt x="9376175" y="5163128"/>
                </a:cubicBezTo>
                <a:cubicBezTo>
                  <a:pt x="8901028" y="5439881"/>
                  <a:pt x="8396076" y="5450671"/>
                  <a:pt x="7869812" y="5397802"/>
                </a:cubicBezTo>
                <a:cubicBezTo>
                  <a:pt x="7414763" y="5352215"/>
                  <a:pt x="6924916" y="5316880"/>
                  <a:pt x="6545391" y="5591204"/>
                </a:cubicBezTo>
                <a:cubicBezTo>
                  <a:pt x="6238293" y="5813470"/>
                  <a:pt x="6024794" y="6166020"/>
                  <a:pt x="5772722" y="6463273"/>
                </a:cubicBezTo>
                <a:cubicBezTo>
                  <a:pt x="5693284" y="6557075"/>
                  <a:pt x="5618532" y="6655327"/>
                  <a:pt x="5542128" y="6751894"/>
                </a:cubicBezTo>
                <a:lnTo>
                  <a:pt x="5455474" y="6858000"/>
                </a:lnTo>
                <a:lnTo>
                  <a:pt x="3884321" y="6858000"/>
                </a:lnTo>
                <a:lnTo>
                  <a:pt x="3874161" y="6844415"/>
                </a:lnTo>
                <a:cubicBezTo>
                  <a:pt x="3769501" y="6682571"/>
                  <a:pt x="3725803" y="6471500"/>
                  <a:pt x="3692625" y="6276208"/>
                </a:cubicBezTo>
                <a:cubicBezTo>
                  <a:pt x="3594979" y="5704765"/>
                  <a:pt x="2996562" y="5529974"/>
                  <a:pt x="2561203" y="5655807"/>
                </a:cubicBezTo>
                <a:cubicBezTo>
                  <a:pt x="1295583" y="6024676"/>
                  <a:pt x="405172" y="5378784"/>
                  <a:pt x="69616" y="4277707"/>
                </a:cubicBezTo>
                <a:cubicBezTo>
                  <a:pt x="12162" y="4089023"/>
                  <a:pt x="22817" y="3880246"/>
                  <a:pt x="1642" y="3679829"/>
                </a:cubicBezTo>
                <a:cubicBezTo>
                  <a:pt x="-11845" y="3246492"/>
                  <a:pt x="53163" y="2840534"/>
                  <a:pt x="368893" y="2516307"/>
                </a:cubicBezTo>
                <a:cubicBezTo>
                  <a:pt x="570253" y="2309552"/>
                  <a:pt x="826642" y="2227146"/>
                  <a:pt x="1113509" y="2192619"/>
                </a:cubicBezTo>
                <a:cubicBezTo>
                  <a:pt x="1425464" y="2154856"/>
                  <a:pt x="1739170" y="2099965"/>
                  <a:pt x="2037232" y="2005556"/>
                </a:cubicBezTo>
                <a:cubicBezTo>
                  <a:pt x="2313447" y="1917890"/>
                  <a:pt x="2430109" y="1649903"/>
                  <a:pt x="2547311" y="1405116"/>
                </a:cubicBezTo>
                <a:cubicBezTo>
                  <a:pt x="2839303" y="794963"/>
                  <a:pt x="3300289" y="490428"/>
                  <a:pt x="3900863" y="578768"/>
                </a:cubicBezTo>
                <a:cubicBezTo>
                  <a:pt x="4133784" y="613024"/>
                  <a:pt x="4362118" y="739802"/>
                  <a:pt x="4571571" y="860779"/>
                </a:cubicBezTo>
                <a:cubicBezTo>
                  <a:pt x="5133169" y="1185277"/>
                  <a:pt x="5641898" y="1029502"/>
                  <a:pt x="6039225" y="631501"/>
                </a:cubicBezTo>
                <a:cubicBezTo>
                  <a:pt x="6180164" y="489888"/>
                  <a:pt x="6313483" y="339980"/>
                  <a:pt x="6449432" y="1932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E0F3CDA-D9A2-6177-13AB-646A68F09D68}"/>
              </a:ext>
            </a:extLst>
          </p:cNvPr>
          <p:cNvSpPr txBox="1"/>
          <p:nvPr/>
        </p:nvSpPr>
        <p:spPr>
          <a:xfrm>
            <a:off x="5039110" y="2345344"/>
            <a:ext cx="3759429" cy="1620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fr-FR" sz="4800" b="1" dirty="0">
                <a:latin typeface="+mj-lt"/>
                <a:ea typeface="+mj-ea"/>
                <a:cs typeface="+mj-cs"/>
              </a:rPr>
              <a:t>Fin</a:t>
            </a:r>
            <a:endParaRPr lang="en-US" sz="4800" b="1" dirty="0">
              <a:latin typeface="+mj-lt"/>
              <a:ea typeface="+mj-ea"/>
              <a:cs typeface="+mj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9FDC5CC-451E-EEA7-5D4C-31BBFAD952B5}"/>
              </a:ext>
            </a:extLst>
          </p:cNvPr>
          <p:cNvSpPr txBox="1"/>
          <p:nvPr/>
        </p:nvSpPr>
        <p:spPr>
          <a:xfrm>
            <a:off x="6684664" y="4281263"/>
            <a:ext cx="4227751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8308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457</Words>
  <Application>Microsoft Office PowerPoint</Application>
  <PresentationFormat>Grand écran</PresentationFormat>
  <Paragraphs>166</Paragraphs>
  <Slides>11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ADLaM Display</vt:lpstr>
      <vt:lpstr>Aptos</vt:lpstr>
      <vt:lpstr>Arial</vt:lpstr>
      <vt:lpstr>Arial Black</vt:lpstr>
      <vt:lpstr>Avenir Next LT Pro</vt:lpstr>
      <vt:lpstr>Posterama</vt:lpstr>
      <vt:lpstr>SplashVTI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Aloe VERA</dc:creator>
  <cp:lastModifiedBy>Aloe VERA</cp:lastModifiedBy>
  <cp:revision>2</cp:revision>
  <dcterms:created xsi:type="dcterms:W3CDTF">2026-03-23T05:41:24Z</dcterms:created>
  <dcterms:modified xsi:type="dcterms:W3CDTF">2026-03-23T11:30:13Z</dcterms:modified>
</cp:coreProperties>
</file>