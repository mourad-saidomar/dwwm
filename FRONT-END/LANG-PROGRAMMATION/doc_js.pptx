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handoutMasterIdLst>
    <p:handoutMasterId r:id="rId9"/>
  </p:handoutMasterIdLst>
  <p:sldIdLst>
    <p:sldId id="256" r:id="rId2"/>
    <p:sldId id="258" r:id="rId3"/>
    <p:sldId id="259" r:id="rId4"/>
    <p:sldId id="261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fr-Y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DD"/>
    <a:srgbClr val="F0DB4F"/>
    <a:srgbClr val="FCF60A"/>
    <a:srgbClr val="E9DA1D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 autoAdjust="0"/>
    <p:restoredTop sz="94660"/>
  </p:normalViewPr>
  <p:slideViewPr>
    <p:cSldViewPr snapToGrid="0">
      <p:cViewPr>
        <p:scale>
          <a:sx n="50" d="100"/>
          <a:sy n="50" d="100"/>
        </p:scale>
        <p:origin x="2940" y="1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E117220-42AC-052C-0E4C-498282B60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4AE21BD-5625-C91C-6CF5-27445A38C3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3B396-E64C-458A-9A99-CE0AECA18901}" type="datetimeFigureOut">
              <a:rPr lang="fr-YT" smtClean="0"/>
              <a:t>27/04/2026</a:t>
            </a:fld>
            <a:endParaRPr lang="fr-YT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B6DB49-FED3-E0A3-9F5F-1345261B50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597892-B0E3-1CF1-CBDE-5938292430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7904E-52A2-4FB6-B4F1-34B65A5F313A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79992369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56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31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2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90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19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30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58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95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06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88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96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4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33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5" name="Graphic 212">
            <a:extLst>
              <a:ext uri="{FF2B5EF4-FFF2-40B4-BE49-F238E27FC236}">
                <a16:creationId xmlns:a16="http://schemas.microsoft.com/office/drawing/2014/main" id="{A499C65A-9B02-4D7F-BD68-CD38D880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037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41" name="Graphic 4">
            <a:extLst>
              <a:ext uri="{FF2B5EF4-FFF2-40B4-BE49-F238E27FC236}">
                <a16:creationId xmlns:a16="http://schemas.microsoft.com/office/drawing/2014/main" id="{1F4896D7-5AD0-4505-BCCD-82262CFE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83C04C31-4BBB-4AC5-A222-4E79BDDF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090890F0-A440-4A5F-89E2-860A60425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9BA7632-2294-4740-BB61-DFA5017B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025C556-497E-4B62-9131-98448B5A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C467884A-CD29-4BCE-A1A4-1E629953F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3A1BC11-A782-4A26-87D0-76C92BAB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8787142E-1022-4109-9141-85FF9C2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63BCB7E-36CC-4105-9CDA-BFB80F3F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A6EF2588-350F-4CCE-9BF8-799EC7196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0A696712-7E60-48CD-A6F8-91754B090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0244E95B-2BBF-4335-BEFC-BA135EF94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0D692242-534C-4A58-90D7-43A781D23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BC72B2EF-E5D1-46BF-B7FE-A9D174508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48805B31-6BA4-45FA-8180-436B2EC41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51B376A0-4543-4AE3-8071-5C746BAD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0824AEB4-F797-4131-AD1A-BCB807B08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7399A867-568D-43D3-8F17-6644C8D0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9953DBA6-7A8F-4369-8F18-DC19A21B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D9167760-8210-45B7-96C9-462EB82D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3B578C99-7B91-480A-B8CA-B9FB3AF1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CDF91670-E084-4B4B-9F86-75DD43CB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8FC99F2F-C73F-444D-B4BB-C02E463AB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7F3FF604-A6A9-4EDC-868C-696B9212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38D6C5BB-BF17-4FE8-B611-578E8EBE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A80A8D66-3FA7-4C04-AEDC-D8F94AA43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3DE9B826-6E87-4EF5-AA9D-F55BB3A21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BAEEC53-BED0-4ACB-94B4-818158D7E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30709FE3-3633-4C01-AAD6-75ADD9395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C0D68B00-260E-4EFC-A1FE-8B04EB5A7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360AF8DD-D1D2-43F3-83E5-ECF20A091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7B3F103-7F53-4D5E-B9A2-DE4F0B78D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BBECD20-3735-4F14-8816-26D6480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500687DC-38D4-44B7-BA7D-D8A0BA155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23AFC6B0-2B60-47B1-B854-A02279C70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9963332-7F58-48B9-9BAB-87C986F39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342BD313-0F6E-4DC3-B8A8-86128980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2253CE00-9D58-4821-B362-2552C433B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7E89086E-98CE-4697-8CE7-B2E7DB2E8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2CE9357F-710D-4D3B-90C1-CF19E73F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170ED7F2-AD38-47BC-B6A1-FF7E20AF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02600E9C-0B0F-45ED-A2CF-DE0240B2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B07D2066-6599-4BD0-9CD5-7289EB1B8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7BF96C0D-1DEE-47F2-A950-16BC0896F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FD254ABE-505D-4C6A-9267-BFB78FBB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822BBE38-BC6F-4DDE-BD6D-2B496CE4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1046D1FA-C431-4F16-8BDD-71C614D79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CF387987-DEF1-447C-BC86-281AC0B3D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9808DF01-2715-4215-81F1-B8C178304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AED7F897-8A4F-4F3D-BFB1-738BCDCA9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9B51B8B7-D508-44C3-AFC5-820557A9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7FBC6B94-2A13-4303-AE51-334E386DA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27897959-2F8E-4A05-9EA8-5B0329B57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0522AB50-D351-40F4-8A88-E856C1F27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221AFD52-C13F-4A20-B1DB-13C1A9A3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E789B3B-F514-4E02-8C1A-2F85817AA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9E473BAC-3DA1-4D63-9D6C-2B993665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F385DCF4-8F59-4838-B86C-2B3EF0BC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3EC5A02E-609A-4C39-A35D-E8D038F7C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7AB67B18-1821-4367-A7B6-CC2FFF66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DFCAC56E-4767-4984-9FE7-2C3CA57D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0A1929ED-CEB2-4C49-B2ED-A206D3793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01D632F9-2F59-4C8D-B1BC-1CB0D15C3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03B9F80B-CAEF-442C-A218-E2B069545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526A626E-CC14-4106-8AD4-DB3D81CD6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7CD710B8-B5DF-495F-ACEA-CFB9308CB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E550C81D-B0B8-4DB8-A12C-B62944D0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4EB82E53-B337-43EB-BFF8-1466F10E8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D1DCEF3A-2B54-4AA2-9BFD-57EA4A246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F122967-34EF-4575-8E59-75D77FCD0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D87EBF9D-3949-4CCE-BB87-978466834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58A1183F-B28F-4BAD-A14B-3940A6E92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A81851B7-6D8F-454C-BBAA-498426069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99759A7A-483F-4DB0-8677-C6AB61E1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BDD1E55B-DE82-4811-BB33-1468396D2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4B0251C-DACC-4A24-83BA-3D95F8D19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3647EF9B-D99D-48C1-B61E-19B85F47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EB55DF3C-DDF0-4B01-849E-46A663465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09149238-5A44-4264-84E6-DD25E7C0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4E6925C1-B440-4C1C-8829-2E6D9EE14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937B5BDB-32A7-4C47-A984-AF2316600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9B5A7D9C-91C9-49A3-8AD5-DB49632F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C64B015D-AFCF-4AB2-AE58-A069B06D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A4407931-9375-400F-88AC-C63D4E9E9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54278B7-45C8-46E4-885A-69208D59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3A806AB0-FBD6-41CD-997C-A76266D37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719E2D6D-6D96-4348-954B-3657A0B0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9794AABE-9C3E-4A8C-820F-0FDF65213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1DBEC39D-5464-46CA-B62B-24826F1F4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1807973-667B-4780-B3AA-4ADC32DB3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970D793C-C9EE-467B-8385-42B6905A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94695A53-78EB-4811-8BBC-4707F3016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0576416F-0C2E-4D01-9357-5C73ADF85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A091FE22-8667-4F89-A333-BA9A0917E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CB779008-969D-4FA8-BB6C-3BBBCF919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DAF3B96-0DFB-44BA-959D-BF9643FF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5F66F5FF-98B2-4453-8175-EB602A6A0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751D9683-9D41-4058-B90B-99146FC2F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0907098D-1005-4522-BA21-F1534CBA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5BFEF082-7E02-4ED8-B9D1-F0FC47FEC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4429C269-222E-4EFB-97B9-08FA243CE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FC460F7F-5702-4281-850B-59E4182A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329057C-293F-4933-9DEA-2463E66D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7274CBA8-6253-4229-AC37-1D7126639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B7ABAAD2-23FD-4AF4-8506-3CDDC5607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27A85620-3B33-477A-949C-3F221DCC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6247316E-E815-4CE3-9EC0-8DC8391E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3D047E26-5A98-4B49-A453-C71D89450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940C95BF-A85B-4251-A817-35A7B4F7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EA4FDA2F-E340-40E6-8678-8F4F9EB3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D94A3796-87FD-436D-8309-857F9B48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2B20BE68-41F5-4E59-87CD-A8654B123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7FD87938-B42E-45E5-ABB8-936E00A24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A46A837-6AA3-4099-8055-251ED6D7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B9D871B1-B4D0-4667-B5FA-21AE12E50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77E102A-1E9D-44C8-9DA0-1B4B61444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42DB4921-ECFC-42CD-B91B-56AB1FE26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3156177C-2880-4AAF-BFC7-C3EA4AD09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7C807E0-34AB-4AC3-A674-D7E438C60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3AD80AB-575A-4D50-A561-CE310E06B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E4C11A99-7E93-4B54-B1CE-D90D4532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25A3E814-2D04-4881-B9E9-81ADDC0C9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073D9FB4-F4AF-4974-A734-C9300D21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081A1414-A8F5-43F1-BA51-B058EF2C0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E41588DC-3C7F-4695-A42A-B5ABEA8B5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884DF6D-4C87-4B4A-A918-B3F3C8BE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CF26F2A0-B8D0-48D4-A9A9-BEB75CFF1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7A9177E1-A6DC-4200-9D85-31A348E02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7DA218E3-83A8-45E8-B2E3-4B693606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31E51433-E260-493C-8A94-FCE7FD9B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3A74FFD3-BE5F-435D-AC22-825B6E049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B3420F88-93EB-4790-A2BD-EFF61E77B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3875302B-159F-4E81-AD49-154BAA8F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BE9966CE-BC06-4CEB-877D-34D9D1C2E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889924EA-8A9B-4ED5-8CF2-E184EE89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300C1FB1-E227-40EE-A773-071D080B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4F26B5D-6E35-40E8-90DF-FD65CB33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59D8F05-F701-45A6-9377-454642C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F57ACF8-D510-4715-B964-20D980558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1053CDD-687F-481B-86FB-56DA74C5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76B24CA5-1578-43AE-8ED8-CB9F7EA6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A3208550-AB5B-4E2B-914A-270D3016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D4120D7E-20EE-4413-A541-781EA435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9C0CC66E-BFF1-47FD-8C37-092016FB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09D9AD44-3983-44A2-9DBA-6C5FF3C4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71915592-B946-43D1-AE24-B72B17FC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3AC48622-C7DC-416F-B14F-AB0C6A3EF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C122E9A7-0590-453C-AC3A-88265131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78246847-0B72-46B3-9243-7A7B92E21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207FF669-6E9C-47DF-A1A0-667669279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06905CAD-DCDC-4965-969E-3BA793FCA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7E82B7F4-81C1-4A48-A3C9-B9DE741C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53D306B7-0050-4206-8020-D3F81BC4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BE50823B-85BA-4734-A0E5-99F2D027C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1F26CEA8-889B-4F33-AE59-91F66E160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E64E5726-D6A2-4541-9EB4-0D455BFB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B5A9478C-31E8-4C23-856A-5B4D6936B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D4D55AFD-7163-47DF-8918-6BCF397B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20C5BF88-D776-4C9B-89BD-85EE0DCE8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A0347C6-25EE-4289-B805-750B30ABB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4C83C9E0-7820-4EA4-B9AA-AD6E0719F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7E1B6DEA-553D-4733-9A45-3A28D118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BE647149-B885-4A7D-B57E-A9762FF95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3FFCDDD6-EA47-4BA4-914F-B4AD52A7D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18C5FC42-4A56-48D7-9C6F-EE6973256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58746BA-672F-48B8-BA1D-E317498C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5C60814-753C-4243-BD88-443E240D6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174EB8C9-709B-42D9-9948-434CAA5E0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786AB5B1-D0D7-4FE2-9A7D-BF9C01F7D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718E7606-3FC9-4354-BCF8-A980AE6DF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E22619CC-F512-157A-21E6-654049DF3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-4"/>
          <a:stretch>
            <a:fillRect/>
          </a:stretch>
        </p:blipFill>
        <p:spPr bwMode="auto">
          <a:xfrm>
            <a:off x="12896691" y="823301"/>
            <a:ext cx="5290998" cy="5290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3">
            <a:extLst>
              <a:ext uri="{FF2B5EF4-FFF2-40B4-BE49-F238E27FC236}">
                <a16:creationId xmlns:a16="http://schemas.microsoft.com/office/drawing/2014/main" id="{BA40C5DF-C873-A831-F57D-DC1ACA1AB549}"/>
              </a:ext>
            </a:extLst>
          </p:cNvPr>
          <p:cNvSpPr txBox="1">
            <a:spLocks/>
          </p:cNvSpPr>
          <p:nvPr/>
        </p:nvSpPr>
        <p:spPr>
          <a:xfrm>
            <a:off x="-5457904" y="3758981"/>
            <a:ext cx="5457904" cy="646331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spc="1500" baseline="0">
                <a:solidFill>
                  <a:schemeClr val="tx1"/>
                </a:solidFill>
                <a:latin typeface="+mj-lt"/>
                <a:ea typeface="Source Sans Pro SemiBold" panose="020B0603030403020204" pitchFamily="34" charset="0"/>
                <a:cs typeface="+mj-cs"/>
              </a:defRPr>
            </a:lvl1pPr>
          </a:lstStyle>
          <a:p>
            <a:r>
              <a:rPr lang="fr-FR" sz="4000" dirty="0">
                <a:solidFill>
                  <a:srgbClr val="F0DB4F"/>
                </a:solidFill>
                <a:latin typeface="Amasis MT Pro Black" panose="02040A04050005020304" pitchFamily="18" charset="0"/>
              </a:rPr>
              <a:t>JAVASCRIPT</a:t>
            </a:r>
            <a:endParaRPr lang="fr-YT" sz="4000" dirty="0"/>
          </a:p>
        </p:txBody>
      </p:sp>
    </p:spTree>
    <p:extLst>
      <p:ext uri="{BB962C8B-B14F-4D97-AF65-F5344CB8AC3E}">
        <p14:creationId xmlns:p14="http://schemas.microsoft.com/office/powerpoint/2010/main" val="3649251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DD550-7ABD-E9AA-3FC6-694BC521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CD0AB20-D1C6-E560-80D6-A20B32C2B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4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F2D96E-9A1B-F069-D4F4-93D041EAE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-4"/>
          <a:stretch>
            <a:fillRect/>
          </a:stretch>
        </p:blipFill>
        <p:spPr bwMode="auto">
          <a:xfrm>
            <a:off x="5581491" y="743701"/>
            <a:ext cx="5290998" cy="5290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Graphic 212">
            <a:extLst>
              <a:ext uri="{FF2B5EF4-FFF2-40B4-BE49-F238E27FC236}">
                <a16:creationId xmlns:a16="http://schemas.microsoft.com/office/drawing/2014/main" id="{816E98C2-9E62-8487-9965-AE426CE7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5" name="Graphic 212">
            <a:extLst>
              <a:ext uri="{FF2B5EF4-FFF2-40B4-BE49-F238E27FC236}">
                <a16:creationId xmlns:a16="http://schemas.microsoft.com/office/drawing/2014/main" id="{72E1D367-342C-E755-D16F-BDB7EB347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037" name="Graphic 190">
            <a:extLst>
              <a:ext uri="{FF2B5EF4-FFF2-40B4-BE49-F238E27FC236}">
                <a16:creationId xmlns:a16="http://schemas.microsoft.com/office/drawing/2014/main" id="{5406E32C-5553-1DD0-0AA3-CAF3EA4F3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3684FA8A-41CD-7D5B-F03E-66A3C23E0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16F2915A-9699-ED5D-35C3-A4C787C89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41" name="Graphic 4">
            <a:extLst>
              <a:ext uri="{FF2B5EF4-FFF2-40B4-BE49-F238E27FC236}">
                <a16:creationId xmlns:a16="http://schemas.microsoft.com/office/drawing/2014/main" id="{6A57D1E4-A651-95C5-A31D-856EEDA48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072D703B-C5A9-B73E-B99E-6EAF7B86C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C3DAF6D3-3D73-0C3E-26C1-CD68FA6FF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6688CC8F-43FB-2A5A-165E-E0213CA3E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94F1046E-9C83-BB05-DDCC-0A85B3928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129D6E26-3AD6-71E2-052B-16ACF529B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90FF2DE2-DD91-6537-D817-965F16848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1074B40E-0706-9256-04C5-AA85FE707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ED4B3441-1B46-D565-1A67-BDA32D340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0C616D05-3FDD-DFA0-E402-16FDF1835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FE877820-591A-C671-9297-BCE9CA4F0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A87141D-55B0-8C4F-5E86-6C394D141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8DDE8FBD-4965-0FD8-5ABB-CEA54D710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439715CC-0F77-457E-1DF3-E06C1C36A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E8EDDED6-75FA-43DE-49BA-3F064AB28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7D6D4F08-B54E-D592-9285-5FD5CE762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F0CCF70C-45EF-821F-F4DA-46463FCA4A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C972F8AD-505C-B3F0-152F-E4FF51E32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67B1394E-74C3-E951-295A-60E5F1195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89702E52-2957-0329-3050-691D7AE07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1F9B0523-0E9F-A232-20F3-C598D42BE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F272EC37-54AA-0971-AFD6-9148EAE34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C14668C0-03B6-43F7-D1DE-2FD0DC8ED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84450E5D-C36B-D2EA-EED2-0F5BC7C90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52D7FDAC-6838-3AA1-90C3-9D0D456DB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10D85BC4-A702-5DCD-93C4-ABA4B6617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9DB3A9DE-9C44-E205-E8BD-67E84CF8F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21B8E021-2FF6-7BF5-A5EE-E4338B9D1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C960E2DD-BBB7-AF73-8C5F-DDACBEBA0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97AE58AC-4056-440D-CEDB-4FC4466DE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2D28CE81-0935-2068-A0DB-2172C3DE3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DA23EEC-CFEC-B5CE-E784-E66F2D6C1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0ABC5C1E-89EB-B717-3EA1-92B77B0E7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7218ED21-DF1B-F315-389F-5F205765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C86EF2E0-2AE6-0D52-8EE3-E1D953600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59B06264-2C73-5876-D725-AD5EFADF6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846BDD6F-9796-3550-07A3-4305C6BF3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61D1C961-CD8C-CC6C-D307-11EA58FBC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CC4ED897-82E3-D982-B03B-BA36B0FEC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C244CC2C-F440-339F-CC66-58EDD1D52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EF41B8B7-8923-7816-6037-E1005F14D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312508C0-EB81-57D0-B054-D241C79D2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1565CBE6-BFA3-15F8-E270-7859EE542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19F56DB-281C-BD28-56EB-4A04BFA7D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EF0B4EDD-A4B3-4889-4858-41D7B4FF0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7D8D4243-726A-5179-9791-2A158D07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589D59AD-DE3F-45B9-A2BB-D6E9CDE3AF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5B3033DC-A2B5-0EC3-4CA8-C88EEE766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7C785DFE-B14E-6F26-59C9-C0AB31865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5E761434-14CA-2C9C-DDCE-C58102770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4F3C8388-6B8B-122C-0495-7A916B3F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790C0B5-938A-BAAA-41DD-BD55E6C7A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813B28C9-F474-EE97-0780-E865B89A8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D18FCB09-6D08-BCB8-4B99-E9B995EFD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B906F7B2-E4CE-9CDE-0A29-ED2E73BB3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0A7C1C84-2C29-F1DA-4FFF-775F6395C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44E7174E-C3E4-2743-6382-C34CB7080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53039E26-3DDB-ED94-5BD8-DF98D7B9E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8CA2D066-8CFD-56D4-8AB0-A14B0C75C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8624CA3B-99F9-5A26-ACAD-6344E9B2D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0E2E802B-5F8C-FC53-91C7-C6C1A5990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3EF17AD2-64FC-F0E4-6E1F-AE19595B0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865F28A4-2183-FE6C-706C-530B51C3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46A9F662-624B-DC53-5E66-8DAF49B15B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958EDE75-3A6A-DD8B-B2DA-4941DD74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A97699CD-41B1-F321-5327-D6826E2B3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BD669D69-0E28-6104-AA8D-B74D7F639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FA9C0FD8-4876-CC2D-30E1-325D15216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9693BB50-ACDF-2714-2E94-6F01686BD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FDCE3EFA-FBB6-BFE1-64F9-4FB8AA247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3FC2A148-6E69-EF86-C22A-E410FF934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85F1EA7F-95A2-3AEE-F0E2-1F75B1F09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BD551EAF-FF4D-6256-D50D-824FA20B8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A9792E68-ADD0-C42F-E4AC-75F5E57E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1D27AAC-FC6C-F687-75BE-5DF4A5B5D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425E6F7-8CED-0D54-035B-2D2033F18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0E61D39-3DD2-4592-CAA2-D0B2CE0189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EC53FFD1-81B4-9FD8-4817-AE1C6D274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9F5478DB-366E-8FCA-61BC-36F6A4707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DF771FF2-FD6A-5223-23F7-424F64977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82076B81-1687-69EC-91D3-9D23ED90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431C5467-0B14-65A4-BF53-4A18F82FF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CD438FF-049C-5291-CA88-3B0694A37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61A74186-CD88-DDAF-1ADF-279AB9983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37603A1D-DD6D-787E-2F84-FE74350BE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AC66C8C0-3D5C-7747-ABAA-94A5776A5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E544226D-A923-06DA-B45A-12BB1013B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41C8C6A3-1DD4-0026-FBF1-EAC7AAB6B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B64B1CA5-8C59-7A62-6A76-0CBA72D3C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6C308DED-275B-8B13-C0E8-A778DC1D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B7EC7EA7-E916-C71E-C58F-65D700C3EF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772EA979-9B2C-037B-46D8-172F6A24D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C4D2C074-B814-154C-C6C0-04D34E618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1A35F26A-7E9D-98E0-ECEE-668E70843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E6D92F0C-84AC-7FCE-54D2-4DE0CD4F7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2FDAFAE7-295E-2289-338F-418E8C6E4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7A9216A6-93ED-331A-4E01-D18DA3B13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C90FA7F7-D9B1-9F2A-5192-409C415F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6A5156ED-138D-99B2-7910-E7018F300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1B1E9AD-E843-8CDA-05B0-460815CEE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7E5688FC-D7AD-DACA-FB34-B320DABBE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C452EFD7-7523-A699-A3D2-CF318769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A614B26-8A87-E933-C8D7-C4BD8A5D6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84D77171-1C89-0D71-E702-FF6361BEE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6A6A4511-49C4-EE3A-4E6B-720B95D3D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550D8EA1-A6ED-3412-8AD8-B70FAB6CF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0BE5E78E-ECA3-05A5-9DB3-1AEE4BC4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AB5EC405-E201-AB95-9E77-FFA30DFAB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40D80969-3F94-460B-7317-1488E1377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65F57799-A1E8-24CF-5F47-3848A1F42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E8E9575D-99F9-56A8-583B-181C4C7DD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2E2A6CDD-6824-9E50-1C32-B990FED6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871AE332-0EE7-3DEC-5142-30E019FED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A1AE9734-85F2-76C0-4BFB-E95015E75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2CC286A6-079D-A04D-DC8A-0A156E10D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B94A51F9-702E-FBCA-328B-6C38DD5A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71DED21-5623-F221-EE53-C66DFE73B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709CF636-3EB2-3AB5-4F98-2FE160871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20368943-33DB-B5C1-A56C-888E2C94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1260FDBF-C8E6-32CB-B008-BD7C7E68F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5B9A48E6-AB29-8207-49F6-8BA0D6302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92CE590F-48D2-14CA-468B-9D9B4CC7C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635FFFA4-4C1C-71B7-8665-75B2D7EE2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D5F94565-255F-1987-2883-610679FE5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AE6DC5BD-FE7E-D0C8-BB62-BCF898CD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B1A592FA-85BF-841F-54B9-1F0E9F17C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5ED71FC-614A-94BE-6FD3-D05AC8110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34CE86CD-BFD4-CE1F-5FC7-9839075A2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677429D9-C3C1-4871-9086-822297D3F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007F7606-02D0-932A-0FC7-DB892D833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32553B1B-34A7-4A6C-EFE4-91096971A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0B3F02A0-FF94-7983-8E47-6D8E4DD60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39670FCD-CA36-DDDF-BA8F-9C238E296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A1024804-E026-BEA1-B9C4-244BD7066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E09D0F22-6DEE-7CCD-B897-F8840DC74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575058EE-C630-B295-B896-6D71DA072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E275717B-C9DB-E99E-E659-E28BDBC96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C3693537-F4E8-F4FF-233A-8111F9B74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2A7196A8-B747-14B5-B4FC-B39173C4F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9476CAB9-9517-24E9-35EF-F1EA85FCF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24ADC0DC-6373-420C-A03E-214854F89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9765E0F5-0EFB-F673-0324-A28EC6022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0614D6B9-A125-D9B6-FA62-BB6AD3D9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31DAC6D6-DBC7-3B9D-D269-30DADE38B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90A48931-5C17-F22F-D166-2375AA70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AADF0C5-9BF7-B228-43F6-0AFC0D48A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1CDB7102-1030-3560-20A9-28C00A2C5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E97B8612-FC15-5AE5-5C06-85A25EB8E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01483EC7-23A2-DD16-9080-EDB367EDF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1598D8D1-47E2-D82B-81A0-0DFD55AA3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968AA83C-241A-634F-4A37-2D947B7105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C40130E9-DFB3-6840-8635-7EBD9501C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DEBBAEA6-6190-CDF6-479F-E331F89BA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3C2BD50-3B6F-E2AF-D847-47751BE5A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D2A1C6D0-DCC6-1BE7-D896-0F4C6ACF9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DD1C706F-FBDA-2F2B-74A5-6131BA87AD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C113B0A5-852C-8685-6AEA-82BEE6D7B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E991D70A-1D3B-1D0C-3D0B-6BADBB6E0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EC876D6C-44BD-F82B-1D74-4FB43D1D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BDAD3A7F-5139-5EFD-F6DD-5C1E21A6F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A2B59D95-9002-FF33-6BD9-60340EF03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3103383A-8955-1E96-81D9-F9B964DD3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90B67F68-4635-54AF-2D74-C29F6D4F7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27C32E49-76E6-C719-5B14-45355103D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E3DB6015-CAD5-231A-4E7E-4F78C2E8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A658E07-BFBE-FE6A-91B8-A895644D4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41C9C0D2-D6E2-2C8B-6D4D-634848058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B2AD1B8-BA8F-4A92-393A-0CC5F5E23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76D2D091-AE53-2561-4EF3-C6284541F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F9FB6F6C-1D3B-1202-F111-01CCCD355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itre 3">
            <a:extLst>
              <a:ext uri="{FF2B5EF4-FFF2-40B4-BE49-F238E27FC236}">
                <a16:creationId xmlns:a16="http://schemas.microsoft.com/office/drawing/2014/main" id="{46D1CAEE-1B03-7970-850A-4B6E5D067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94" y="3835181"/>
            <a:ext cx="5457904" cy="646331"/>
          </a:xfrm>
        </p:spPr>
        <p:txBody>
          <a:bodyPr wrap="none">
            <a:noAutofit/>
          </a:bodyPr>
          <a:lstStyle/>
          <a:p>
            <a:r>
              <a:rPr lang="fr-FR" sz="4000" dirty="0">
                <a:solidFill>
                  <a:srgbClr val="F0DB4F"/>
                </a:solidFill>
                <a:latin typeface="Amasis MT Pro Black" panose="02040A04050005020304" pitchFamily="18" charset="0"/>
              </a:rPr>
              <a:t>JAVASCRIPT</a:t>
            </a:r>
            <a:endParaRPr lang="fr-YT" sz="40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138B874-3913-DAE0-49F3-312C74A5815C}"/>
              </a:ext>
            </a:extLst>
          </p:cNvPr>
          <p:cNvSpPr txBox="1"/>
          <p:nvPr/>
        </p:nvSpPr>
        <p:spPr>
          <a:xfrm>
            <a:off x="3024188" y="7296835"/>
            <a:ext cx="6143624" cy="3139321"/>
          </a:xfrm>
          <a:prstGeom prst="rect">
            <a:avLst/>
          </a:prstGeom>
          <a:noFill/>
        </p:spPr>
        <p:txBody>
          <a:bodyPr wrap="square" anchor="b" anchorCtr="0">
            <a:spAutoFit/>
          </a:bodyPr>
          <a:lstStyle/>
          <a:p>
            <a:pPr algn="ctr"/>
            <a:r>
              <a:rPr lang="fr-FR" sz="6600" dirty="0">
                <a:latin typeface="Amasis MT Pro Black" panose="02040A04050005020304" pitchFamily="18" charset="0"/>
              </a:rPr>
              <a:t>JavaScript : </a:t>
            </a:r>
            <a:br>
              <a:rPr lang="fr-FR" sz="6600" dirty="0">
                <a:latin typeface="Amasis MT Pro Black" panose="02040A04050005020304" pitchFamily="18" charset="0"/>
              </a:rPr>
            </a:br>
            <a:r>
              <a:rPr lang="fr-FR" sz="6600" dirty="0">
                <a:latin typeface="Amasis MT Pro Black" panose="02040A04050005020304" pitchFamily="18" charset="0"/>
              </a:rPr>
              <a:t>interprété ou compilé ?</a:t>
            </a:r>
            <a:endParaRPr lang="fr-YT" sz="6600" dirty="0"/>
          </a:p>
        </p:txBody>
      </p:sp>
    </p:spTree>
    <p:extLst>
      <p:ext uri="{BB962C8B-B14F-4D97-AF65-F5344CB8AC3E}">
        <p14:creationId xmlns:p14="http://schemas.microsoft.com/office/powerpoint/2010/main" val="2552253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B0F67-85EB-4235-6354-A874BAF9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85">
            <a:extLst>
              <a:ext uri="{FF2B5EF4-FFF2-40B4-BE49-F238E27FC236}">
                <a16:creationId xmlns:a16="http://schemas.microsoft.com/office/drawing/2014/main" id="{7090BEF3-7229-5319-29A9-7C54D660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1FB873B-1A5A-A9DF-B719-987058AC1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BF455EB-9E0B-A3ED-F0FD-CB817F652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FCA51B-BA08-F9F6-6C87-D243F684A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AA16192-5B81-9AFA-0269-C6FC0E0B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E602480-0D01-4F56-7D5E-269A41DA8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52F2C6B0-36D1-2C98-7233-298CF46EB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D690EF-B609-BF2A-1407-077763129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5F626BB-7F3F-0E71-6A48-952E61E64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7B1D6A4-B76D-4795-C941-9292642B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6E66BB9-6938-409D-1C04-B830E53FF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0C6FF81-08EA-01E7-EFD8-28BF59CAD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A1048B1-119D-752D-342E-9A827FFFB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CDEB6B5-B6A7-D2F6-2B55-2B8974C7E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1823660-82FE-D2B8-E030-BBAC51F69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FFEDD49-FC35-B1BD-B407-D0E7729C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CCDEA9-6896-107D-FA77-AA8CD77A7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D1EFC1-71FE-23AB-75C4-EC9C7E06B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384B402-AC3B-EE9E-3287-3E95096F4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CABF72-99CB-2230-B912-3587C7E1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011" y="2058133"/>
            <a:ext cx="8751370" cy="2834622"/>
          </a:xfrm>
        </p:spPr>
        <p:txBody>
          <a:bodyPr vert="horz" wrap="square" lIns="91440" tIns="45720" rIns="91440" bIns="45720" rtlCol="0" anchor="b">
            <a:spAutoFit/>
          </a:bodyPr>
          <a:lstStyle/>
          <a:p>
            <a:pPr algn="ctr"/>
            <a:r>
              <a:rPr lang="fr-FR" sz="6600" dirty="0">
                <a:latin typeface="Amasis MT Pro Black" panose="02040A04050005020304" pitchFamily="18" charset="0"/>
              </a:rPr>
              <a:t>JavaScript : </a:t>
            </a:r>
            <a:br>
              <a:rPr lang="fr-FR" sz="6600" dirty="0">
                <a:latin typeface="Amasis MT Pro Black" panose="02040A04050005020304" pitchFamily="18" charset="0"/>
              </a:rPr>
            </a:br>
            <a:r>
              <a:rPr lang="fr-FR" sz="6600" dirty="0">
                <a:latin typeface="Amasis MT Pro Black" panose="02040A04050005020304" pitchFamily="18" charset="0"/>
              </a:rPr>
              <a:t>interprété ou compilé ?</a:t>
            </a:r>
            <a:endParaRPr lang="en-US" sz="6600" b="1" kern="1200" cap="all" spc="1500" baseline="0" dirty="0">
              <a:solidFill>
                <a:schemeClr val="tx1"/>
              </a:solidFill>
              <a:latin typeface="Amasis MT Pro Black" panose="02040A04050005020304" pitchFamily="18" charset="0"/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9544D2-4999-5957-F2DE-56324CEF3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574FAA2-0B7B-E64D-9034-030F949A3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25DE60-F39F-A4AE-B1D6-E08ED2DE9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-4"/>
          <a:stretch>
            <a:fillRect/>
          </a:stretch>
        </p:blipFill>
        <p:spPr bwMode="auto">
          <a:xfrm>
            <a:off x="9851722" y="401247"/>
            <a:ext cx="1666234" cy="1666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3">
            <a:extLst>
              <a:ext uri="{FF2B5EF4-FFF2-40B4-BE49-F238E27FC236}">
                <a16:creationId xmlns:a16="http://schemas.microsoft.com/office/drawing/2014/main" id="{543AFEAB-B9BA-BD87-27D6-643A0A208817}"/>
              </a:ext>
            </a:extLst>
          </p:cNvPr>
          <p:cNvSpPr txBox="1">
            <a:spLocks/>
          </p:cNvSpPr>
          <p:nvPr/>
        </p:nvSpPr>
        <p:spPr>
          <a:xfrm>
            <a:off x="-4371605" y="4013636"/>
            <a:ext cx="3451842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rgbClr val="F0DB4F"/>
                </a:solidFill>
                <a:latin typeface="Amasis MT Pro Black" panose="02040A04050005020304" pitchFamily="18" charset="0"/>
              </a:rPr>
              <a:t>JAVASCRIPT</a:t>
            </a:r>
            <a:endParaRPr lang="fr-YT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65C35-450C-7FDE-F8FB-D8CB97012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6862" y="832953"/>
            <a:ext cx="4725781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YT" altLang="fr-YT" sz="3200">
                <a:latin typeface="Amasis MT Pro Black" panose="02040A04050005020304" pitchFamily="18" charset="0"/>
              </a:rPr>
              <a:t>JavaScript = </a:t>
            </a:r>
            <a:r>
              <a:rPr lang="fr-YT" altLang="fr-YT" sz="3200" b="1">
                <a:latin typeface="Amasis MT Pro Black" panose="02040A04050005020304" pitchFamily="18" charset="0"/>
              </a:rPr>
              <a:t>les deux</a:t>
            </a:r>
            <a:r>
              <a:rPr lang="fr-YT" altLang="fr-YT" sz="3200">
                <a:latin typeface="Amasis MT Pro Black" panose="02040A04050005020304" pitchFamily="18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endParaRPr lang="fr-YT" altLang="fr-YT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047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49CA6-B6E1-8A8D-79BA-6C3478ED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aphic 185">
            <a:extLst>
              <a:ext uri="{FF2B5EF4-FFF2-40B4-BE49-F238E27FC236}">
                <a16:creationId xmlns:a16="http://schemas.microsoft.com/office/drawing/2014/main" id="{C3A56026-EFF8-3479-90A1-D0F1BEE41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79BF97C-26CB-C443-34EB-39556850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9BEAB88-A4AE-2B91-DE43-D5D6AB7C4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AFC7DC4-0D96-77B7-3CC5-6BFB5DFBF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FF64CF3-2D9C-4710-B8A0-33814052E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1ED6332-C977-AC90-E748-86393DAB4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304B86EB-0C1A-9EA6-36AC-CB20A03D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F4476533-A9BE-2E27-76D2-B68F02505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4D1BC3-24C8-B9CA-6ABE-E97463017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6" r="-1" b="-1"/>
          <a:stretch>
            <a:fillRect/>
          </a:stretch>
        </p:blipFill>
        <p:spPr bwMode="auto">
          <a:xfrm>
            <a:off x="1291634" y="1148747"/>
            <a:ext cx="4793260" cy="4227387"/>
          </a:xfrm>
          <a:prstGeom prst="rect">
            <a:avLst/>
          </a:prstGeom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181F8039-7CD4-66C4-6BC3-D272B4DD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35096" y="657544"/>
            <a:ext cx="4843727" cy="5534144"/>
            <a:chOff x="1674895" y="1345036"/>
            <a:chExt cx="5428610" cy="421093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E24FD29-474D-B446-5EB2-54A7D1FF6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D0AD248-49DC-44F9-536B-477E16E64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B544BE6A-A466-EA95-4C1B-2DBF8D407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8435" y="401247"/>
            <a:ext cx="4860256" cy="566987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Graphic 212">
            <a:extLst>
              <a:ext uri="{FF2B5EF4-FFF2-40B4-BE49-F238E27FC236}">
                <a16:creationId xmlns:a16="http://schemas.microsoft.com/office/drawing/2014/main" id="{3C9A3068-179E-AC2B-087C-7D0EA156F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7" name="Graphic 212">
            <a:extLst>
              <a:ext uri="{FF2B5EF4-FFF2-40B4-BE49-F238E27FC236}">
                <a16:creationId xmlns:a16="http://schemas.microsoft.com/office/drawing/2014/main" id="{CC0AEC2F-E166-A74C-F938-3B69007DD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A94498E-AB72-A277-8381-BF646D993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5251185-9391-9757-5590-7B8020E55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9ACC1A6-E6D7-6654-314C-A79F441E8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7DB69DF-CDA4-A0C2-B55D-4FE2B209A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77" name="Graphic 185">
            <a:extLst>
              <a:ext uri="{FF2B5EF4-FFF2-40B4-BE49-F238E27FC236}">
                <a16:creationId xmlns:a16="http://schemas.microsoft.com/office/drawing/2014/main" id="{6CB2D00B-AA81-FBF5-27C2-AA9A73C94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59160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6722A1C-E414-E3A4-41E2-AEAFDBA5F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713113D-EB5A-AF3E-DEFC-D60324158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70422A0-A51C-3D18-DEAA-F43E8E91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E9CB25E-346E-4C2F-4E61-8BC9431E4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EFED7C0-5D8C-0793-EA2E-4950408DB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re 3">
            <a:extLst>
              <a:ext uri="{FF2B5EF4-FFF2-40B4-BE49-F238E27FC236}">
                <a16:creationId xmlns:a16="http://schemas.microsoft.com/office/drawing/2014/main" id="{2FB943D3-317C-1EA7-53B0-A70FFF09743D}"/>
              </a:ext>
            </a:extLst>
          </p:cNvPr>
          <p:cNvSpPr txBox="1">
            <a:spLocks/>
          </p:cNvSpPr>
          <p:nvPr/>
        </p:nvSpPr>
        <p:spPr>
          <a:xfrm>
            <a:off x="-4371605" y="4013636"/>
            <a:ext cx="3451842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4000" dirty="0">
                <a:solidFill>
                  <a:srgbClr val="F0DB4F"/>
                </a:solidFill>
                <a:latin typeface="Amasis MT Pro Black" panose="02040A04050005020304" pitchFamily="18" charset="0"/>
              </a:rPr>
              <a:t>JAVASCRIPT</a:t>
            </a:r>
            <a:endParaRPr lang="fr-YT" sz="40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8981D9E-93C0-D13F-D547-482F5B0FD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04964" y="1255040"/>
            <a:ext cx="4843727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YT" altLang="fr-Y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YT" altLang="fr-Y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JavaScript = </a:t>
            </a:r>
            <a:r>
              <a:rPr kumimoji="0" lang="fr-YT" altLang="fr-YT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les deux</a:t>
            </a:r>
            <a:r>
              <a:rPr kumimoji="0" lang="fr-YT" altLang="fr-Y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YT" altLang="fr-Y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362DFEC-A32D-DB9B-6314-C481E4825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981" y="2792228"/>
            <a:ext cx="486025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YT" sz="3200" dirty="0">
                <a:latin typeface="Amasis MT Pro Black" panose="02040A04050005020304" pitchFamily="18" charset="0"/>
              </a:rPr>
              <a:t>À la base : interprété</a:t>
            </a:r>
            <a:endParaRPr lang="fr-YT" altLang="fr-YT" sz="18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39F7C-FA54-2124-0DEB-DB79A6B9F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1275" y="4243815"/>
            <a:ext cx="486025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YT" sz="2800" dirty="0">
                <a:latin typeface="Amasis MT Pro Black" panose="02040A04050005020304" pitchFamily="18" charset="0"/>
              </a:rPr>
              <a:t>Aujourd’hui : JIT compilé</a:t>
            </a:r>
            <a:endParaRPr lang="fr-YT" altLang="fr-YT" sz="2800" dirty="0">
              <a:latin typeface="Arial" panose="020B0604020202020204" pitchFamily="34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292B84B-69F0-4D98-5A00-322EC5EEF9B0}"/>
              </a:ext>
            </a:extLst>
          </p:cNvPr>
          <p:cNvSpPr txBox="1">
            <a:spLocks/>
          </p:cNvSpPr>
          <p:nvPr/>
        </p:nvSpPr>
        <p:spPr>
          <a:xfrm>
            <a:off x="-1568389" y="199839"/>
            <a:ext cx="8751370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JavaScript : </a:t>
            </a:r>
          </a:p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interprété ou compilé ?</a:t>
            </a:r>
            <a:endParaRPr lang="en-US" sz="2800" b="1" cap="all" spc="1500" dirty="0">
              <a:latin typeface="Amasis MT Pro Black" panose="02040A04050005020304" pitchFamily="18" charset="0"/>
              <a:ea typeface="Source Sans Pro SemiBold" panose="020B06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591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77691-5972-B82E-B91F-70C6838E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aphic 185">
            <a:extLst>
              <a:ext uri="{FF2B5EF4-FFF2-40B4-BE49-F238E27FC236}">
                <a16:creationId xmlns:a16="http://schemas.microsoft.com/office/drawing/2014/main" id="{53F23D61-9139-442C-F0F4-0B405C24E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8031605-78E5-A1B3-1E33-9F24CB07F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BCED106-CC7D-1178-3DFB-162033AD7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E3FFDC1-5D43-E3CE-F781-89067FD1C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EAC56E1-5CDA-F709-866A-D4387FCEE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AFD3445-53E3-A262-B69A-4A3C7A05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FD6F5CE5-60B5-2192-0361-6918D30B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DE0AFF5-AE14-6DE9-6156-54C78275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7ED8CE4-939D-07CA-9C3A-BDE1229DA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6" r="-1" b="-1"/>
          <a:stretch>
            <a:fillRect/>
          </a:stretch>
        </p:blipFill>
        <p:spPr bwMode="auto">
          <a:xfrm>
            <a:off x="1291634" y="1148747"/>
            <a:ext cx="4793260" cy="4227387"/>
          </a:xfrm>
          <a:prstGeom prst="rect">
            <a:avLst/>
          </a:prstGeom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9D3796C3-D4D2-77DE-C4A9-F19ED09EF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35096" y="657544"/>
            <a:ext cx="4843727" cy="5534144"/>
            <a:chOff x="1674895" y="1345036"/>
            <a:chExt cx="5428610" cy="421093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2B00A6D-8700-47B6-4812-7C6D7C69A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7429D1D-CFAF-6D24-4029-15ED1981F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F587747E-0F8D-E440-25F7-0931DF570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8435" y="401247"/>
            <a:ext cx="4860256" cy="566987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Graphic 212">
            <a:extLst>
              <a:ext uri="{FF2B5EF4-FFF2-40B4-BE49-F238E27FC236}">
                <a16:creationId xmlns:a16="http://schemas.microsoft.com/office/drawing/2014/main" id="{D7C72086-16ED-A084-1ACF-E3DE01F2C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7" name="Graphic 212">
            <a:extLst>
              <a:ext uri="{FF2B5EF4-FFF2-40B4-BE49-F238E27FC236}">
                <a16:creationId xmlns:a16="http://schemas.microsoft.com/office/drawing/2014/main" id="{DA4F2F0A-8B03-7A1F-079C-3F952B98D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122679F-F9DD-6A6F-2F7F-59E07DF51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C79A0282-5E25-90D9-CE74-D7685B240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3C95A3B-0D13-05FD-E824-C55DE31BF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D6605F5-D5EF-D866-FBB7-61D98B618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77" name="Graphic 185">
            <a:extLst>
              <a:ext uri="{FF2B5EF4-FFF2-40B4-BE49-F238E27FC236}">
                <a16:creationId xmlns:a16="http://schemas.microsoft.com/office/drawing/2014/main" id="{AF6AD83D-78DE-4E04-F513-D62FC0369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59160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505975F-6DF3-F85E-E540-5C75DCE69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6AECE6A-E8C9-FFC9-26E2-424205E8F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F313BB2-C27F-C6E4-C2BF-A7E509704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EF82E1B-1E72-E864-B0D1-4B28CB774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6EBBE8B-819A-DF74-1D91-163C7D0A2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re 3">
            <a:extLst>
              <a:ext uri="{FF2B5EF4-FFF2-40B4-BE49-F238E27FC236}">
                <a16:creationId xmlns:a16="http://schemas.microsoft.com/office/drawing/2014/main" id="{9E7A92A3-0D9F-8133-6EA2-F0202AB2494D}"/>
              </a:ext>
            </a:extLst>
          </p:cNvPr>
          <p:cNvSpPr txBox="1">
            <a:spLocks/>
          </p:cNvSpPr>
          <p:nvPr/>
        </p:nvSpPr>
        <p:spPr>
          <a:xfrm>
            <a:off x="-4371605" y="4013636"/>
            <a:ext cx="3451842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4000" dirty="0">
                <a:solidFill>
                  <a:srgbClr val="F0DB4F"/>
                </a:solidFill>
                <a:latin typeface="Amasis MT Pro Black" panose="02040A04050005020304" pitchFamily="18" charset="0"/>
              </a:rPr>
              <a:t>JAVASCRIPT</a:t>
            </a:r>
            <a:endParaRPr lang="fr-YT" sz="40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D81DDA7-9CDB-16C6-A7F6-0857DE291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04964" y="1255040"/>
            <a:ext cx="4843727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YT" altLang="fr-Y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YT" altLang="fr-Y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JavaScript = </a:t>
            </a:r>
            <a:r>
              <a:rPr kumimoji="0" lang="fr-YT" altLang="fr-YT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les deux</a:t>
            </a:r>
            <a:r>
              <a:rPr kumimoji="0" lang="fr-YT" altLang="fr-Y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YT" altLang="fr-Y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9F885CE-4022-83F5-406B-99B212E6D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70" y="2658878"/>
            <a:ext cx="486025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YT" sz="3200" dirty="0">
                <a:latin typeface="Amasis MT Pro Black" panose="02040A04050005020304" pitchFamily="18" charset="0"/>
              </a:rPr>
              <a:t>À la base : interprété</a:t>
            </a:r>
            <a:endParaRPr lang="fr-YT" altLang="fr-YT" sz="18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E7EF6-12C5-46EE-F143-431C8CE4F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541" y="4292787"/>
            <a:ext cx="486025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YT" sz="2800" dirty="0">
                <a:latin typeface="Amasis MT Pro Black" panose="02040A04050005020304" pitchFamily="18" charset="0"/>
              </a:rPr>
              <a:t>Aujourd’hui : JIT compilé</a:t>
            </a:r>
            <a:endParaRPr lang="fr-YT" altLang="fr-YT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234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FB075-E0A5-E26F-4562-DA1941C0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aphic 185">
            <a:extLst>
              <a:ext uri="{FF2B5EF4-FFF2-40B4-BE49-F238E27FC236}">
                <a16:creationId xmlns:a16="http://schemas.microsoft.com/office/drawing/2014/main" id="{905542B9-B5B5-6B02-5E81-DAE219354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BD34E6F-20FC-3941-1E54-CB326CDAC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84D5A33-93AB-7532-66AD-375EA42B5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10C2BA6-0B1E-F281-957C-F263E03BB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ADFE22B-E500-0C86-D254-FDAD871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5FE6BF-65ED-54AC-9B8E-27EE84930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2CF70929-4A3B-7D1F-0FC1-783BBC1EC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482C1B81-9A8D-489F-FD96-6C61C5351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C0B983A-D8D8-3F71-9A84-4B8558779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6" r="-1" b="-1"/>
          <a:stretch>
            <a:fillRect/>
          </a:stretch>
        </p:blipFill>
        <p:spPr bwMode="auto">
          <a:xfrm>
            <a:off x="1291634" y="1148747"/>
            <a:ext cx="4793260" cy="4227387"/>
          </a:xfrm>
          <a:prstGeom prst="rect">
            <a:avLst/>
          </a:prstGeom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C8342C2E-94DB-FF49-32E8-F6CEB63CD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35096" y="657544"/>
            <a:ext cx="4843727" cy="5534144"/>
            <a:chOff x="1674895" y="1345036"/>
            <a:chExt cx="5428610" cy="421093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6D596D8-B26F-06E1-299F-3B73ABD53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A9C7CCB-5D32-4B30-D76E-6C5E1B2CD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FC72996-617C-6AF8-631B-A884273E3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8435" y="401247"/>
            <a:ext cx="4860256" cy="566987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Graphic 212">
            <a:extLst>
              <a:ext uri="{FF2B5EF4-FFF2-40B4-BE49-F238E27FC236}">
                <a16:creationId xmlns:a16="http://schemas.microsoft.com/office/drawing/2014/main" id="{1E8BBFCD-9FAB-930C-E352-DC23743E9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7" name="Graphic 212">
            <a:extLst>
              <a:ext uri="{FF2B5EF4-FFF2-40B4-BE49-F238E27FC236}">
                <a16:creationId xmlns:a16="http://schemas.microsoft.com/office/drawing/2014/main" id="{FF9D8FAA-09F7-0906-8B88-10E82A4E6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B255AC1-EA38-AE2F-FF13-A5159DA32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99FD3156-83F9-30F1-1E66-D09AB97EC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16F2521-95AB-45C4-3227-4475F5DED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652D821-DBA5-344D-FD98-04520229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77" name="Graphic 185">
            <a:extLst>
              <a:ext uri="{FF2B5EF4-FFF2-40B4-BE49-F238E27FC236}">
                <a16:creationId xmlns:a16="http://schemas.microsoft.com/office/drawing/2014/main" id="{A9105E1C-DF50-F701-256C-2BD8BE57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59160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33D63C9-4E56-311A-59F2-F92DF5369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C79815B-C36E-0AF2-7D17-42DC9ECAD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2E07054-2CD3-16D3-255D-BFE860030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93E37BA-6513-73A1-E841-87F7D2CC9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8B8CE2-5F0F-7CA4-AF40-D161AEEB9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re 3">
            <a:extLst>
              <a:ext uri="{FF2B5EF4-FFF2-40B4-BE49-F238E27FC236}">
                <a16:creationId xmlns:a16="http://schemas.microsoft.com/office/drawing/2014/main" id="{E645515D-D0C9-505E-451A-5900B5949A33}"/>
              </a:ext>
            </a:extLst>
          </p:cNvPr>
          <p:cNvSpPr txBox="1">
            <a:spLocks/>
          </p:cNvSpPr>
          <p:nvPr/>
        </p:nvSpPr>
        <p:spPr>
          <a:xfrm>
            <a:off x="-4371605" y="4013636"/>
            <a:ext cx="3451842" cy="6463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4000" dirty="0">
                <a:solidFill>
                  <a:srgbClr val="F0DB4F"/>
                </a:solidFill>
                <a:latin typeface="Amasis MT Pro Black" panose="02040A04050005020304" pitchFamily="18" charset="0"/>
              </a:rPr>
              <a:t>JAVASCRIPT</a:t>
            </a:r>
            <a:endParaRPr lang="fr-YT" sz="400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7907E6B-F14B-980E-4CD2-F43047409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04964" y="1255040"/>
            <a:ext cx="4843727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YT" altLang="fr-Y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YT" altLang="fr-Y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JavaScript = </a:t>
            </a:r>
            <a:r>
              <a:rPr kumimoji="0" lang="fr-YT" altLang="fr-YT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les deux</a:t>
            </a:r>
            <a:r>
              <a:rPr kumimoji="0" lang="fr-YT" altLang="fr-Y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YT" altLang="fr-Y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510994-78D1-C6B2-4D6A-30324DA75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70" y="2658878"/>
            <a:ext cx="486025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YT" sz="3200" dirty="0">
                <a:latin typeface="Amasis MT Pro Black" panose="02040A04050005020304" pitchFamily="18" charset="0"/>
              </a:rPr>
              <a:t>À la base : interprété</a:t>
            </a:r>
            <a:endParaRPr lang="fr-YT" altLang="fr-YT" sz="18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46396-DF30-AE51-FEA9-647AECD48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964" y="4110465"/>
            <a:ext cx="486025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endParaRPr lang="fr-YT" altLang="fr-YT" sz="1800" dirty="0"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YT" sz="2800" dirty="0">
                <a:latin typeface="Amasis MT Pro Black" panose="02040A04050005020304" pitchFamily="18" charset="0"/>
              </a:rPr>
              <a:t>Aujourd’hui : JIT compilé</a:t>
            </a:r>
            <a:endParaRPr lang="fr-YT" altLang="fr-YT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497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73FFE-DECF-EE9F-407B-380DE9F1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85">
            <a:extLst>
              <a:ext uri="{FF2B5EF4-FFF2-40B4-BE49-F238E27FC236}">
                <a16:creationId xmlns:a16="http://schemas.microsoft.com/office/drawing/2014/main" id="{4AFA8B2D-B8A9-C63B-A953-5419C87F3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D9ADFB9-127B-7444-F139-B3D7471CE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AE04EF-1F74-9762-D24B-B5E6E0D58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7D3977-0473-F69C-D566-4718202F3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4DAA08-D2B1-9ACD-1117-06A80C86E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CC3F10-C33C-73C3-E427-113505C5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98C784AA-87B4-1C79-2B66-B5D5CD1C4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83665B-2970-509B-635C-93580DE5D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44214E6-234A-7785-66C2-7BDF86812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70C5573-5E52-4667-8D3B-2CD113DC4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350FCB-ABC6-200E-B5AC-C39388162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3F8D05D-D8BA-089B-A604-9528F87C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7992AD9-B013-19AD-EB98-2BB6080C2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88B8AD5-7B8B-E008-5EBD-771768101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B3F69FC-AB3C-C23E-2D7A-A80CBB38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BDEA9A2-00CD-0672-85E4-B67A9EA44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517B2F-1321-273E-991E-93465FD99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106D26-6B98-C516-3CDE-17A99E47F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BE46060-5808-2133-5CD1-FB911748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D99194-4222-9609-0625-05927B37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011" y="2058133"/>
            <a:ext cx="8751370" cy="2834622"/>
          </a:xfrm>
        </p:spPr>
        <p:txBody>
          <a:bodyPr vert="horz" wrap="square" lIns="91440" tIns="45720" rIns="91440" bIns="45720" rtlCol="0" anchor="b">
            <a:spAutoFit/>
          </a:bodyPr>
          <a:lstStyle/>
          <a:p>
            <a:pPr algn="ctr"/>
            <a:r>
              <a:rPr lang="fr-FR" sz="6600" dirty="0">
                <a:latin typeface="Amasis MT Pro Black" panose="02040A04050005020304" pitchFamily="18" charset="0"/>
              </a:rPr>
              <a:t>Avantages entre interprété et compilé</a:t>
            </a:r>
            <a:endParaRPr lang="en-US" sz="6600" b="1" kern="1200" cap="all" spc="1500" baseline="0" dirty="0">
              <a:solidFill>
                <a:schemeClr val="tx1"/>
              </a:solidFill>
              <a:latin typeface="Amasis MT Pro Black" panose="02040A04050005020304" pitchFamily="18" charset="0"/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20CAC5A-2168-4754-CF7A-EDB40942C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FA17EE2-4C5B-10BA-C186-43DE88C9B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3878F7-AF7E-4550-147C-56B207F55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-4"/>
          <a:stretch>
            <a:fillRect/>
          </a:stretch>
        </p:blipFill>
        <p:spPr bwMode="auto">
          <a:xfrm>
            <a:off x="9851722" y="401247"/>
            <a:ext cx="1666234" cy="1666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12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74</Words>
  <Application>Microsoft Office PowerPoint</Application>
  <PresentationFormat>Grand écran</PresentationFormat>
  <Paragraphs>31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Amasis MT Pro Black</vt:lpstr>
      <vt:lpstr>Aptos</vt:lpstr>
      <vt:lpstr>Arial</vt:lpstr>
      <vt:lpstr>Avenir Next LT Pro</vt:lpstr>
      <vt:lpstr>FunkyShapesVTI</vt:lpstr>
      <vt:lpstr>Présentation PowerPoint</vt:lpstr>
      <vt:lpstr>JAVASCRIPT</vt:lpstr>
      <vt:lpstr>JavaScript :  interprété ou compilé ?</vt:lpstr>
      <vt:lpstr> JavaScript = les deux  </vt:lpstr>
      <vt:lpstr> JavaScript = les deux  </vt:lpstr>
      <vt:lpstr> JavaScript = les deux  </vt:lpstr>
      <vt:lpstr>Avantages entre interprété et compilé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2026-04-27T06:58:22Z</dcterms:created>
  <dcterms:modified xsi:type="dcterms:W3CDTF">2026-04-27T08:13:51Z</dcterms:modified>
</cp:coreProperties>
</file>