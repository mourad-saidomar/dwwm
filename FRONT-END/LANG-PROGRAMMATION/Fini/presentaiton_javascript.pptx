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70"/>
  </p:notesMasterIdLst>
  <p:sldIdLst>
    <p:sldId id="256" r:id="rId2"/>
    <p:sldId id="311" r:id="rId3"/>
    <p:sldId id="312" r:id="rId4"/>
    <p:sldId id="257" r:id="rId5"/>
    <p:sldId id="313" r:id="rId6"/>
    <p:sldId id="314" r:id="rId7"/>
    <p:sldId id="315" r:id="rId8"/>
    <p:sldId id="316" r:id="rId9"/>
    <p:sldId id="274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267" r:id="rId18"/>
    <p:sldId id="328" r:id="rId19"/>
    <p:sldId id="324" r:id="rId20"/>
    <p:sldId id="325" r:id="rId21"/>
    <p:sldId id="326" r:id="rId22"/>
    <p:sldId id="327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41" r:id="rId32"/>
    <p:sldId id="350" r:id="rId33"/>
    <p:sldId id="349" r:id="rId34"/>
    <p:sldId id="351" r:id="rId35"/>
    <p:sldId id="348" r:id="rId36"/>
    <p:sldId id="342" r:id="rId37"/>
    <p:sldId id="347" r:id="rId38"/>
    <p:sldId id="353" r:id="rId39"/>
    <p:sldId id="354" r:id="rId40"/>
    <p:sldId id="352" r:id="rId41"/>
    <p:sldId id="355" r:id="rId42"/>
    <p:sldId id="263" r:id="rId43"/>
    <p:sldId id="356" r:id="rId44"/>
    <p:sldId id="357" r:id="rId45"/>
    <p:sldId id="358" r:id="rId46"/>
    <p:sldId id="359" r:id="rId47"/>
    <p:sldId id="360" r:id="rId48"/>
    <p:sldId id="361" r:id="rId49"/>
    <p:sldId id="362" r:id="rId50"/>
    <p:sldId id="363" r:id="rId51"/>
    <p:sldId id="364" r:id="rId52"/>
    <p:sldId id="366" r:id="rId53"/>
    <p:sldId id="365" r:id="rId54"/>
    <p:sldId id="367" r:id="rId55"/>
    <p:sldId id="368" r:id="rId56"/>
    <p:sldId id="369" r:id="rId57"/>
    <p:sldId id="370" r:id="rId58"/>
    <p:sldId id="371" r:id="rId59"/>
    <p:sldId id="372" r:id="rId60"/>
    <p:sldId id="373" r:id="rId61"/>
    <p:sldId id="374" r:id="rId62"/>
    <p:sldId id="289" r:id="rId63"/>
    <p:sldId id="375" r:id="rId64"/>
    <p:sldId id="376" r:id="rId65"/>
    <p:sldId id="377" r:id="rId66"/>
    <p:sldId id="379" r:id="rId67"/>
    <p:sldId id="378" r:id="rId68"/>
    <p:sldId id="380" r:id="rId69"/>
  </p:sldIdLst>
  <p:sldSz cx="9144000" cy="5143500" type="screen16x9"/>
  <p:notesSz cx="6858000" cy="9144000"/>
  <p:embeddedFontLst>
    <p:embeddedFont>
      <p:font typeface="Agency FB" panose="020B0604020202020204" charset="0"/>
      <p:regular r:id="rId71"/>
      <p:bold r:id="rId72"/>
    </p:embeddedFont>
    <p:embeddedFont>
      <p:font typeface="Bebas Neue" panose="020B0604020202020204" charset="0"/>
      <p:regular r:id="rId73"/>
    </p:embeddedFont>
    <p:embeddedFont>
      <p:font typeface="Poppins" panose="020B0604020202020204" charset="0"/>
      <p:regular r:id="rId74"/>
      <p:bold r:id="rId75"/>
      <p:italic r:id="rId76"/>
      <p:boldItalic r:id="rId77"/>
    </p:embeddedFont>
    <p:embeddedFont>
      <p:font typeface="Poppins SemiBold" panose="020B0604020202020204" charset="0"/>
      <p:regular r:id="rId78"/>
      <p:bold r:id="rId79"/>
      <p:italic r:id="rId80"/>
      <p:boldItalic r:id="rId81"/>
    </p:embeddedFont>
    <p:embeddedFont>
      <p:font typeface="Rockwell Extra Bold" panose="020B0604020202020204" charset="0"/>
      <p:bold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D492"/>
    <a:srgbClr val="FFCC00"/>
    <a:srgbClr val="FF9933"/>
    <a:srgbClr val="9995FA"/>
    <a:srgbClr val="FFA3CE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04442-929C-4C71-B0E0-9AF335DE9FCC}" v="2" dt="2026-04-28T06:11:54.351"/>
    <p1510:client id="{A44B4CBA-BAA0-4B5E-ABBE-00F95D503672}" v="109" dt="2026-04-28T06:01:53.786"/>
  </p1510:revLst>
</p1510:revInfo>
</file>

<file path=ppt/tableStyles.xml><?xml version="1.0" encoding="utf-8"?>
<a:tblStyleLst xmlns:a="http://schemas.openxmlformats.org/drawingml/2006/main" def="{FACCA3AB-5949-4564-9151-F1D4BBC6F466}">
  <a:tblStyle styleId="{FACCA3AB-5949-4564-9151-F1D4BBC6F4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3A5DE909-1BEF-46E4-AB5F-578EBA1746E0}"/>
    <pc:docChg chg="modSld modMainMaster">
      <pc:chgData name="Aloe VERA" userId="6b960476-e567-467f-a33f-aec172a9bd13" providerId="ADAL" clId="{3A5DE909-1BEF-46E4-AB5F-578EBA1746E0}" dt="2026-04-28T06:11:54.351" v="1"/>
      <pc:docMkLst>
        <pc:docMk/>
      </pc:docMkLst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5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5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6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6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7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0" sldId="28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990003689" sldId="31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932294695" sldId="31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392561151" sldId="31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037393366" sldId="31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761519162" sldId="31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168388710" sldId="31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565583555" sldId="31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918342851" sldId="31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6285197" sldId="31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554786802" sldId="320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300188966" sldId="32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5612433" sldId="32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78957209" sldId="32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119068687" sldId="32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580543075" sldId="32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2719352" sldId="32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323017816" sldId="32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007015223" sldId="32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080822960" sldId="32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77296804" sldId="330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049252470" sldId="33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728596850" sldId="33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620002136" sldId="33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409391566" sldId="33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829386453" sldId="33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951531839" sldId="33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00154651" sldId="34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576192622" sldId="34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470588177" sldId="34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55252260" sldId="34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737471599" sldId="34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730679391" sldId="350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734112007" sldId="35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32935576" sldId="35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113977870" sldId="35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932177160" sldId="35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283431710" sldId="35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000150972" sldId="35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918043483" sldId="35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928967578" sldId="35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765684317" sldId="35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589447090" sldId="360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792131232" sldId="36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288981035" sldId="36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090776303" sldId="36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674161537" sldId="36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436370720" sldId="36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13915061" sldId="36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477116997" sldId="36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522834944" sldId="36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936382034" sldId="36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468507828" sldId="370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889366962" sldId="371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2707584419" sldId="372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615405238" sldId="373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837014594" sldId="374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814902926" sldId="375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92828066" sldId="376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3863546523" sldId="377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4267551941" sldId="378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575230998" sldId="379"/>
        </pc:sldMkLst>
      </pc:sldChg>
      <pc:sldChg chg="modTransition">
        <pc:chgData name="Aloe VERA" userId="6b960476-e567-467f-a33f-aec172a9bd13" providerId="ADAL" clId="{3A5DE909-1BEF-46E4-AB5F-578EBA1746E0}" dt="2026-04-28T06:11:54.351" v="1"/>
        <pc:sldMkLst>
          <pc:docMk/>
          <pc:sldMk cId="1489050315" sldId="380"/>
        </pc:sldMkLst>
      </pc:sldChg>
      <pc:sldMasterChg chg="modTransition modSldLayout">
        <pc:chgData name="Aloe VERA" userId="6b960476-e567-467f-a33f-aec172a9bd13" providerId="ADAL" clId="{3A5DE909-1BEF-46E4-AB5F-578EBA1746E0}" dt="2026-04-28T06:11:54.351" v="1"/>
        <pc:sldMasterMkLst>
          <pc:docMk/>
          <pc:sldMasterMk cId="0" sldId="2147483678"/>
        </pc:sldMasterMkLst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48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49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52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58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61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66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72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74"/>
          </pc:sldLayoutMkLst>
        </pc:sldLayoutChg>
        <pc:sldLayoutChg chg="modTransition">
          <pc:chgData name="Aloe VERA" userId="6b960476-e567-467f-a33f-aec172a9bd13" providerId="ADAL" clId="{3A5DE909-1BEF-46E4-AB5F-578EBA1746E0}" dt="2026-04-28T06:11:54.351" v="1"/>
          <pc:sldLayoutMkLst>
            <pc:docMk/>
            <pc:sldMasterMk cId="0" sldId="2147483678"/>
            <pc:sldLayoutMk cId="0" sldId="2147483675"/>
          </pc:sldLayoutMkLst>
        </pc:sldLayoutChg>
      </pc:sldMasterChg>
    </pc:docChg>
  </pc:docChgLst>
  <pc:docChgLst>
    <pc:chgData name="Aloe VERA" userId="6b960476-e567-467f-a33f-aec172a9bd13" providerId="ADAL" clId="{8A9E6FFF-D572-4621-84EA-50F599B778CC}"/>
    <pc:docChg chg="undo redo custSel addSld delSld modSld sldOrd delMainMaster">
      <pc:chgData name="Aloe VERA" userId="6b960476-e567-467f-a33f-aec172a9bd13" providerId="ADAL" clId="{8A9E6FFF-D572-4621-84EA-50F599B778CC}" dt="2026-04-28T06:02:50.868" v="542" actId="47"/>
      <pc:docMkLst>
        <pc:docMk/>
      </pc:docMkLst>
      <pc:sldChg chg="addSp delSp modSp mod">
        <pc:chgData name="Aloe VERA" userId="6b960476-e567-467f-a33f-aec172a9bd13" providerId="ADAL" clId="{8A9E6FFF-D572-4621-84EA-50F599B778CC}" dt="2026-04-28T04:57:37.815" v="75" actId="20577"/>
        <pc:sldMkLst>
          <pc:docMk/>
          <pc:sldMk cId="0" sldId="263"/>
        </pc:sldMkLst>
        <pc:spChg chg="add del mod">
          <ac:chgData name="Aloe VERA" userId="6b960476-e567-467f-a33f-aec172a9bd13" providerId="ADAL" clId="{8A9E6FFF-D572-4621-84EA-50F599B778CC}" dt="2026-04-28T04:45:54.348" v="8" actId="478"/>
          <ac:spMkLst>
            <pc:docMk/>
            <pc:sldMk cId="0" sldId="263"/>
            <ac:spMk id="4" creationId="{9C47F6C1-6E1E-BD36-505A-BFABCF97688B}"/>
          </ac:spMkLst>
        </pc:spChg>
        <pc:spChg chg="add del mod">
          <ac:chgData name="Aloe VERA" userId="6b960476-e567-467f-a33f-aec172a9bd13" providerId="ADAL" clId="{8A9E6FFF-D572-4621-84EA-50F599B778CC}" dt="2026-04-28T04:42:39.776" v="4" actId="478"/>
          <ac:spMkLst>
            <pc:docMk/>
            <pc:sldMk cId="0" sldId="263"/>
            <ac:spMk id="6" creationId="{657CCAEE-0B96-35F9-1C6C-0E530B7B0DCB}"/>
          </ac:spMkLst>
        </pc:spChg>
        <pc:spChg chg="add mod">
          <ac:chgData name="Aloe VERA" userId="6b960476-e567-467f-a33f-aec172a9bd13" providerId="ADAL" clId="{8A9E6FFF-D572-4621-84EA-50F599B778CC}" dt="2026-04-28T04:47:57.664" v="22" actId="1076"/>
          <ac:spMkLst>
            <pc:docMk/>
            <pc:sldMk cId="0" sldId="263"/>
            <ac:spMk id="7" creationId="{45E55F52-F88A-47BD-4FD5-7EF4BEFF5830}"/>
          </ac:spMkLst>
        </pc:spChg>
        <pc:spChg chg="add mod">
          <ac:chgData name="Aloe VERA" userId="6b960476-e567-467f-a33f-aec172a9bd13" providerId="ADAL" clId="{8A9E6FFF-D572-4621-84EA-50F599B778CC}" dt="2026-04-28T04:46:15.815" v="10"/>
          <ac:spMkLst>
            <pc:docMk/>
            <pc:sldMk cId="0" sldId="263"/>
            <ac:spMk id="9" creationId="{9A6C9A4F-D3A9-6601-BF8B-F0A39328D926}"/>
          </ac:spMkLst>
        </pc:spChg>
        <pc:spChg chg="add mod">
          <ac:chgData name="Aloe VERA" userId="6b960476-e567-467f-a33f-aec172a9bd13" providerId="ADAL" clId="{8A9E6FFF-D572-4621-84EA-50F599B778CC}" dt="2026-04-28T04:46:15.815" v="10"/>
          <ac:spMkLst>
            <pc:docMk/>
            <pc:sldMk cId="0" sldId="263"/>
            <ac:spMk id="10" creationId="{E23F4CE3-AB2D-4BBF-0D92-222B9DA7AE54}"/>
          </ac:spMkLst>
        </pc:spChg>
        <pc:spChg chg="add mod">
          <ac:chgData name="Aloe VERA" userId="6b960476-e567-467f-a33f-aec172a9bd13" providerId="ADAL" clId="{8A9E6FFF-D572-4621-84EA-50F599B778CC}" dt="2026-04-28T04:47:18.406" v="18" actId="1076"/>
          <ac:spMkLst>
            <pc:docMk/>
            <pc:sldMk cId="0" sldId="263"/>
            <ac:spMk id="12" creationId="{BAC9AAAA-D0E2-DF32-A2E6-21706BBB2E23}"/>
          </ac:spMkLst>
        </pc:spChg>
        <pc:spChg chg="add mod">
          <ac:chgData name="Aloe VERA" userId="6b960476-e567-467f-a33f-aec172a9bd13" providerId="ADAL" clId="{8A9E6FFF-D572-4621-84EA-50F599B778CC}" dt="2026-04-28T04:57:37.815" v="75" actId="20577"/>
          <ac:spMkLst>
            <pc:docMk/>
            <pc:sldMk cId="0" sldId="263"/>
            <ac:spMk id="13" creationId="{BC64557D-AD7A-E79E-DB08-AB654A931D82}"/>
          </ac:spMkLst>
        </pc:spChg>
        <pc:spChg chg="add mod">
          <ac:chgData name="Aloe VERA" userId="6b960476-e567-467f-a33f-aec172a9bd13" providerId="ADAL" clId="{8A9E6FFF-D572-4621-84EA-50F599B778CC}" dt="2026-04-28T04:53:23.615" v="47" actId="1076"/>
          <ac:spMkLst>
            <pc:docMk/>
            <pc:sldMk cId="0" sldId="263"/>
            <ac:spMk id="14" creationId="{86BC112B-0D38-969C-A25E-9AF474C40BB6}"/>
          </ac:spMkLst>
        </pc:spChg>
        <pc:spChg chg="add del mod">
          <ac:chgData name="Aloe VERA" userId="6b960476-e567-467f-a33f-aec172a9bd13" providerId="ADAL" clId="{8A9E6FFF-D572-4621-84EA-50F599B778CC}" dt="2026-04-28T04:54:00.118" v="54" actId="478"/>
          <ac:spMkLst>
            <pc:docMk/>
            <pc:sldMk cId="0" sldId="263"/>
            <ac:spMk id="15" creationId="{6B949E7F-EAFB-3060-1877-09254AA827C8}"/>
          </ac:spMkLst>
        </pc:spChg>
        <pc:spChg chg="add del mod">
          <ac:chgData name="Aloe VERA" userId="6b960476-e567-467f-a33f-aec172a9bd13" providerId="ADAL" clId="{8A9E6FFF-D572-4621-84EA-50F599B778CC}" dt="2026-04-28T04:54:00.118" v="54" actId="478"/>
          <ac:spMkLst>
            <pc:docMk/>
            <pc:sldMk cId="0" sldId="263"/>
            <ac:spMk id="16" creationId="{233C6D08-2FAB-9AD2-6CA7-58EB81D99416}"/>
          </ac:spMkLst>
        </pc:spChg>
        <pc:spChg chg="del">
          <ac:chgData name="Aloe VERA" userId="6b960476-e567-467f-a33f-aec172a9bd13" providerId="ADAL" clId="{8A9E6FFF-D572-4621-84EA-50F599B778CC}" dt="2026-04-28T04:42:37.663" v="3" actId="478"/>
          <ac:spMkLst>
            <pc:docMk/>
            <pc:sldMk cId="0" sldId="263"/>
            <ac:spMk id="324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4:42:32.549" v="1" actId="478"/>
          <ac:spMkLst>
            <pc:docMk/>
            <pc:sldMk cId="0" sldId="263"/>
            <ac:spMk id="325" creationId="{00000000-0000-0000-0000-000000000000}"/>
          </ac:spMkLst>
        </pc:spChg>
        <pc:spChg chg="mod">
          <ac:chgData name="Aloe VERA" userId="6b960476-e567-467f-a33f-aec172a9bd13" providerId="ADAL" clId="{8A9E6FFF-D572-4621-84EA-50F599B778CC}" dt="2026-04-28T04:51:15.107" v="39" actId="1076"/>
          <ac:spMkLst>
            <pc:docMk/>
            <pc:sldMk cId="0" sldId="263"/>
            <ac:spMk id="328" creationId="{00000000-0000-0000-0000-000000000000}"/>
          </ac:spMkLst>
        </pc:spChg>
        <pc:picChg chg="add mod">
          <ac:chgData name="Aloe VERA" userId="6b960476-e567-467f-a33f-aec172a9bd13" providerId="ADAL" clId="{8A9E6FFF-D572-4621-84EA-50F599B778CC}" dt="2026-04-28T04:46:15.815" v="10"/>
          <ac:picMkLst>
            <pc:docMk/>
            <pc:sldMk cId="0" sldId="263"/>
            <ac:picMk id="8" creationId="{93A005EF-A39A-325F-E41D-A2B7ACFA6D71}"/>
          </ac:picMkLst>
        </pc:picChg>
        <pc:picChg chg="add mod">
          <ac:chgData name="Aloe VERA" userId="6b960476-e567-467f-a33f-aec172a9bd13" providerId="ADAL" clId="{8A9E6FFF-D572-4621-84EA-50F599B778CC}" dt="2026-04-28T04:46:26.953" v="12" actId="1076"/>
          <ac:picMkLst>
            <pc:docMk/>
            <pc:sldMk cId="0" sldId="263"/>
            <ac:picMk id="11" creationId="{2A086072-E211-B2EE-1AB1-A8FE07F4341B}"/>
          </ac:picMkLst>
        </pc:picChg>
        <pc:cxnChg chg="add del mod">
          <ac:chgData name="Aloe VERA" userId="6b960476-e567-467f-a33f-aec172a9bd13" providerId="ADAL" clId="{8A9E6FFF-D572-4621-84EA-50F599B778CC}" dt="2026-04-28T04:54:01.422" v="56" actId="478"/>
          <ac:cxnSpMkLst>
            <pc:docMk/>
            <pc:sldMk cId="0" sldId="263"/>
            <ac:cxnSpMk id="18" creationId="{97B91FDB-C382-DEC8-9D4A-6A9F16C8E7BD}"/>
          </ac:cxnSpMkLst>
        </pc:cxnChg>
        <pc:cxnChg chg="add del mod">
          <ac:chgData name="Aloe VERA" userId="6b960476-e567-467f-a33f-aec172a9bd13" providerId="ADAL" clId="{8A9E6FFF-D572-4621-84EA-50F599B778CC}" dt="2026-04-28T04:54:01.064" v="55" actId="478"/>
          <ac:cxnSpMkLst>
            <pc:docMk/>
            <pc:sldMk cId="0" sldId="263"/>
            <ac:cxnSpMk id="20" creationId="{88C95D94-F97E-F7B1-0C43-C20D014FC55C}"/>
          </ac:cxnSpMkLst>
        </pc:cxnChg>
        <pc:cxnChg chg="del">
          <ac:chgData name="Aloe VERA" userId="6b960476-e567-467f-a33f-aec172a9bd13" providerId="ADAL" clId="{8A9E6FFF-D572-4621-84EA-50F599B778CC}" dt="2026-04-28T04:42:36.281" v="2" actId="478"/>
          <ac:cxnSpMkLst>
            <pc:docMk/>
            <pc:sldMk cId="0" sldId="263"/>
            <ac:cxnSpMk id="326" creationId="{00000000-0000-0000-0000-000000000000}"/>
          </ac:cxnSpMkLst>
        </pc:cxnChg>
      </pc:sldChg>
      <pc:sldChg chg="del">
        <pc:chgData name="Aloe VERA" userId="6b960476-e567-467f-a33f-aec172a9bd13" providerId="ADAL" clId="{8A9E6FFF-D572-4621-84EA-50F599B778CC}" dt="2026-04-28T05:36:52.471" v="362" actId="47"/>
        <pc:sldMkLst>
          <pc:docMk/>
          <pc:sldMk cId="0" sldId="264"/>
        </pc:sldMkLst>
      </pc:sldChg>
      <pc:sldChg chg="add del">
        <pc:chgData name="Aloe VERA" userId="6b960476-e567-467f-a33f-aec172a9bd13" providerId="ADAL" clId="{8A9E6FFF-D572-4621-84EA-50F599B778CC}" dt="2026-04-28T05:58:43.829" v="504" actId="47"/>
        <pc:sldMkLst>
          <pc:docMk/>
          <pc:sldMk cId="0" sldId="283"/>
        </pc:sldMkLst>
      </pc:sldChg>
      <pc:sldChg chg="add del">
        <pc:chgData name="Aloe VERA" userId="6b960476-e567-467f-a33f-aec172a9bd13" providerId="ADAL" clId="{8A9E6FFF-D572-4621-84EA-50F599B778CC}" dt="2026-04-28T05:58:45.524" v="505" actId="47"/>
        <pc:sldMkLst>
          <pc:docMk/>
          <pc:sldMk cId="0" sldId="284"/>
        </pc:sldMkLst>
      </pc:sldChg>
      <pc:sldChg chg="addSp delSp modSp mod ord">
        <pc:chgData name="Aloe VERA" userId="6b960476-e567-467f-a33f-aec172a9bd13" providerId="ADAL" clId="{8A9E6FFF-D572-4621-84EA-50F599B778CC}" dt="2026-04-28T05:53:29.871" v="485" actId="1076"/>
        <pc:sldMkLst>
          <pc:docMk/>
          <pc:sldMk cId="0" sldId="289"/>
        </pc:sldMkLst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7" creationId="{FB6D0524-04D5-CD13-12E5-013C0A94E91B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0" creationId="{DFCF9D4A-69F5-AE6F-FFCA-3C139D6030E4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1" creationId="{A6FB4E5B-00DF-E01F-493F-857A391084FA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4" creationId="{3C686ED8-376E-AC2E-6B42-86C9B595B64F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5" creationId="{BD1D652E-0C50-3889-20F6-37745AE37218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8" creationId="{D2DC700D-C9D7-CAC8-E0FF-488EE5C31736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19" creationId="{AF1CFF33-336D-3951-9D5C-1E1C717872BC}"/>
          </ac:spMkLst>
        </pc:spChg>
        <pc:spChg chg="mod">
          <ac:chgData name="Aloe VERA" userId="6b960476-e567-467f-a33f-aec172a9bd13" providerId="ADAL" clId="{8A9E6FFF-D572-4621-84EA-50F599B778CC}" dt="2026-04-28T05:38:54.369" v="381" actId="3064"/>
          <ac:spMkLst>
            <pc:docMk/>
            <pc:sldMk cId="0" sldId="289"/>
            <ac:spMk id="22" creationId="{83C7E142-4DB2-C4DE-6708-28F8CBD4678E}"/>
          </ac:spMkLst>
        </pc:spChg>
        <pc:spChg chg="add del mod">
          <ac:chgData name="Aloe VERA" userId="6b960476-e567-467f-a33f-aec172a9bd13" providerId="ADAL" clId="{8A9E6FFF-D572-4621-84EA-50F599B778CC}" dt="2026-04-28T05:38:15.927" v="370" actId="478"/>
          <ac:spMkLst>
            <pc:docMk/>
            <pc:sldMk cId="0" sldId="289"/>
            <ac:spMk id="24" creationId="{65E8DAF5-0D2E-57B6-9728-FDE88AE410C2}"/>
          </ac:spMkLst>
        </pc:spChg>
        <pc:spChg chg="add del mod">
          <ac:chgData name="Aloe VERA" userId="6b960476-e567-467f-a33f-aec172a9bd13" providerId="ADAL" clId="{8A9E6FFF-D572-4621-84EA-50F599B778CC}" dt="2026-04-28T05:38:18.720" v="372" actId="478"/>
          <ac:spMkLst>
            <pc:docMk/>
            <pc:sldMk cId="0" sldId="289"/>
            <ac:spMk id="26" creationId="{FA42096F-3C07-6DC8-1F0E-7ADACBDC6074}"/>
          </ac:spMkLst>
        </pc:spChg>
        <pc:spChg chg="add del mod">
          <ac:chgData name="Aloe VERA" userId="6b960476-e567-467f-a33f-aec172a9bd13" providerId="ADAL" clId="{8A9E6FFF-D572-4621-84EA-50F599B778CC}" dt="2026-04-28T05:38:19.902" v="373" actId="478"/>
          <ac:spMkLst>
            <pc:docMk/>
            <pc:sldMk cId="0" sldId="289"/>
            <ac:spMk id="28" creationId="{87E491B6-FE97-2D2D-38BC-A61B49607EB5}"/>
          </ac:spMkLst>
        </pc:spChg>
        <pc:spChg chg="add del mod">
          <ac:chgData name="Aloe VERA" userId="6b960476-e567-467f-a33f-aec172a9bd13" providerId="ADAL" clId="{8A9E6FFF-D572-4621-84EA-50F599B778CC}" dt="2026-04-28T05:38:17.326" v="371" actId="478"/>
          <ac:spMkLst>
            <pc:docMk/>
            <pc:sldMk cId="0" sldId="289"/>
            <ac:spMk id="30" creationId="{CA2C793B-97D8-CF4D-6647-92295D1DC99E}"/>
          </ac:spMkLst>
        </pc:spChg>
        <pc:spChg chg="add del mod">
          <ac:chgData name="Aloe VERA" userId="6b960476-e567-467f-a33f-aec172a9bd13" providerId="ADAL" clId="{8A9E6FFF-D572-4621-84EA-50F599B778CC}" dt="2026-04-28T05:38:14.416" v="369" actId="478"/>
          <ac:spMkLst>
            <pc:docMk/>
            <pc:sldMk cId="0" sldId="289"/>
            <ac:spMk id="32" creationId="{84B8AE8B-73B1-37AC-AF8D-81D9C9A295A2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38" creationId="{2ECD2AAA-C10F-A349-5312-1743B8911560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41" creationId="{A124388F-C8F1-3AB4-21D4-E45681543AF2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42" creationId="{C3EEC467-C3CF-20E9-AE45-BCAAFC8EBFC3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45" creationId="{3518FF29-098C-FE85-3F4E-6AB52E70749E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46" creationId="{58312727-250F-65BB-5C24-C1607D212F4E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49" creationId="{8899F123-94D8-D466-8A27-D7B0FB504915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50" creationId="{0EF4B7A6-3D8E-125F-A358-E61FC8173A68}"/>
          </ac:spMkLst>
        </pc:spChg>
        <pc:spChg chg="mod">
          <ac:chgData name="Aloe VERA" userId="6b960476-e567-467f-a33f-aec172a9bd13" providerId="ADAL" clId="{8A9E6FFF-D572-4621-84EA-50F599B778CC}" dt="2026-04-28T05:39:41.992" v="389"/>
          <ac:spMkLst>
            <pc:docMk/>
            <pc:sldMk cId="0" sldId="289"/>
            <ac:spMk id="53" creationId="{ED165917-54BD-BAAF-53CC-98548F49D7BD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59" creationId="{394E5FCD-039F-E9B7-FBB6-E3BE55215238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62" creationId="{C0ADBCEB-A7F9-D94E-A866-8DA68964A9E0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63" creationId="{50CE9506-BD4B-7F6E-F8D9-702A349EDC00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898" creationId="{ACEFBDA0-5EC5-2B5B-7E3C-2B48E8322C6A}"/>
          </ac:spMkLst>
        </pc:spChg>
        <pc:spChg chg="del">
          <ac:chgData name="Aloe VERA" userId="6b960476-e567-467f-a33f-aec172a9bd13" providerId="ADAL" clId="{8A9E6FFF-D572-4621-84EA-50F599B778CC}" dt="2026-04-28T05:38:11.491" v="368" actId="478"/>
          <ac:spMkLst>
            <pc:docMk/>
            <pc:sldMk cId="0" sldId="289"/>
            <ac:spMk id="900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38:11.491" v="368" actId="478"/>
          <ac:spMkLst>
            <pc:docMk/>
            <pc:sldMk cId="0" sldId="289"/>
            <ac:spMk id="901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38:11.491" v="368" actId="478"/>
          <ac:spMkLst>
            <pc:docMk/>
            <pc:sldMk cId="0" sldId="289"/>
            <ac:spMk id="902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38:11.491" v="368" actId="478"/>
          <ac:spMkLst>
            <pc:docMk/>
            <pc:sldMk cId="0" sldId="289"/>
            <ac:spMk id="903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38:11.491" v="368" actId="478"/>
          <ac:spMkLst>
            <pc:docMk/>
            <pc:sldMk cId="0" sldId="289"/>
            <ac:spMk id="904" creationId="{00000000-0000-0000-0000-000000000000}"/>
          </ac:spMkLst>
        </pc:spChg>
        <pc:spChg chg="mod">
          <ac:chgData name="Aloe VERA" userId="6b960476-e567-467f-a33f-aec172a9bd13" providerId="ADAL" clId="{8A9E6FFF-D572-4621-84EA-50F599B778CC}" dt="2026-04-28T05:39:21.389" v="385" actId="1076"/>
          <ac:spMkLst>
            <pc:docMk/>
            <pc:sldMk cId="0" sldId="289"/>
            <ac:spMk id="906" creationId="{00000000-0000-0000-0000-000000000000}"/>
          </ac:spMkLst>
        </pc:spChg>
        <pc:spChg chg="mod">
          <ac:chgData name="Aloe VERA" userId="6b960476-e567-467f-a33f-aec172a9bd13" providerId="ADAL" clId="{8A9E6FFF-D572-4621-84EA-50F599B778CC}" dt="2026-04-28T05:45:31.921" v="433" actId="1076"/>
          <ac:spMkLst>
            <pc:docMk/>
            <pc:sldMk cId="0" sldId="289"/>
            <ac:spMk id="908" creationId="{00000000-0000-0000-0000-000000000000}"/>
          </ac:spMkLst>
        </pc:spChg>
        <pc:spChg chg="mod">
          <ac:chgData name="Aloe VERA" userId="6b960476-e567-467f-a33f-aec172a9bd13" providerId="ADAL" clId="{8A9E6FFF-D572-4621-84EA-50F599B778CC}" dt="2026-04-28T05:39:34.583" v="387" actId="1076"/>
          <ac:spMkLst>
            <pc:docMk/>
            <pc:sldMk cId="0" sldId="289"/>
            <ac:spMk id="909" creationId="{00000000-0000-0000-0000-000000000000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910" creationId="{1EE6B3BF-D488-660A-F578-C3567480FF3A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913" creationId="{4F24F405-73B8-2608-7171-838F7ABF55A4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914" creationId="{A5EF534A-B5AB-ADA0-9390-F2519DC433EB}"/>
          </ac:spMkLst>
        </pc:spChg>
        <pc:spChg chg="mod">
          <ac:chgData name="Aloe VERA" userId="6b960476-e567-467f-a33f-aec172a9bd13" providerId="ADAL" clId="{8A9E6FFF-D572-4621-84EA-50F599B778CC}" dt="2026-04-28T05:39:50.201" v="391" actId="571"/>
          <ac:spMkLst>
            <pc:docMk/>
            <pc:sldMk cId="0" sldId="289"/>
            <ac:spMk id="917" creationId="{149D2963-F664-5B9C-59D7-0379E2DB3C1E}"/>
          </ac:spMkLst>
        </pc:spChg>
        <pc:spChg chg="add mod">
          <ac:chgData name="Aloe VERA" userId="6b960476-e567-467f-a33f-aec172a9bd13" providerId="ADAL" clId="{8A9E6FFF-D572-4621-84EA-50F599B778CC}" dt="2026-04-28T05:53:29.871" v="485" actId="1076"/>
          <ac:spMkLst>
            <pc:docMk/>
            <pc:sldMk cId="0" sldId="289"/>
            <ac:spMk id="919" creationId="{AD29968E-80EE-33AA-156D-952768F62CA4}"/>
          </ac:spMkLst>
        </pc:spChg>
        <pc:spChg chg="add mod">
          <ac:chgData name="Aloe VERA" userId="6b960476-e567-467f-a33f-aec172a9bd13" providerId="ADAL" clId="{8A9E6FFF-D572-4621-84EA-50F599B778CC}" dt="2026-04-28T05:53:29.871" v="485" actId="1076"/>
          <ac:spMkLst>
            <pc:docMk/>
            <pc:sldMk cId="0" sldId="289"/>
            <ac:spMk id="920" creationId="{45DBF682-1808-C98C-CAF5-66867BC47056}"/>
          </ac:spMkLst>
        </pc:spChg>
        <pc:spChg chg="add del mod">
          <ac:chgData name="Aloe VERA" userId="6b960476-e567-467f-a33f-aec172a9bd13" providerId="ADAL" clId="{8A9E6FFF-D572-4621-84EA-50F599B778CC}" dt="2026-04-28T05:53:16.039" v="484" actId="478"/>
          <ac:spMkLst>
            <pc:docMk/>
            <pc:sldMk cId="0" sldId="289"/>
            <ac:spMk id="921" creationId="{A9DAFD54-BEDB-C9BB-8184-B6BCB81AEB5F}"/>
          </ac:spMkLst>
        </pc:spChg>
        <pc:spChg chg="add del mod">
          <ac:chgData name="Aloe VERA" userId="6b960476-e567-467f-a33f-aec172a9bd13" providerId="ADAL" clId="{8A9E6FFF-D572-4621-84EA-50F599B778CC}" dt="2026-04-28T05:53:16.039" v="484" actId="478"/>
          <ac:spMkLst>
            <pc:docMk/>
            <pc:sldMk cId="0" sldId="289"/>
            <ac:spMk id="922" creationId="{F90C3B7A-129B-26E4-F9FC-C63782F13985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3" creationId="{E63ECF92-14E8-7FC1-73D6-793197E8C869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4" creationId="{132C6B4E-6FF3-42F0-6F33-E3591F1A8185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5" creationId="{035DB0F6-D351-E6BD-F3D4-5C98BBCED66F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6" creationId="{D8C0ED4B-90D2-312E-3269-ABA3B9FAF0F1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7" creationId="{52EDADA7-10EB-B602-27B5-B09E418DF548}"/>
          </ac:spMkLst>
        </pc:spChg>
        <pc:spChg chg="add del mod">
          <ac:chgData name="Aloe VERA" userId="6b960476-e567-467f-a33f-aec172a9bd13" providerId="ADAL" clId="{8A9E6FFF-D572-4621-84EA-50F599B778CC}" dt="2026-04-28T05:53:06.803" v="483" actId="478"/>
          <ac:spMkLst>
            <pc:docMk/>
            <pc:sldMk cId="0" sldId="289"/>
            <ac:spMk id="928" creationId="{CD4CC86F-747F-0C03-15C8-2E2A17B24893}"/>
          </ac:spMkLst>
        </pc:spChg>
        <pc:spChg chg="add mod">
          <ac:chgData name="Aloe VERA" userId="6b960476-e567-467f-a33f-aec172a9bd13" providerId="ADAL" clId="{8A9E6FFF-D572-4621-84EA-50F599B778CC}" dt="2026-04-28T05:50:15.998" v="470" actId="14100"/>
          <ac:spMkLst>
            <pc:docMk/>
            <pc:sldMk cId="0" sldId="289"/>
            <ac:spMk id="929" creationId="{96BBBFA4-CF73-DD6C-BC96-0E9791D7F150}"/>
          </ac:spMkLst>
        </pc:spChg>
        <pc:spChg chg="add mod">
          <ac:chgData name="Aloe VERA" userId="6b960476-e567-467f-a33f-aec172a9bd13" providerId="ADAL" clId="{8A9E6FFF-D572-4621-84EA-50F599B778CC}" dt="2026-04-28T05:49:56.108" v="468" actId="20577"/>
          <ac:spMkLst>
            <pc:docMk/>
            <pc:sldMk cId="0" sldId="289"/>
            <ac:spMk id="930" creationId="{E84C9307-630A-3331-5C99-20FAC1AD4A96}"/>
          </ac:spMkLst>
        </pc:spChg>
        <pc:grpChg chg="add mod">
          <ac:chgData name="Aloe VERA" userId="6b960476-e567-467f-a33f-aec172a9bd13" providerId="ADAL" clId="{8A9E6FFF-D572-4621-84EA-50F599B778CC}" dt="2026-04-28T05:40:57.895" v="394" actId="164"/>
          <ac:grpSpMkLst>
            <pc:docMk/>
            <pc:sldMk cId="0" sldId="289"/>
            <ac:grpSpMk id="2" creationId="{40897BE1-5384-18C2-D4FC-C275C3606F77}"/>
          </ac:grpSpMkLst>
        </pc:grpChg>
        <pc:grpChg chg="mod">
          <ac:chgData name="Aloe VERA" userId="6b960476-e567-467f-a33f-aec172a9bd13" providerId="ADAL" clId="{8A9E6FFF-D572-4621-84EA-50F599B778CC}" dt="2026-04-28T05:38:03.798" v="367"/>
          <ac:grpSpMkLst>
            <pc:docMk/>
            <pc:sldMk cId="0" sldId="289"/>
            <ac:grpSpMk id="8" creationId="{1E0D4E5C-B6E3-291E-A174-6E22677C6B96}"/>
          </ac:grpSpMkLst>
        </pc:grpChg>
        <pc:grpChg chg="add mod">
          <ac:chgData name="Aloe VERA" userId="6b960476-e567-467f-a33f-aec172a9bd13" providerId="ADAL" clId="{8A9E6FFF-D572-4621-84EA-50F599B778CC}" dt="2026-04-28T05:40:57.895" v="394" actId="164"/>
          <ac:grpSpMkLst>
            <pc:docMk/>
            <pc:sldMk cId="0" sldId="289"/>
            <ac:grpSpMk id="33" creationId="{ED862FE8-56E8-FDC6-5968-28B77171986C}"/>
          </ac:grpSpMkLst>
        </pc:grpChg>
        <pc:grpChg chg="mod">
          <ac:chgData name="Aloe VERA" userId="6b960476-e567-467f-a33f-aec172a9bd13" providerId="ADAL" clId="{8A9E6FFF-D572-4621-84EA-50F599B778CC}" dt="2026-04-28T05:39:41.992" v="389"/>
          <ac:grpSpMkLst>
            <pc:docMk/>
            <pc:sldMk cId="0" sldId="289"/>
            <ac:grpSpMk id="39" creationId="{38F2F6B3-7D0C-C4CB-060D-9908B1C1F278}"/>
          </ac:grpSpMkLst>
        </pc:grpChg>
        <pc:grpChg chg="add mod">
          <ac:chgData name="Aloe VERA" userId="6b960476-e567-467f-a33f-aec172a9bd13" providerId="ADAL" clId="{8A9E6FFF-D572-4621-84EA-50F599B778CC}" dt="2026-04-28T05:39:50.201" v="391" actId="571"/>
          <ac:grpSpMkLst>
            <pc:docMk/>
            <pc:sldMk cId="0" sldId="289"/>
            <ac:grpSpMk id="54" creationId="{EBE3B2BF-CC1D-3C34-110F-16B6D219EB37}"/>
          </ac:grpSpMkLst>
        </pc:grpChg>
        <pc:grpChg chg="mod">
          <ac:chgData name="Aloe VERA" userId="6b960476-e567-467f-a33f-aec172a9bd13" providerId="ADAL" clId="{8A9E6FFF-D572-4621-84EA-50F599B778CC}" dt="2026-04-28T05:39:50.201" v="391" actId="571"/>
          <ac:grpSpMkLst>
            <pc:docMk/>
            <pc:sldMk cId="0" sldId="289"/>
            <ac:grpSpMk id="911" creationId="{150BD5DF-180C-1357-6FA8-41E8945E20D5}"/>
          </ac:grpSpMkLst>
        </pc:grpChg>
        <pc:grpChg chg="add mod">
          <ac:chgData name="Aloe VERA" userId="6b960476-e567-467f-a33f-aec172a9bd13" providerId="ADAL" clId="{8A9E6FFF-D572-4621-84EA-50F599B778CC}" dt="2026-04-28T05:41:09.719" v="396" actId="1076"/>
          <ac:grpSpMkLst>
            <pc:docMk/>
            <pc:sldMk cId="0" sldId="289"/>
            <ac:grpSpMk id="918" creationId="{02C51357-183A-5489-8488-207B26806905}"/>
          </ac:grpSpMkLst>
        </pc:grpChg>
        <pc:picChg chg="del">
          <ac:chgData name="Aloe VERA" userId="6b960476-e567-467f-a33f-aec172a9bd13" providerId="ADAL" clId="{8A9E6FFF-D572-4621-84EA-50F599B778CC}" dt="2026-04-28T05:37:50.348" v="366" actId="478"/>
          <ac:picMkLst>
            <pc:docMk/>
            <pc:sldMk cId="0" sldId="289"/>
            <ac:picMk id="899" creationId="{00000000-0000-0000-0000-000000000000}"/>
          </ac:picMkLst>
        </pc:picChg>
        <pc:picChg chg="add mod">
          <ac:chgData name="Aloe VERA" userId="6b960476-e567-467f-a33f-aec172a9bd13" providerId="ADAL" clId="{8A9E6FFF-D572-4621-84EA-50F599B778CC}" dt="2026-04-28T05:52:07.110" v="482" actId="1076"/>
          <ac:picMkLst>
            <pc:docMk/>
            <pc:sldMk cId="0" sldId="289"/>
            <ac:picMk id="931" creationId="{A71D2842-360A-1B5D-B8D4-2F11F045446E}"/>
          </ac:picMkLst>
        </pc:picChg>
      </pc:sldChg>
      <pc:sldChg chg="addSp delSp modSp del mod">
        <pc:chgData name="Aloe VERA" userId="6b960476-e567-467f-a33f-aec172a9bd13" providerId="ADAL" clId="{8A9E6FFF-D572-4621-84EA-50F599B778CC}" dt="2026-04-28T05:59:56.047" v="509" actId="47"/>
        <pc:sldMkLst>
          <pc:docMk/>
          <pc:sldMk cId="0" sldId="290"/>
        </pc:sldMkLst>
        <pc:spChg chg="add del mod">
          <ac:chgData name="Aloe VERA" userId="6b960476-e567-467f-a33f-aec172a9bd13" providerId="ADAL" clId="{8A9E6FFF-D572-4621-84EA-50F599B778CC}" dt="2026-04-28T05:59:08.927" v="507" actId="478"/>
          <ac:spMkLst>
            <pc:docMk/>
            <pc:sldMk cId="0" sldId="290"/>
            <ac:spMk id="3" creationId="{6BBAFAA9-5685-0CA1-9505-398F68385E5A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16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17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26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30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31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32" creationId="{00000000-0000-0000-0000-000000000000}"/>
          </ac:spMkLst>
        </pc:spChg>
        <pc:spChg chg="del">
          <ac:chgData name="Aloe VERA" userId="6b960476-e567-467f-a33f-aec172a9bd13" providerId="ADAL" clId="{8A9E6FFF-D572-4621-84EA-50F599B778CC}" dt="2026-04-28T05:59:04.234" v="506" actId="478"/>
          <ac:spMkLst>
            <pc:docMk/>
            <pc:sldMk cId="0" sldId="290"/>
            <ac:spMk id="933" creationId="{00000000-0000-0000-0000-000000000000}"/>
          </ac:spMkLst>
        </pc:spChg>
        <pc:grpChg chg="del">
          <ac:chgData name="Aloe VERA" userId="6b960476-e567-467f-a33f-aec172a9bd13" providerId="ADAL" clId="{8A9E6FFF-D572-4621-84EA-50F599B778CC}" dt="2026-04-28T05:59:04.234" v="506" actId="478"/>
          <ac:grpSpMkLst>
            <pc:docMk/>
            <pc:sldMk cId="0" sldId="290"/>
            <ac:grpSpMk id="919" creationId="{00000000-0000-0000-0000-000000000000}"/>
          </ac:grpSpMkLst>
        </pc:grpChg>
        <pc:grpChg chg="del">
          <ac:chgData name="Aloe VERA" userId="6b960476-e567-467f-a33f-aec172a9bd13" providerId="ADAL" clId="{8A9E6FFF-D572-4621-84EA-50F599B778CC}" dt="2026-04-28T05:59:04.234" v="506" actId="478"/>
          <ac:grpSpMkLst>
            <pc:docMk/>
            <pc:sldMk cId="0" sldId="290"/>
            <ac:grpSpMk id="927" creationId="{00000000-0000-0000-0000-000000000000}"/>
          </ac:grpSpMkLst>
        </pc:grpChg>
      </pc:sldChg>
      <pc:sldChg chg="del">
        <pc:chgData name="Aloe VERA" userId="6b960476-e567-467f-a33f-aec172a9bd13" providerId="ADAL" clId="{8A9E6FFF-D572-4621-84EA-50F599B778CC}" dt="2026-04-28T06:02:40.932" v="529" actId="47"/>
        <pc:sldMkLst>
          <pc:docMk/>
          <pc:sldMk cId="0" sldId="297"/>
        </pc:sldMkLst>
      </pc:sldChg>
      <pc:sldChg chg="del">
        <pc:chgData name="Aloe VERA" userId="6b960476-e567-467f-a33f-aec172a9bd13" providerId="ADAL" clId="{8A9E6FFF-D572-4621-84EA-50F599B778CC}" dt="2026-04-28T06:02:50.868" v="542" actId="47"/>
        <pc:sldMkLst>
          <pc:docMk/>
          <pc:sldMk cId="0" sldId="298"/>
        </pc:sldMkLst>
      </pc:sldChg>
      <pc:sldChg chg="del">
        <pc:chgData name="Aloe VERA" userId="6b960476-e567-467f-a33f-aec172a9bd13" providerId="ADAL" clId="{8A9E6FFF-D572-4621-84EA-50F599B778CC}" dt="2026-04-28T06:02:50.058" v="541" actId="47"/>
        <pc:sldMkLst>
          <pc:docMk/>
          <pc:sldMk cId="0" sldId="299"/>
        </pc:sldMkLst>
      </pc:sldChg>
      <pc:sldChg chg="del">
        <pc:chgData name="Aloe VERA" userId="6b960476-e567-467f-a33f-aec172a9bd13" providerId="ADAL" clId="{8A9E6FFF-D572-4621-84EA-50F599B778CC}" dt="2026-04-28T06:02:49.487" v="540" actId="47"/>
        <pc:sldMkLst>
          <pc:docMk/>
          <pc:sldMk cId="0" sldId="300"/>
        </pc:sldMkLst>
      </pc:sldChg>
      <pc:sldChg chg="del">
        <pc:chgData name="Aloe VERA" userId="6b960476-e567-467f-a33f-aec172a9bd13" providerId="ADAL" clId="{8A9E6FFF-D572-4621-84EA-50F599B778CC}" dt="2026-04-28T06:02:48.497" v="539" actId="47"/>
        <pc:sldMkLst>
          <pc:docMk/>
          <pc:sldMk cId="0" sldId="301"/>
        </pc:sldMkLst>
      </pc:sldChg>
      <pc:sldChg chg="del">
        <pc:chgData name="Aloe VERA" userId="6b960476-e567-467f-a33f-aec172a9bd13" providerId="ADAL" clId="{8A9E6FFF-D572-4621-84EA-50F599B778CC}" dt="2026-04-28T06:02:47.714" v="538" actId="47"/>
        <pc:sldMkLst>
          <pc:docMk/>
          <pc:sldMk cId="0" sldId="302"/>
        </pc:sldMkLst>
      </pc:sldChg>
      <pc:sldChg chg="del">
        <pc:chgData name="Aloe VERA" userId="6b960476-e567-467f-a33f-aec172a9bd13" providerId="ADAL" clId="{8A9E6FFF-D572-4621-84EA-50F599B778CC}" dt="2026-04-28T06:02:47.255" v="537" actId="47"/>
        <pc:sldMkLst>
          <pc:docMk/>
          <pc:sldMk cId="0" sldId="303"/>
        </pc:sldMkLst>
      </pc:sldChg>
      <pc:sldChg chg="del">
        <pc:chgData name="Aloe VERA" userId="6b960476-e567-467f-a33f-aec172a9bd13" providerId="ADAL" clId="{8A9E6FFF-D572-4621-84EA-50F599B778CC}" dt="2026-04-28T06:02:46.667" v="536" actId="47"/>
        <pc:sldMkLst>
          <pc:docMk/>
          <pc:sldMk cId="0" sldId="304"/>
        </pc:sldMkLst>
      </pc:sldChg>
      <pc:sldChg chg="del">
        <pc:chgData name="Aloe VERA" userId="6b960476-e567-467f-a33f-aec172a9bd13" providerId="ADAL" clId="{8A9E6FFF-D572-4621-84EA-50F599B778CC}" dt="2026-04-28T06:02:46.350" v="535" actId="47"/>
        <pc:sldMkLst>
          <pc:docMk/>
          <pc:sldMk cId="0" sldId="305"/>
        </pc:sldMkLst>
      </pc:sldChg>
      <pc:sldChg chg="del">
        <pc:chgData name="Aloe VERA" userId="6b960476-e567-467f-a33f-aec172a9bd13" providerId="ADAL" clId="{8A9E6FFF-D572-4621-84EA-50F599B778CC}" dt="2026-04-28T06:02:46.018" v="534" actId="47"/>
        <pc:sldMkLst>
          <pc:docMk/>
          <pc:sldMk cId="0" sldId="306"/>
        </pc:sldMkLst>
      </pc:sldChg>
      <pc:sldChg chg="del">
        <pc:chgData name="Aloe VERA" userId="6b960476-e567-467f-a33f-aec172a9bd13" providerId="ADAL" clId="{8A9E6FFF-D572-4621-84EA-50F599B778CC}" dt="2026-04-28T06:02:45.659" v="533" actId="47"/>
        <pc:sldMkLst>
          <pc:docMk/>
          <pc:sldMk cId="0" sldId="307"/>
        </pc:sldMkLst>
      </pc:sldChg>
      <pc:sldChg chg="del">
        <pc:chgData name="Aloe VERA" userId="6b960476-e567-467f-a33f-aec172a9bd13" providerId="ADAL" clId="{8A9E6FFF-D572-4621-84EA-50F599B778CC}" dt="2026-04-28T06:02:45.226" v="532" actId="47"/>
        <pc:sldMkLst>
          <pc:docMk/>
          <pc:sldMk cId="0" sldId="308"/>
        </pc:sldMkLst>
      </pc:sldChg>
      <pc:sldChg chg="del">
        <pc:chgData name="Aloe VERA" userId="6b960476-e567-467f-a33f-aec172a9bd13" providerId="ADAL" clId="{8A9E6FFF-D572-4621-84EA-50F599B778CC}" dt="2026-04-28T06:02:44.796" v="531" actId="47"/>
        <pc:sldMkLst>
          <pc:docMk/>
          <pc:sldMk cId="0" sldId="309"/>
        </pc:sldMkLst>
      </pc:sldChg>
      <pc:sldChg chg="del">
        <pc:chgData name="Aloe VERA" userId="6b960476-e567-467f-a33f-aec172a9bd13" providerId="ADAL" clId="{8A9E6FFF-D572-4621-84EA-50F599B778CC}" dt="2026-04-28T06:02:44.372" v="530" actId="47"/>
        <pc:sldMkLst>
          <pc:docMk/>
          <pc:sldMk cId="0" sldId="310"/>
        </pc:sldMkLst>
      </pc:sldChg>
      <pc:sldChg chg="addSp mod">
        <pc:chgData name="Aloe VERA" userId="6b960476-e567-467f-a33f-aec172a9bd13" providerId="ADAL" clId="{8A9E6FFF-D572-4621-84EA-50F599B778CC}" dt="2026-04-28T04:39:25.880" v="0" actId="11529"/>
        <pc:sldMkLst>
          <pc:docMk/>
          <pc:sldMk cId="2620002136" sldId="333"/>
        </pc:sldMkLst>
        <pc:cxnChg chg="add">
          <ac:chgData name="Aloe VERA" userId="6b960476-e567-467f-a33f-aec172a9bd13" providerId="ADAL" clId="{8A9E6FFF-D572-4621-84EA-50F599B778CC}" dt="2026-04-28T04:39:25.880" v="0" actId="11529"/>
          <ac:cxnSpMkLst>
            <pc:docMk/>
            <pc:sldMk cId="2620002136" sldId="333"/>
            <ac:cxnSpMk id="11" creationId="{B3188B37-BDA0-C531-0998-8C0221B5EFB4}"/>
          </ac:cxnSpMkLst>
        </pc:cxnChg>
      </pc:sldChg>
      <pc:sldChg chg="addSp modSp">
        <pc:chgData name="Aloe VERA" userId="6b960476-e567-467f-a33f-aec172a9bd13" providerId="ADAL" clId="{8A9E6FFF-D572-4621-84EA-50F599B778CC}" dt="2026-04-28T04:58:02.058" v="82"/>
        <pc:sldMkLst>
          <pc:docMk/>
          <pc:sldMk cId="432935576" sldId="352"/>
        </pc:sldMkLst>
        <pc:spChg chg="add mod">
          <ac:chgData name="Aloe VERA" userId="6b960476-e567-467f-a33f-aec172a9bd13" providerId="ADAL" clId="{8A9E6FFF-D572-4621-84EA-50F599B778CC}" dt="2026-04-28T04:58:02.058" v="82"/>
          <ac:spMkLst>
            <pc:docMk/>
            <pc:sldMk cId="432935576" sldId="352"/>
            <ac:spMk id="2" creationId="{076DB1F5-84A7-3AF5-B404-8CB015187551}"/>
          </ac:spMkLst>
        </pc:spChg>
      </pc:sldChg>
      <pc:sldChg chg="addSp delSp modSp mod">
        <pc:chgData name="Aloe VERA" userId="6b960476-e567-467f-a33f-aec172a9bd13" providerId="ADAL" clId="{8A9E6FFF-D572-4621-84EA-50F599B778CC}" dt="2026-04-28T04:57:31.253" v="73" actId="20577"/>
        <pc:sldMkLst>
          <pc:docMk/>
          <pc:sldMk cId="4283431710" sldId="355"/>
        </pc:sldMkLst>
        <pc:spChg chg="add mod">
          <ac:chgData name="Aloe VERA" userId="6b960476-e567-467f-a33f-aec172a9bd13" providerId="ADAL" clId="{8A9E6FFF-D572-4621-84EA-50F599B778CC}" dt="2026-04-28T04:48:14.625" v="25" actId="1076"/>
          <ac:spMkLst>
            <pc:docMk/>
            <pc:sldMk cId="4283431710" sldId="355"/>
            <ac:spMk id="2" creationId="{15FB2C73-77D8-6629-7D7B-421CDFC582B5}"/>
          </ac:spMkLst>
        </pc:spChg>
        <pc:spChg chg="add mod">
          <ac:chgData name="Aloe VERA" userId="6b960476-e567-467f-a33f-aec172a9bd13" providerId="ADAL" clId="{8A9E6FFF-D572-4621-84EA-50F599B778CC}" dt="2026-04-28T04:56:52.832" v="69" actId="1076"/>
          <ac:spMkLst>
            <pc:docMk/>
            <pc:sldMk cId="4283431710" sldId="355"/>
            <ac:spMk id="3" creationId="{6B00C589-C058-4519-A9F7-30A1B8FA58BA}"/>
          </ac:spMkLst>
        </pc:spChg>
        <pc:spChg chg="add mod">
          <ac:chgData name="Aloe VERA" userId="6b960476-e567-467f-a33f-aec172a9bd13" providerId="ADAL" clId="{8A9E6FFF-D572-4621-84EA-50F599B778CC}" dt="2026-04-28T04:56:52.832" v="69" actId="1076"/>
          <ac:spMkLst>
            <pc:docMk/>
            <pc:sldMk cId="4283431710" sldId="355"/>
            <ac:spMk id="4" creationId="{0437AC83-BCF5-FBB8-03A1-09A4CA3DC79D}"/>
          </ac:spMkLst>
        </pc:spChg>
        <pc:spChg chg="add mod">
          <ac:chgData name="Aloe VERA" userId="6b960476-e567-467f-a33f-aec172a9bd13" providerId="ADAL" clId="{8A9E6FFF-D572-4621-84EA-50F599B778CC}" dt="2026-04-28T04:56:52.832" v="69" actId="1076"/>
          <ac:spMkLst>
            <pc:docMk/>
            <pc:sldMk cId="4283431710" sldId="355"/>
            <ac:spMk id="5" creationId="{E781C98D-67BF-DDC9-BCE0-1D392021B4E3}"/>
          </ac:spMkLst>
        </pc:spChg>
        <pc:spChg chg="mod">
          <ac:chgData name="Aloe VERA" userId="6b960476-e567-467f-a33f-aec172a9bd13" providerId="ADAL" clId="{8A9E6FFF-D572-4621-84EA-50F599B778CC}" dt="2026-04-28T04:44:14.064" v="5" actId="1076"/>
          <ac:spMkLst>
            <pc:docMk/>
            <pc:sldMk cId="4283431710" sldId="355"/>
            <ac:spMk id="9" creationId="{917BBEF5-206E-6ACA-180A-9A20F1549E2D}"/>
          </ac:spMkLst>
        </pc:spChg>
        <pc:spChg chg="add mod">
          <ac:chgData name="Aloe VERA" userId="6b960476-e567-467f-a33f-aec172a9bd13" providerId="ADAL" clId="{8A9E6FFF-D572-4621-84EA-50F599B778CC}" dt="2026-04-28T04:56:52.832" v="69" actId="1076"/>
          <ac:spMkLst>
            <pc:docMk/>
            <pc:sldMk cId="4283431710" sldId="355"/>
            <ac:spMk id="12" creationId="{504953FB-6E79-1DE1-0328-4EB8D27C1995}"/>
          </ac:spMkLst>
        </pc:spChg>
        <pc:spChg chg="del">
          <ac:chgData name="Aloe VERA" userId="6b960476-e567-467f-a33f-aec172a9bd13" providerId="ADAL" clId="{8A9E6FFF-D572-4621-84EA-50F599B778CC}" dt="2026-04-28T04:56:46.442" v="67" actId="478"/>
          <ac:spMkLst>
            <pc:docMk/>
            <pc:sldMk cId="4283431710" sldId="355"/>
            <ac:spMk id="15" creationId="{BBE290C0-F8B3-7434-C4FF-14E346DC6588}"/>
          </ac:spMkLst>
        </pc:spChg>
        <pc:spChg chg="del">
          <ac:chgData name="Aloe VERA" userId="6b960476-e567-467f-a33f-aec172a9bd13" providerId="ADAL" clId="{8A9E6FFF-D572-4621-84EA-50F599B778CC}" dt="2026-04-28T04:56:46.442" v="67" actId="478"/>
          <ac:spMkLst>
            <pc:docMk/>
            <pc:sldMk cId="4283431710" sldId="355"/>
            <ac:spMk id="16" creationId="{ABAD648F-7186-1414-44B1-D10EAF5D5B9C}"/>
          </ac:spMkLst>
        </pc:spChg>
        <pc:spChg chg="del">
          <ac:chgData name="Aloe VERA" userId="6b960476-e567-467f-a33f-aec172a9bd13" providerId="ADAL" clId="{8A9E6FFF-D572-4621-84EA-50F599B778CC}" dt="2026-04-28T04:56:46.442" v="67" actId="478"/>
          <ac:spMkLst>
            <pc:docMk/>
            <pc:sldMk cId="4283431710" sldId="355"/>
            <ac:spMk id="17" creationId="{EC04FC94-F863-AFFC-F8CC-CFC2F375013E}"/>
          </ac:spMkLst>
        </pc:spChg>
        <pc:spChg chg="del">
          <ac:chgData name="Aloe VERA" userId="6b960476-e567-467f-a33f-aec172a9bd13" providerId="ADAL" clId="{8A9E6FFF-D572-4621-84EA-50F599B778CC}" dt="2026-04-28T04:56:46.442" v="67" actId="478"/>
          <ac:spMkLst>
            <pc:docMk/>
            <pc:sldMk cId="4283431710" sldId="355"/>
            <ac:spMk id="18" creationId="{1B757DE1-1481-A78C-268F-2248B343A6FF}"/>
          </ac:spMkLst>
        </pc:spChg>
        <pc:spChg chg="mod">
          <ac:chgData name="Aloe VERA" userId="6b960476-e567-467f-a33f-aec172a9bd13" providerId="ADAL" clId="{8A9E6FFF-D572-4621-84EA-50F599B778CC}" dt="2026-04-28T04:57:18.366" v="71" actId="20577"/>
          <ac:spMkLst>
            <pc:docMk/>
            <pc:sldMk cId="4283431710" sldId="355"/>
            <ac:spMk id="19" creationId="{D4AE9381-ED43-E68E-C5C3-E58788A1F60F}"/>
          </ac:spMkLst>
        </pc:spChg>
        <pc:spChg chg="del">
          <ac:chgData name="Aloe VERA" userId="6b960476-e567-467f-a33f-aec172a9bd13" providerId="ADAL" clId="{8A9E6FFF-D572-4621-84EA-50F599B778CC}" dt="2026-04-28T04:56:46.442" v="67" actId="478"/>
          <ac:spMkLst>
            <pc:docMk/>
            <pc:sldMk cId="4283431710" sldId="355"/>
            <ac:spMk id="20" creationId="{48BB25C0-3F87-94E8-CD8F-D45B99F7E2DD}"/>
          </ac:spMkLst>
        </pc:spChg>
        <pc:spChg chg="mod">
          <ac:chgData name="Aloe VERA" userId="6b960476-e567-467f-a33f-aec172a9bd13" providerId="ADAL" clId="{8A9E6FFF-D572-4621-84EA-50F599B778CC}" dt="2026-04-28T04:57:31.253" v="73" actId="20577"/>
          <ac:spMkLst>
            <pc:docMk/>
            <pc:sldMk cId="4283431710" sldId="355"/>
            <ac:spMk id="48" creationId="{30BBF866-A1B8-C503-9215-F5CD2D1AAB1A}"/>
          </ac:spMkLst>
        </pc:spChg>
      </pc:sldChg>
      <pc:sldChg chg="delSp modSp add mod">
        <pc:chgData name="Aloe VERA" userId="6b960476-e567-467f-a33f-aec172a9bd13" providerId="ADAL" clId="{8A9E6FFF-D572-4621-84EA-50F599B778CC}" dt="2026-04-28T04:57:42.053" v="77" actId="20577"/>
        <pc:sldMkLst>
          <pc:docMk/>
          <pc:sldMk cId="3000150972" sldId="356"/>
        </pc:sldMkLst>
        <pc:spChg chg="mod">
          <ac:chgData name="Aloe VERA" userId="6b960476-e567-467f-a33f-aec172a9bd13" providerId="ADAL" clId="{8A9E6FFF-D572-4621-84EA-50F599B778CC}" dt="2026-04-28T04:57:42.053" v="77" actId="20577"/>
          <ac:spMkLst>
            <pc:docMk/>
            <pc:sldMk cId="3000150972" sldId="356"/>
            <ac:spMk id="13" creationId="{CDA5E811-93D7-31BB-CEC0-98011A183A1D}"/>
          </ac:spMkLst>
        </pc:spChg>
        <pc:spChg chg="mod">
          <ac:chgData name="Aloe VERA" userId="6b960476-e567-467f-a33f-aec172a9bd13" providerId="ADAL" clId="{8A9E6FFF-D572-4621-84EA-50F599B778CC}" dt="2026-04-28T04:54:18.296" v="61" actId="1076"/>
          <ac:spMkLst>
            <pc:docMk/>
            <pc:sldMk cId="3000150972" sldId="356"/>
            <ac:spMk id="15" creationId="{708D38D4-3E56-BF0C-F7A3-5A144A8CCC3B}"/>
          </ac:spMkLst>
        </pc:spChg>
        <pc:spChg chg="del mod">
          <ac:chgData name="Aloe VERA" userId="6b960476-e567-467f-a33f-aec172a9bd13" providerId="ADAL" clId="{8A9E6FFF-D572-4621-84EA-50F599B778CC}" dt="2026-04-28T04:54:14.136" v="60" actId="478"/>
          <ac:spMkLst>
            <pc:docMk/>
            <pc:sldMk cId="3000150972" sldId="356"/>
            <ac:spMk id="16" creationId="{67837D73-85B4-DF40-9EFA-75E11AF52290}"/>
          </ac:spMkLst>
        </pc:spChg>
        <pc:picChg chg="del">
          <ac:chgData name="Aloe VERA" userId="6b960476-e567-467f-a33f-aec172a9bd13" providerId="ADAL" clId="{8A9E6FFF-D572-4621-84EA-50F599B778CC}" dt="2026-04-28T04:51:53.058" v="45" actId="478"/>
          <ac:picMkLst>
            <pc:docMk/>
            <pc:sldMk cId="3000150972" sldId="356"/>
            <ac:picMk id="11" creationId="{EAFA0E8C-1584-2062-CAC0-1FF801C77248}"/>
          </ac:picMkLst>
        </pc:picChg>
        <pc:cxnChg chg="del mod">
          <ac:chgData name="Aloe VERA" userId="6b960476-e567-467f-a33f-aec172a9bd13" providerId="ADAL" clId="{8A9E6FFF-D572-4621-84EA-50F599B778CC}" dt="2026-04-28T04:54:08.689" v="58" actId="478"/>
          <ac:cxnSpMkLst>
            <pc:docMk/>
            <pc:sldMk cId="3000150972" sldId="356"/>
            <ac:cxnSpMk id="18" creationId="{96C5EA60-BEB5-F078-A8DC-5DF3DE4481C7}"/>
          </ac:cxnSpMkLst>
        </pc:cxnChg>
        <pc:cxnChg chg="del mod">
          <ac:chgData name="Aloe VERA" userId="6b960476-e567-467f-a33f-aec172a9bd13" providerId="ADAL" clId="{8A9E6FFF-D572-4621-84EA-50F599B778CC}" dt="2026-04-28T04:54:07.382" v="57" actId="478"/>
          <ac:cxnSpMkLst>
            <pc:docMk/>
            <pc:sldMk cId="3000150972" sldId="356"/>
            <ac:cxnSpMk id="20" creationId="{409BC9CF-DB06-0E0F-E3E2-160AC4AB727E}"/>
          </ac:cxnSpMkLst>
        </pc:cxnChg>
      </pc:sldChg>
      <pc:sldChg chg="delSp modSp add mod">
        <pc:chgData name="Aloe VERA" userId="6b960476-e567-467f-a33f-aec172a9bd13" providerId="ADAL" clId="{8A9E6FFF-D572-4621-84EA-50F599B778CC}" dt="2026-04-28T04:57:46.768" v="79" actId="20577"/>
        <pc:sldMkLst>
          <pc:docMk/>
          <pc:sldMk cId="1918043483" sldId="357"/>
        </pc:sldMkLst>
        <pc:spChg chg="mod">
          <ac:chgData name="Aloe VERA" userId="6b960476-e567-467f-a33f-aec172a9bd13" providerId="ADAL" clId="{8A9E6FFF-D572-4621-84EA-50F599B778CC}" dt="2026-04-28T04:57:46.768" v="79" actId="20577"/>
          <ac:spMkLst>
            <pc:docMk/>
            <pc:sldMk cId="1918043483" sldId="357"/>
            <ac:spMk id="13" creationId="{2218F693-A478-EC19-1EA2-20BE920FB2C9}"/>
          </ac:spMkLst>
        </pc:spChg>
        <pc:spChg chg="mod">
          <ac:chgData name="Aloe VERA" userId="6b960476-e567-467f-a33f-aec172a9bd13" providerId="ADAL" clId="{8A9E6FFF-D572-4621-84EA-50F599B778CC}" dt="2026-04-28T04:54:28.411" v="63" actId="1076"/>
          <ac:spMkLst>
            <pc:docMk/>
            <pc:sldMk cId="1918043483" sldId="357"/>
            <ac:spMk id="16" creationId="{657ADB2E-6BDB-1944-584D-BFAEA0906853}"/>
          </ac:spMkLst>
        </pc:spChg>
        <pc:cxnChg chg="del mod">
          <ac:chgData name="Aloe VERA" userId="6b960476-e567-467f-a33f-aec172a9bd13" providerId="ADAL" clId="{8A9E6FFF-D572-4621-84EA-50F599B778CC}" dt="2026-04-28T04:54:23.790" v="62" actId="478"/>
          <ac:cxnSpMkLst>
            <pc:docMk/>
            <pc:sldMk cId="1918043483" sldId="357"/>
            <ac:cxnSpMk id="20" creationId="{6F709308-3DE0-5B12-531F-D377EE2525BA}"/>
          </ac:cxnSpMkLst>
        </pc:cxnChg>
      </pc:sldChg>
      <pc:sldChg chg="addSp modSp add mod">
        <pc:chgData name="Aloe VERA" userId="6b960476-e567-467f-a33f-aec172a9bd13" providerId="ADAL" clId="{8A9E6FFF-D572-4621-84EA-50F599B778CC}" dt="2026-04-28T05:06:06.385" v="140" actId="1076"/>
        <pc:sldMkLst>
          <pc:docMk/>
          <pc:sldMk cId="2928967578" sldId="358"/>
        </pc:sldMkLst>
        <pc:spChg chg="add mod">
          <ac:chgData name="Aloe VERA" userId="6b960476-e567-467f-a33f-aec172a9bd13" providerId="ADAL" clId="{8A9E6FFF-D572-4621-84EA-50F599B778CC}" dt="2026-04-28T05:05:59.169" v="139" actId="1076"/>
          <ac:spMkLst>
            <pc:docMk/>
            <pc:sldMk cId="2928967578" sldId="358"/>
            <ac:spMk id="5" creationId="{EBB0A085-DFAA-B3C2-4BF9-EE3799B65820}"/>
          </ac:spMkLst>
        </pc:spChg>
        <pc:spChg chg="add mod">
          <ac:chgData name="Aloe VERA" userId="6b960476-e567-467f-a33f-aec172a9bd13" providerId="ADAL" clId="{8A9E6FFF-D572-4621-84EA-50F599B778CC}" dt="2026-04-28T05:06:06.385" v="140" actId="1076"/>
          <ac:spMkLst>
            <pc:docMk/>
            <pc:sldMk cId="2928967578" sldId="358"/>
            <ac:spMk id="6" creationId="{19EFB62C-0472-700B-9FF6-AF822EFE00C7}"/>
          </ac:spMkLst>
        </pc:spChg>
        <pc:spChg chg="add mod">
          <ac:chgData name="Aloe VERA" userId="6b960476-e567-467f-a33f-aec172a9bd13" providerId="ADAL" clId="{8A9E6FFF-D572-4621-84EA-50F599B778CC}" dt="2026-04-28T05:05:59.169" v="139" actId="1076"/>
          <ac:spMkLst>
            <pc:docMk/>
            <pc:sldMk cId="2928967578" sldId="358"/>
            <ac:spMk id="8" creationId="{D71C4173-B6FA-E8CD-6845-B885A4C872B3}"/>
          </ac:spMkLst>
        </pc:spChg>
        <pc:spChg chg="mod">
          <ac:chgData name="Aloe VERA" userId="6b960476-e567-467f-a33f-aec172a9bd13" providerId="ADAL" clId="{8A9E6FFF-D572-4621-84EA-50F599B778CC}" dt="2026-04-28T04:57:49.493" v="81" actId="20577"/>
          <ac:spMkLst>
            <pc:docMk/>
            <pc:sldMk cId="2928967578" sldId="358"/>
            <ac:spMk id="13" creationId="{D83643FF-8E08-BE79-9B79-09D579369F4C}"/>
          </ac:spMkLst>
        </pc:spChg>
        <pc:spChg chg="mod">
          <ac:chgData name="Aloe VERA" userId="6b960476-e567-467f-a33f-aec172a9bd13" providerId="ADAL" clId="{8A9E6FFF-D572-4621-84EA-50F599B778CC}" dt="2026-04-28T04:54:47.957" v="65" actId="1076"/>
          <ac:spMkLst>
            <pc:docMk/>
            <pc:sldMk cId="2928967578" sldId="358"/>
            <ac:spMk id="16" creationId="{42AF96A5-59FC-56D0-536A-FFA08177B2C5}"/>
          </ac:spMkLst>
        </pc:spChg>
        <pc:cxnChg chg="add">
          <ac:chgData name="Aloe VERA" userId="6b960476-e567-467f-a33f-aec172a9bd13" providerId="ADAL" clId="{8A9E6FFF-D572-4621-84EA-50F599B778CC}" dt="2026-04-28T04:54:54.707" v="66" actId="11529"/>
          <ac:cxnSpMkLst>
            <pc:docMk/>
            <pc:sldMk cId="2928967578" sldId="358"/>
            <ac:cxnSpMk id="4" creationId="{2A9EC71E-805F-AE7D-AC08-E590B3504FC8}"/>
          </ac:cxnSpMkLst>
        </pc:cxnChg>
      </pc:sldChg>
      <pc:sldChg chg="addSp modSp add mod">
        <pc:chgData name="Aloe VERA" userId="6b960476-e567-467f-a33f-aec172a9bd13" providerId="ADAL" clId="{8A9E6FFF-D572-4621-84EA-50F599B778CC}" dt="2026-04-28T05:11:07.818" v="152" actId="1076"/>
        <pc:sldMkLst>
          <pc:docMk/>
          <pc:sldMk cId="765684317" sldId="359"/>
        </pc:sldMkLst>
        <pc:spChg chg="add mod">
          <ac:chgData name="Aloe VERA" userId="6b960476-e567-467f-a33f-aec172a9bd13" providerId="ADAL" clId="{8A9E6FFF-D572-4621-84EA-50F599B778CC}" dt="2026-04-28T04:59:51.763" v="87"/>
          <ac:spMkLst>
            <pc:docMk/>
            <pc:sldMk cId="765684317" sldId="359"/>
            <ac:spMk id="5" creationId="{B9C556E0-4A3F-650E-93E3-F8A53E5600D1}"/>
          </ac:spMkLst>
        </pc:spChg>
        <pc:spChg chg="add mod">
          <ac:chgData name="Aloe VERA" userId="6b960476-e567-467f-a33f-aec172a9bd13" providerId="ADAL" clId="{8A9E6FFF-D572-4621-84EA-50F599B778CC}" dt="2026-04-28T05:00:26.546" v="102" actId="115"/>
          <ac:spMkLst>
            <pc:docMk/>
            <pc:sldMk cId="765684317" sldId="359"/>
            <ac:spMk id="6" creationId="{D2EE3AFD-E64E-86D3-F9F2-A5578999CE14}"/>
          </ac:spMkLst>
        </pc:spChg>
        <pc:spChg chg="mod">
          <ac:chgData name="Aloe VERA" userId="6b960476-e567-467f-a33f-aec172a9bd13" providerId="ADAL" clId="{8A9E6FFF-D572-4621-84EA-50F599B778CC}" dt="2026-04-28T04:59:55.342" v="89" actId="1076"/>
          <ac:spMkLst>
            <pc:docMk/>
            <pc:sldMk cId="765684317" sldId="359"/>
            <ac:spMk id="7" creationId="{BAE67C88-0E36-3CC2-5CD1-D63A2B5E28AE}"/>
          </ac:spMkLst>
        </pc:spChg>
        <pc:spChg chg="add mod">
          <ac:chgData name="Aloe VERA" userId="6b960476-e567-467f-a33f-aec172a9bd13" providerId="ADAL" clId="{8A9E6FFF-D572-4621-84EA-50F599B778CC}" dt="2026-04-28T05:05:45.522" v="137" actId="1076"/>
          <ac:spMkLst>
            <pc:docMk/>
            <pc:sldMk cId="765684317" sldId="359"/>
            <ac:spMk id="8" creationId="{27267324-1229-C491-1026-6959D96DBD57}"/>
          </ac:spMkLst>
        </pc:spChg>
        <pc:spChg chg="add mod ord">
          <ac:chgData name="Aloe VERA" userId="6b960476-e567-467f-a33f-aec172a9bd13" providerId="ADAL" clId="{8A9E6FFF-D572-4621-84EA-50F599B778CC}" dt="2026-04-28T05:05:17.290" v="134" actId="207"/>
          <ac:spMkLst>
            <pc:docMk/>
            <pc:sldMk cId="765684317" sldId="359"/>
            <ac:spMk id="9" creationId="{DE5E5A35-50AC-E51C-7310-371F8C679AE8}"/>
          </ac:spMkLst>
        </pc:spChg>
        <pc:spChg chg="add mod">
          <ac:chgData name="Aloe VERA" userId="6b960476-e567-467f-a33f-aec172a9bd13" providerId="ADAL" clId="{8A9E6FFF-D572-4621-84EA-50F599B778CC}" dt="2026-04-28T05:11:07.818" v="152" actId="1076"/>
          <ac:spMkLst>
            <pc:docMk/>
            <pc:sldMk cId="765684317" sldId="359"/>
            <ac:spMk id="10" creationId="{3EF0A23F-BE15-8686-3A6F-6A3B3A7F2B6A}"/>
          </ac:spMkLst>
        </pc:spChg>
        <pc:spChg chg="mod">
          <ac:chgData name="Aloe VERA" userId="6b960476-e567-467f-a33f-aec172a9bd13" providerId="ADAL" clId="{8A9E6FFF-D572-4621-84EA-50F599B778CC}" dt="2026-04-28T04:59:43.057" v="86" actId="1076"/>
          <ac:spMkLst>
            <pc:docMk/>
            <pc:sldMk cId="765684317" sldId="359"/>
            <ac:spMk id="14" creationId="{9CE4C102-19FD-EC50-9B64-3F05DBABB5D5}"/>
          </ac:spMkLst>
        </pc:spChg>
        <pc:spChg chg="mod">
          <ac:chgData name="Aloe VERA" userId="6b960476-e567-467f-a33f-aec172a9bd13" providerId="ADAL" clId="{8A9E6FFF-D572-4621-84EA-50F599B778CC}" dt="2026-04-28T04:59:43.057" v="86" actId="1076"/>
          <ac:spMkLst>
            <pc:docMk/>
            <pc:sldMk cId="765684317" sldId="359"/>
            <ac:spMk id="15" creationId="{623F5143-EC0C-8E54-F1AB-B961FF2DFC03}"/>
          </ac:spMkLst>
        </pc:spChg>
        <pc:spChg chg="mod">
          <ac:chgData name="Aloe VERA" userId="6b960476-e567-467f-a33f-aec172a9bd13" providerId="ADAL" clId="{8A9E6FFF-D572-4621-84EA-50F599B778CC}" dt="2026-04-28T04:59:43.057" v="86" actId="1076"/>
          <ac:spMkLst>
            <pc:docMk/>
            <pc:sldMk cId="765684317" sldId="359"/>
            <ac:spMk id="16" creationId="{ED2F471B-3F65-775A-E2DF-B667DAC8393C}"/>
          </ac:spMkLst>
        </pc:spChg>
        <pc:cxnChg chg="mod">
          <ac:chgData name="Aloe VERA" userId="6b960476-e567-467f-a33f-aec172a9bd13" providerId="ADAL" clId="{8A9E6FFF-D572-4621-84EA-50F599B778CC}" dt="2026-04-28T04:59:43.057" v="86" actId="1076"/>
          <ac:cxnSpMkLst>
            <pc:docMk/>
            <pc:sldMk cId="765684317" sldId="359"/>
            <ac:cxnSpMk id="4" creationId="{8DBAEA40-EC65-0E0C-6911-7770EACADFAF}"/>
          </ac:cxnSpMkLst>
        </pc:cxnChg>
        <pc:cxnChg chg="mod">
          <ac:chgData name="Aloe VERA" userId="6b960476-e567-467f-a33f-aec172a9bd13" providerId="ADAL" clId="{8A9E6FFF-D572-4621-84EA-50F599B778CC}" dt="2026-04-28T04:59:43.057" v="86" actId="1076"/>
          <ac:cxnSpMkLst>
            <pc:docMk/>
            <pc:sldMk cId="765684317" sldId="359"/>
            <ac:cxnSpMk id="18" creationId="{B66FC27A-0039-9846-F011-FBC6E37C79B1}"/>
          </ac:cxnSpMkLst>
        </pc:cxnChg>
      </pc:sldChg>
      <pc:sldChg chg="add del">
        <pc:chgData name="Aloe VERA" userId="6b960476-e567-467f-a33f-aec172a9bd13" providerId="ADAL" clId="{8A9E6FFF-D572-4621-84EA-50F599B778CC}" dt="2026-04-28T04:59:20.219" v="84"/>
        <pc:sldMkLst>
          <pc:docMk/>
          <pc:sldMk cId="1818357114" sldId="359"/>
        </pc:sldMkLst>
      </pc:sldChg>
      <pc:sldChg chg="addSp delSp modSp add mod">
        <pc:chgData name="Aloe VERA" userId="6b960476-e567-467f-a33f-aec172a9bd13" providerId="ADAL" clId="{8A9E6FFF-D572-4621-84EA-50F599B778CC}" dt="2026-04-28T05:14:35.887" v="190" actId="478"/>
        <pc:sldMkLst>
          <pc:docMk/>
          <pc:sldMk cId="589447090" sldId="360"/>
        </pc:sldMkLst>
        <pc:spChg chg="add del">
          <ac:chgData name="Aloe VERA" userId="6b960476-e567-467f-a33f-aec172a9bd13" providerId="ADAL" clId="{8A9E6FFF-D572-4621-84EA-50F599B778CC}" dt="2026-04-28T05:10:51.029" v="150" actId="478"/>
          <ac:spMkLst>
            <pc:docMk/>
            <pc:sldMk cId="589447090" sldId="360"/>
            <ac:spMk id="6" creationId="{E6597F47-22A5-882C-2298-01F82AF07EC1}"/>
          </ac:spMkLst>
        </pc:spChg>
        <pc:spChg chg="mod">
          <ac:chgData name="Aloe VERA" userId="6b960476-e567-467f-a33f-aec172a9bd13" providerId="ADAL" clId="{8A9E6FFF-D572-4621-84EA-50F599B778CC}" dt="2026-04-28T05:10:46.692" v="148" actId="1076"/>
          <ac:spMkLst>
            <pc:docMk/>
            <pc:sldMk cId="589447090" sldId="360"/>
            <ac:spMk id="7" creationId="{18F0FDBB-1F00-992D-4157-17980032B1C9}"/>
          </ac:spMkLst>
        </pc:spChg>
        <pc:spChg chg="mod">
          <ac:chgData name="Aloe VERA" userId="6b960476-e567-467f-a33f-aec172a9bd13" providerId="ADAL" clId="{8A9E6FFF-D572-4621-84EA-50F599B778CC}" dt="2026-04-28T05:14:29.941" v="187" actId="1076"/>
          <ac:spMkLst>
            <pc:docMk/>
            <pc:sldMk cId="589447090" sldId="360"/>
            <ac:spMk id="14" creationId="{30EF72F3-7CFC-311A-6FC8-BB39B5EEC0FA}"/>
          </ac:spMkLst>
        </pc:spChg>
        <pc:spChg chg="del mod">
          <ac:chgData name="Aloe VERA" userId="6b960476-e567-467f-a33f-aec172a9bd13" providerId="ADAL" clId="{8A9E6FFF-D572-4621-84EA-50F599B778CC}" dt="2026-04-28T05:14:34.395" v="188" actId="478"/>
          <ac:spMkLst>
            <pc:docMk/>
            <pc:sldMk cId="589447090" sldId="360"/>
            <ac:spMk id="15" creationId="{B9E7BD49-2A71-845C-9A48-6F56BCE87301}"/>
          </ac:spMkLst>
        </pc:spChg>
        <pc:spChg chg="del mod">
          <ac:chgData name="Aloe VERA" userId="6b960476-e567-467f-a33f-aec172a9bd13" providerId="ADAL" clId="{8A9E6FFF-D572-4621-84EA-50F599B778CC}" dt="2026-04-28T05:14:34.395" v="188" actId="478"/>
          <ac:spMkLst>
            <pc:docMk/>
            <pc:sldMk cId="589447090" sldId="360"/>
            <ac:spMk id="16" creationId="{1F04EDFE-B40E-E8D4-B0B6-2BE895EF4CB7}"/>
          </ac:spMkLst>
        </pc:spChg>
        <pc:spChg chg="add del mod">
          <ac:chgData name="Aloe VERA" userId="6b960476-e567-467f-a33f-aec172a9bd13" providerId="ADAL" clId="{8A9E6FFF-D572-4621-84EA-50F599B778CC}" dt="2026-04-28T05:14:34.395" v="188" actId="478"/>
          <ac:spMkLst>
            <pc:docMk/>
            <pc:sldMk cId="589447090" sldId="360"/>
            <ac:spMk id="23" creationId="{114D0747-1487-3067-4263-064583D7E188}"/>
          </ac:spMkLst>
        </pc:spChg>
        <pc:spChg chg="add del mod">
          <ac:chgData name="Aloe VERA" userId="6b960476-e567-467f-a33f-aec172a9bd13" providerId="ADAL" clId="{8A9E6FFF-D572-4621-84EA-50F599B778CC}" dt="2026-04-28T05:14:34.395" v="188" actId="478"/>
          <ac:spMkLst>
            <pc:docMk/>
            <pc:sldMk cId="589447090" sldId="360"/>
            <ac:spMk id="24" creationId="{DF1A7A61-7E84-97C0-CA1F-F243C1655D04}"/>
          </ac:spMkLst>
        </pc:spChg>
        <pc:cxnChg chg="del mod">
          <ac:chgData name="Aloe VERA" userId="6b960476-e567-467f-a33f-aec172a9bd13" providerId="ADAL" clId="{8A9E6FFF-D572-4621-84EA-50F599B778CC}" dt="2026-04-28T05:14:35.252" v="189" actId="478"/>
          <ac:cxnSpMkLst>
            <pc:docMk/>
            <pc:sldMk cId="589447090" sldId="360"/>
            <ac:cxnSpMk id="4" creationId="{FDE1CA1E-8A4E-E00A-A5E0-5EBB15DEC368}"/>
          </ac:cxnSpMkLst>
        </pc:cxnChg>
        <pc:cxnChg chg="del mod">
          <ac:chgData name="Aloe VERA" userId="6b960476-e567-467f-a33f-aec172a9bd13" providerId="ADAL" clId="{8A9E6FFF-D572-4621-84EA-50F599B778CC}" dt="2026-04-28T05:14:35.887" v="190" actId="478"/>
          <ac:cxnSpMkLst>
            <pc:docMk/>
            <pc:sldMk cId="589447090" sldId="360"/>
            <ac:cxnSpMk id="18" creationId="{80355463-D7B3-F163-2B2D-C93289266543}"/>
          </ac:cxnSpMkLst>
        </pc:cxnChg>
        <pc:cxnChg chg="add del mod">
          <ac:chgData name="Aloe VERA" userId="6b960476-e567-467f-a33f-aec172a9bd13" providerId="ADAL" clId="{8A9E6FFF-D572-4621-84EA-50F599B778CC}" dt="2026-04-28T05:14:34.395" v="188" actId="478"/>
          <ac:cxnSpMkLst>
            <pc:docMk/>
            <pc:sldMk cId="589447090" sldId="360"/>
            <ac:cxnSpMk id="26" creationId="{0E8BFF72-9EF2-39E1-EE4B-CE552CB25B85}"/>
          </ac:cxnSpMkLst>
        </pc:cxnChg>
        <pc:cxnChg chg="add del mod">
          <ac:chgData name="Aloe VERA" userId="6b960476-e567-467f-a33f-aec172a9bd13" providerId="ADAL" clId="{8A9E6FFF-D572-4621-84EA-50F599B778CC}" dt="2026-04-28T05:14:34.395" v="188" actId="478"/>
          <ac:cxnSpMkLst>
            <pc:docMk/>
            <pc:sldMk cId="589447090" sldId="360"/>
            <ac:cxnSpMk id="28" creationId="{8DABA936-5148-E1F2-5F4F-B5EC8C732C63}"/>
          </ac:cxnSpMkLst>
        </pc:cxnChg>
      </pc:sldChg>
      <pc:sldChg chg="add del">
        <pc:chgData name="Aloe VERA" userId="6b960476-e567-467f-a33f-aec172a9bd13" providerId="ADAL" clId="{8A9E6FFF-D572-4621-84EA-50F599B778CC}" dt="2026-04-28T05:10:17.874" v="142" actId="47"/>
        <pc:sldMkLst>
          <pc:docMk/>
          <pc:sldMk cId="3401375488" sldId="360"/>
        </pc:sldMkLst>
      </pc:sldChg>
      <pc:sldChg chg="addSp delSp modSp add mod">
        <pc:chgData name="Aloe VERA" userId="6b960476-e567-467f-a33f-aec172a9bd13" providerId="ADAL" clId="{8A9E6FFF-D572-4621-84EA-50F599B778CC}" dt="2026-04-28T05:20:04.089" v="240" actId="478"/>
        <pc:sldMkLst>
          <pc:docMk/>
          <pc:sldMk cId="1792131232" sldId="361"/>
        </pc:sldMkLst>
        <pc:spChg chg="add del">
          <ac:chgData name="Aloe VERA" userId="6b960476-e567-467f-a33f-aec172a9bd13" providerId="ADAL" clId="{8A9E6FFF-D572-4621-84EA-50F599B778CC}" dt="2026-04-28T05:20:02.062" v="239" actId="478"/>
          <ac:spMkLst>
            <pc:docMk/>
            <pc:sldMk cId="1792131232" sldId="361"/>
            <ac:spMk id="5" creationId="{4D6AA66A-B8FB-4DCB-0D3E-01D27E93C7AF}"/>
          </ac:spMkLst>
        </pc:spChg>
        <pc:spChg chg="add del">
          <ac:chgData name="Aloe VERA" userId="6b960476-e567-467f-a33f-aec172a9bd13" providerId="ADAL" clId="{8A9E6FFF-D572-4621-84EA-50F599B778CC}" dt="2026-04-28T05:20:04.089" v="240" actId="478"/>
          <ac:spMkLst>
            <pc:docMk/>
            <pc:sldMk cId="1792131232" sldId="361"/>
            <ac:spMk id="6" creationId="{25C14EF1-21C2-3AE9-7F57-D9185677E181}"/>
          </ac:spMkLst>
        </pc:spChg>
        <pc:spChg chg="add del">
          <ac:chgData name="Aloe VERA" userId="6b960476-e567-467f-a33f-aec172a9bd13" providerId="ADAL" clId="{8A9E6FFF-D572-4621-84EA-50F599B778CC}" dt="2026-04-28T05:20:02.062" v="239" actId="478"/>
          <ac:spMkLst>
            <pc:docMk/>
            <pc:sldMk cId="1792131232" sldId="361"/>
            <ac:spMk id="8" creationId="{48A00C1D-AAE6-6AFB-0008-A23C925BFD48}"/>
          </ac:spMkLst>
        </pc:spChg>
        <pc:spChg chg="mod">
          <ac:chgData name="Aloe VERA" userId="6b960476-e567-467f-a33f-aec172a9bd13" providerId="ADAL" clId="{8A9E6FFF-D572-4621-84EA-50F599B778CC}" dt="2026-04-28T05:14:48.931" v="191" actId="1076"/>
          <ac:spMkLst>
            <pc:docMk/>
            <pc:sldMk cId="1792131232" sldId="361"/>
            <ac:spMk id="15" creationId="{92CF5EDA-6315-9579-6907-506B4CB1FC39}"/>
          </ac:spMkLst>
        </pc:spChg>
        <pc:spChg chg="del mod">
          <ac:chgData name="Aloe VERA" userId="6b960476-e567-467f-a33f-aec172a9bd13" providerId="ADAL" clId="{8A9E6FFF-D572-4621-84EA-50F599B778CC}" dt="2026-04-28T05:14:52.086" v="192" actId="478"/>
          <ac:spMkLst>
            <pc:docMk/>
            <pc:sldMk cId="1792131232" sldId="361"/>
            <ac:spMk id="16" creationId="{2E7046D7-63D5-CA56-9C4A-E78392ACA52D}"/>
          </ac:spMkLst>
        </pc:spChg>
        <pc:spChg chg="del mod">
          <ac:chgData name="Aloe VERA" userId="6b960476-e567-467f-a33f-aec172a9bd13" providerId="ADAL" clId="{8A9E6FFF-D572-4621-84EA-50F599B778CC}" dt="2026-04-28T05:14:52.086" v="192" actId="478"/>
          <ac:spMkLst>
            <pc:docMk/>
            <pc:sldMk cId="1792131232" sldId="361"/>
            <ac:spMk id="23" creationId="{A5468C4F-C59D-3F36-458D-B2780BE13C5B}"/>
          </ac:spMkLst>
        </pc:spChg>
        <pc:spChg chg="del mod">
          <ac:chgData name="Aloe VERA" userId="6b960476-e567-467f-a33f-aec172a9bd13" providerId="ADAL" clId="{8A9E6FFF-D572-4621-84EA-50F599B778CC}" dt="2026-04-28T05:14:52.086" v="192" actId="478"/>
          <ac:spMkLst>
            <pc:docMk/>
            <pc:sldMk cId="1792131232" sldId="361"/>
            <ac:spMk id="24" creationId="{DE04414B-35AF-283D-E617-7D8A480B0ADB}"/>
          </ac:spMkLst>
        </pc:spChg>
        <pc:cxnChg chg="del mod">
          <ac:chgData name="Aloe VERA" userId="6b960476-e567-467f-a33f-aec172a9bd13" providerId="ADAL" clId="{8A9E6FFF-D572-4621-84EA-50F599B778CC}" dt="2026-04-28T05:14:54.367" v="195" actId="478"/>
          <ac:cxnSpMkLst>
            <pc:docMk/>
            <pc:sldMk cId="1792131232" sldId="361"/>
            <ac:cxnSpMk id="4" creationId="{BB21ACA5-F0AA-5AE5-CD1F-15B4182EDA20}"/>
          </ac:cxnSpMkLst>
        </pc:cxnChg>
        <pc:cxnChg chg="del mod">
          <ac:chgData name="Aloe VERA" userId="6b960476-e567-467f-a33f-aec172a9bd13" providerId="ADAL" clId="{8A9E6FFF-D572-4621-84EA-50F599B778CC}" dt="2026-04-28T05:14:53" v="193" actId="478"/>
          <ac:cxnSpMkLst>
            <pc:docMk/>
            <pc:sldMk cId="1792131232" sldId="361"/>
            <ac:cxnSpMk id="18" creationId="{72451E5B-61C4-2B37-4960-0EC2FC9311EA}"/>
          </ac:cxnSpMkLst>
        </pc:cxnChg>
        <pc:cxnChg chg="del mod">
          <ac:chgData name="Aloe VERA" userId="6b960476-e567-467f-a33f-aec172a9bd13" providerId="ADAL" clId="{8A9E6FFF-D572-4621-84EA-50F599B778CC}" dt="2026-04-28T05:14:53.659" v="194" actId="478"/>
          <ac:cxnSpMkLst>
            <pc:docMk/>
            <pc:sldMk cId="1792131232" sldId="361"/>
            <ac:cxnSpMk id="26" creationId="{1B54BD22-9D26-528B-F383-676730C8A649}"/>
          </ac:cxnSpMkLst>
        </pc:cxnChg>
        <pc:cxnChg chg="del mod">
          <ac:chgData name="Aloe VERA" userId="6b960476-e567-467f-a33f-aec172a9bd13" providerId="ADAL" clId="{8A9E6FFF-D572-4621-84EA-50F599B778CC}" dt="2026-04-28T05:14:59.098" v="196" actId="478"/>
          <ac:cxnSpMkLst>
            <pc:docMk/>
            <pc:sldMk cId="1792131232" sldId="361"/>
            <ac:cxnSpMk id="28" creationId="{A9DF4B68-7AB0-245F-73A3-BFDCA1DD7916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19:04.155" v="233" actId="478"/>
        <pc:sldMkLst>
          <pc:docMk/>
          <pc:sldMk cId="3288981035" sldId="362"/>
        </pc:sldMkLst>
        <pc:spChg chg="del">
          <ac:chgData name="Aloe VERA" userId="6b960476-e567-467f-a33f-aec172a9bd13" providerId="ADAL" clId="{8A9E6FFF-D572-4621-84EA-50F599B778CC}" dt="2026-04-28T05:19:02.932" v="232" actId="478"/>
          <ac:spMkLst>
            <pc:docMk/>
            <pc:sldMk cId="3288981035" sldId="362"/>
            <ac:spMk id="5" creationId="{7C837433-8D8F-E754-C5CE-F2C7D23A3ED6}"/>
          </ac:spMkLst>
        </pc:spChg>
        <pc:spChg chg="del">
          <ac:chgData name="Aloe VERA" userId="6b960476-e567-467f-a33f-aec172a9bd13" providerId="ADAL" clId="{8A9E6FFF-D572-4621-84EA-50F599B778CC}" dt="2026-04-28T05:19:04.155" v="233" actId="478"/>
          <ac:spMkLst>
            <pc:docMk/>
            <pc:sldMk cId="3288981035" sldId="362"/>
            <ac:spMk id="6" creationId="{7B6B9C78-79F1-3144-61D6-11BC4F681494}"/>
          </ac:spMkLst>
        </pc:spChg>
        <pc:spChg chg="del">
          <ac:chgData name="Aloe VERA" userId="6b960476-e567-467f-a33f-aec172a9bd13" providerId="ADAL" clId="{8A9E6FFF-D572-4621-84EA-50F599B778CC}" dt="2026-04-28T05:19:02.932" v="232" actId="478"/>
          <ac:spMkLst>
            <pc:docMk/>
            <pc:sldMk cId="3288981035" sldId="362"/>
            <ac:spMk id="8" creationId="{4E5F6161-09E5-CA4C-147F-252126901605}"/>
          </ac:spMkLst>
        </pc:spChg>
        <pc:spChg chg="del mod">
          <ac:chgData name="Aloe VERA" userId="6b960476-e567-467f-a33f-aec172a9bd13" providerId="ADAL" clId="{8A9E6FFF-D572-4621-84EA-50F599B778CC}" dt="2026-04-28T05:15:22.365" v="198" actId="478"/>
          <ac:spMkLst>
            <pc:docMk/>
            <pc:sldMk cId="3288981035" sldId="362"/>
            <ac:spMk id="16" creationId="{BD482AEA-0E69-8909-DE2A-F57B564408C8}"/>
          </ac:spMkLst>
        </pc:spChg>
        <pc:spChg chg="mod">
          <ac:chgData name="Aloe VERA" userId="6b960476-e567-467f-a33f-aec172a9bd13" providerId="ADAL" clId="{8A9E6FFF-D572-4621-84EA-50F599B778CC}" dt="2026-04-28T05:15:31.316" v="202" actId="1076"/>
          <ac:spMkLst>
            <pc:docMk/>
            <pc:sldMk cId="3288981035" sldId="362"/>
            <ac:spMk id="23" creationId="{5EE8011E-E91D-0766-B2D7-6BF129FE3BC1}"/>
          </ac:spMkLst>
        </pc:spChg>
        <pc:spChg chg="del mod">
          <ac:chgData name="Aloe VERA" userId="6b960476-e567-467f-a33f-aec172a9bd13" providerId="ADAL" clId="{8A9E6FFF-D572-4621-84EA-50F599B778CC}" dt="2026-04-28T05:15:22.365" v="198" actId="478"/>
          <ac:spMkLst>
            <pc:docMk/>
            <pc:sldMk cId="3288981035" sldId="362"/>
            <ac:spMk id="24" creationId="{27FF0257-5B6E-DF2A-AB29-376952B5976E}"/>
          </ac:spMkLst>
        </pc:spChg>
        <pc:cxnChg chg="del mod">
          <ac:chgData name="Aloe VERA" userId="6b960476-e567-467f-a33f-aec172a9bd13" providerId="ADAL" clId="{8A9E6FFF-D572-4621-84EA-50F599B778CC}" dt="2026-04-28T05:15:24.930" v="201" actId="478"/>
          <ac:cxnSpMkLst>
            <pc:docMk/>
            <pc:sldMk cId="3288981035" sldId="362"/>
            <ac:cxnSpMk id="4" creationId="{C41B3890-32E2-822A-4748-00291B871F85}"/>
          </ac:cxnSpMkLst>
        </pc:cxnChg>
        <pc:cxnChg chg="del mod">
          <ac:chgData name="Aloe VERA" userId="6b960476-e567-467f-a33f-aec172a9bd13" providerId="ADAL" clId="{8A9E6FFF-D572-4621-84EA-50F599B778CC}" dt="2026-04-28T05:15:23.639" v="200" actId="478"/>
          <ac:cxnSpMkLst>
            <pc:docMk/>
            <pc:sldMk cId="3288981035" sldId="362"/>
            <ac:cxnSpMk id="26" creationId="{47AB2B29-73BA-92F7-BA09-4DDA9C210567}"/>
          </ac:cxnSpMkLst>
        </pc:cxnChg>
        <pc:cxnChg chg="del mod">
          <ac:chgData name="Aloe VERA" userId="6b960476-e567-467f-a33f-aec172a9bd13" providerId="ADAL" clId="{8A9E6FFF-D572-4621-84EA-50F599B778CC}" dt="2026-04-28T05:15:22.872" v="199" actId="478"/>
          <ac:cxnSpMkLst>
            <pc:docMk/>
            <pc:sldMk cId="3288981035" sldId="362"/>
            <ac:cxnSpMk id="28" creationId="{1099AE0E-4183-7966-DD6A-BA2C1D452D9D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19:00.301" v="231" actId="478"/>
        <pc:sldMkLst>
          <pc:docMk/>
          <pc:sldMk cId="4090776303" sldId="363"/>
        </pc:sldMkLst>
        <pc:spChg chg="del">
          <ac:chgData name="Aloe VERA" userId="6b960476-e567-467f-a33f-aec172a9bd13" providerId="ADAL" clId="{8A9E6FFF-D572-4621-84EA-50F599B778CC}" dt="2026-04-28T05:18:59.051" v="230" actId="478"/>
          <ac:spMkLst>
            <pc:docMk/>
            <pc:sldMk cId="4090776303" sldId="363"/>
            <ac:spMk id="5" creationId="{2EA27D73-EF8A-16B0-A048-CC78AAD87A53}"/>
          </ac:spMkLst>
        </pc:spChg>
        <pc:spChg chg="del">
          <ac:chgData name="Aloe VERA" userId="6b960476-e567-467f-a33f-aec172a9bd13" providerId="ADAL" clId="{8A9E6FFF-D572-4621-84EA-50F599B778CC}" dt="2026-04-28T05:19:00.301" v="231" actId="478"/>
          <ac:spMkLst>
            <pc:docMk/>
            <pc:sldMk cId="4090776303" sldId="363"/>
            <ac:spMk id="6" creationId="{AB49164E-1B7F-960D-6E6B-6B96C59B795D}"/>
          </ac:spMkLst>
        </pc:spChg>
        <pc:spChg chg="del">
          <ac:chgData name="Aloe VERA" userId="6b960476-e567-467f-a33f-aec172a9bd13" providerId="ADAL" clId="{8A9E6FFF-D572-4621-84EA-50F599B778CC}" dt="2026-04-28T05:18:59.051" v="230" actId="478"/>
          <ac:spMkLst>
            <pc:docMk/>
            <pc:sldMk cId="4090776303" sldId="363"/>
            <ac:spMk id="8" creationId="{7078A680-1DF9-C449-A0C6-1485FF20B22B}"/>
          </ac:spMkLst>
        </pc:spChg>
        <pc:spChg chg="mod">
          <ac:chgData name="Aloe VERA" userId="6b960476-e567-467f-a33f-aec172a9bd13" providerId="ADAL" clId="{8A9E6FFF-D572-4621-84EA-50F599B778CC}" dt="2026-04-28T05:15:56.796" v="208" actId="1076"/>
          <ac:spMkLst>
            <pc:docMk/>
            <pc:sldMk cId="4090776303" sldId="363"/>
            <ac:spMk id="16" creationId="{D4F17A03-944D-3D49-1663-625C9073C57F}"/>
          </ac:spMkLst>
        </pc:spChg>
        <pc:spChg chg="del mod">
          <ac:chgData name="Aloe VERA" userId="6b960476-e567-467f-a33f-aec172a9bd13" providerId="ADAL" clId="{8A9E6FFF-D572-4621-84EA-50F599B778CC}" dt="2026-04-28T05:15:44.097" v="204" actId="478"/>
          <ac:spMkLst>
            <pc:docMk/>
            <pc:sldMk cId="4090776303" sldId="363"/>
            <ac:spMk id="24" creationId="{5B04C80E-7982-8B1D-81DD-D59CC8B11AA2}"/>
          </ac:spMkLst>
        </pc:spChg>
        <pc:cxnChg chg="del mod">
          <ac:chgData name="Aloe VERA" userId="6b960476-e567-467f-a33f-aec172a9bd13" providerId="ADAL" clId="{8A9E6FFF-D572-4621-84EA-50F599B778CC}" dt="2026-04-28T05:15:46.754" v="206" actId="478"/>
          <ac:cxnSpMkLst>
            <pc:docMk/>
            <pc:sldMk cId="4090776303" sldId="363"/>
            <ac:cxnSpMk id="4" creationId="{F609A38F-792C-6B6B-8D51-D337EE81F2E6}"/>
          </ac:cxnSpMkLst>
        </pc:cxnChg>
        <pc:cxnChg chg="del mod">
          <ac:chgData name="Aloe VERA" userId="6b960476-e567-467f-a33f-aec172a9bd13" providerId="ADAL" clId="{8A9E6FFF-D572-4621-84EA-50F599B778CC}" dt="2026-04-28T05:15:45.166" v="205" actId="478"/>
          <ac:cxnSpMkLst>
            <pc:docMk/>
            <pc:sldMk cId="4090776303" sldId="363"/>
            <ac:cxnSpMk id="26" creationId="{924943B1-9CE6-340E-533E-2577BB8AB1B9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18:56.089" v="229" actId="478"/>
        <pc:sldMkLst>
          <pc:docMk/>
          <pc:sldMk cId="674161537" sldId="364"/>
        </pc:sldMkLst>
        <pc:spChg chg="del">
          <ac:chgData name="Aloe VERA" userId="6b960476-e567-467f-a33f-aec172a9bd13" providerId="ADAL" clId="{8A9E6FFF-D572-4621-84EA-50F599B778CC}" dt="2026-04-28T05:18:54.837" v="228" actId="478"/>
          <ac:spMkLst>
            <pc:docMk/>
            <pc:sldMk cId="674161537" sldId="364"/>
            <ac:spMk id="5" creationId="{3D8E4FC1-7852-B7D0-5D29-D34378CBDF53}"/>
          </ac:spMkLst>
        </pc:spChg>
        <pc:spChg chg="del">
          <ac:chgData name="Aloe VERA" userId="6b960476-e567-467f-a33f-aec172a9bd13" providerId="ADAL" clId="{8A9E6FFF-D572-4621-84EA-50F599B778CC}" dt="2026-04-28T05:18:56.089" v="229" actId="478"/>
          <ac:spMkLst>
            <pc:docMk/>
            <pc:sldMk cId="674161537" sldId="364"/>
            <ac:spMk id="6" creationId="{0C578E9C-10DD-CF51-15A2-CEF93FBE2328}"/>
          </ac:spMkLst>
        </pc:spChg>
        <pc:spChg chg="del">
          <ac:chgData name="Aloe VERA" userId="6b960476-e567-467f-a33f-aec172a9bd13" providerId="ADAL" clId="{8A9E6FFF-D572-4621-84EA-50F599B778CC}" dt="2026-04-28T05:18:54.837" v="228" actId="478"/>
          <ac:spMkLst>
            <pc:docMk/>
            <pc:sldMk cId="674161537" sldId="364"/>
            <ac:spMk id="8" creationId="{5A3F651A-DF48-8B02-46AC-8E6A6CCDEC53}"/>
          </ac:spMkLst>
        </pc:spChg>
        <pc:spChg chg="mod">
          <ac:chgData name="Aloe VERA" userId="6b960476-e567-467f-a33f-aec172a9bd13" providerId="ADAL" clId="{8A9E6FFF-D572-4621-84EA-50F599B778CC}" dt="2026-04-28T05:16:12.887" v="210" actId="1076"/>
          <ac:spMkLst>
            <pc:docMk/>
            <pc:sldMk cId="674161537" sldId="364"/>
            <ac:spMk id="24" creationId="{6E0EFADC-42C4-ABFE-4203-9E85876C9435}"/>
          </ac:spMkLst>
        </pc:spChg>
        <pc:cxnChg chg="del mod">
          <ac:chgData name="Aloe VERA" userId="6b960476-e567-467f-a33f-aec172a9bd13" providerId="ADAL" clId="{8A9E6FFF-D572-4621-84EA-50F599B778CC}" dt="2026-04-28T05:16:14.493" v="211" actId="478"/>
          <ac:cxnSpMkLst>
            <pc:docMk/>
            <pc:sldMk cId="674161537" sldId="364"/>
            <ac:cxnSpMk id="26" creationId="{30CC7002-6601-74E7-3CF3-F1C630FD26FF}"/>
          </ac:cxnSpMkLst>
        </pc:cxnChg>
      </pc:sldChg>
      <pc:sldChg chg="addSp delSp modSp add mod">
        <pc:chgData name="Aloe VERA" userId="6b960476-e567-467f-a33f-aec172a9bd13" providerId="ADAL" clId="{8A9E6FFF-D572-4621-84EA-50F599B778CC}" dt="2026-04-28T05:22:00.183" v="255" actId="1076"/>
        <pc:sldMkLst>
          <pc:docMk/>
          <pc:sldMk cId="1436370720" sldId="365"/>
        </pc:sldMkLst>
        <pc:spChg chg="del">
          <ac:chgData name="Aloe VERA" userId="6b960476-e567-467f-a33f-aec172a9bd13" providerId="ADAL" clId="{8A9E6FFF-D572-4621-84EA-50F599B778CC}" dt="2026-04-28T05:18:42.126" v="222" actId="478"/>
          <ac:spMkLst>
            <pc:docMk/>
            <pc:sldMk cId="1436370720" sldId="365"/>
            <ac:spMk id="5" creationId="{7EBFFADD-2A3F-AC3C-A161-BC8F55F24E8B}"/>
          </ac:spMkLst>
        </pc:spChg>
        <pc:spChg chg="del">
          <ac:chgData name="Aloe VERA" userId="6b960476-e567-467f-a33f-aec172a9bd13" providerId="ADAL" clId="{8A9E6FFF-D572-4621-84EA-50F599B778CC}" dt="2026-04-28T05:18:45.600" v="224" actId="478"/>
          <ac:spMkLst>
            <pc:docMk/>
            <pc:sldMk cId="1436370720" sldId="365"/>
            <ac:spMk id="6" creationId="{6E866D69-1FF7-E5EA-4D37-F10D632F77A1}"/>
          </ac:spMkLst>
        </pc:spChg>
        <pc:spChg chg="del">
          <ac:chgData name="Aloe VERA" userId="6b960476-e567-467f-a33f-aec172a9bd13" providerId="ADAL" clId="{8A9E6FFF-D572-4621-84EA-50F599B778CC}" dt="2026-04-28T05:18:44.551" v="223" actId="478"/>
          <ac:spMkLst>
            <pc:docMk/>
            <pc:sldMk cId="1436370720" sldId="365"/>
            <ac:spMk id="8" creationId="{A1CA6069-81E7-003D-295A-BDA0616C713C}"/>
          </ac:spMkLst>
        </pc:spChg>
        <pc:spChg chg="add mod">
          <ac:chgData name="Aloe VERA" userId="6b960476-e567-467f-a33f-aec172a9bd13" providerId="ADAL" clId="{8A9E6FFF-D572-4621-84EA-50F599B778CC}" dt="2026-04-28T05:21:57.572" v="254" actId="1076"/>
          <ac:spMkLst>
            <pc:docMk/>
            <pc:sldMk cId="1436370720" sldId="365"/>
            <ac:spMk id="9" creationId="{6406F9B7-B202-7EAA-8525-D20385C3C5F3}"/>
          </ac:spMkLst>
        </pc:spChg>
        <pc:spChg chg="add mod">
          <ac:chgData name="Aloe VERA" userId="6b960476-e567-467f-a33f-aec172a9bd13" providerId="ADAL" clId="{8A9E6FFF-D572-4621-84EA-50F599B778CC}" dt="2026-04-28T05:21:52.894" v="253" actId="1076"/>
          <ac:spMkLst>
            <pc:docMk/>
            <pc:sldMk cId="1436370720" sldId="365"/>
            <ac:spMk id="10" creationId="{CACFF30E-CEE7-BA1D-EA77-1E4FFEDB1561}"/>
          </ac:spMkLst>
        </pc:spChg>
        <pc:picChg chg="add mod">
          <ac:chgData name="Aloe VERA" userId="6b960476-e567-467f-a33f-aec172a9bd13" providerId="ADAL" clId="{8A9E6FFF-D572-4621-84EA-50F599B778CC}" dt="2026-04-28T05:22:00.183" v="255" actId="1076"/>
          <ac:picMkLst>
            <pc:docMk/>
            <pc:sldMk cId="1436370720" sldId="365"/>
            <ac:picMk id="3" creationId="{F3771FD4-EEA8-FA8A-3FAF-DE0EB182FB9E}"/>
          </ac:picMkLst>
        </pc:picChg>
      </pc:sldChg>
      <pc:sldChg chg="delSp modSp add mod">
        <pc:chgData name="Aloe VERA" userId="6b960476-e567-467f-a33f-aec172a9bd13" providerId="ADAL" clId="{8A9E6FFF-D572-4621-84EA-50F599B778CC}" dt="2026-04-28T05:18:51.344" v="227" actId="478"/>
        <pc:sldMkLst>
          <pc:docMk/>
          <pc:sldMk cId="413915061" sldId="366"/>
        </pc:sldMkLst>
        <pc:spChg chg="del">
          <ac:chgData name="Aloe VERA" userId="6b960476-e567-467f-a33f-aec172a9bd13" providerId="ADAL" clId="{8A9E6FFF-D572-4621-84EA-50F599B778CC}" dt="2026-04-28T05:18:49.359" v="225" actId="478"/>
          <ac:spMkLst>
            <pc:docMk/>
            <pc:sldMk cId="413915061" sldId="366"/>
            <ac:spMk id="5" creationId="{7B543BCF-1382-6F16-3239-7EF9E6C5E43D}"/>
          </ac:spMkLst>
        </pc:spChg>
        <pc:spChg chg="del mod">
          <ac:chgData name="Aloe VERA" userId="6b960476-e567-467f-a33f-aec172a9bd13" providerId="ADAL" clId="{8A9E6FFF-D572-4621-84EA-50F599B778CC}" dt="2026-04-28T05:18:51.344" v="227" actId="478"/>
          <ac:spMkLst>
            <pc:docMk/>
            <pc:sldMk cId="413915061" sldId="366"/>
            <ac:spMk id="6" creationId="{79713D9F-BF3B-7945-63CA-5F9C08E503F1}"/>
          </ac:spMkLst>
        </pc:spChg>
        <pc:spChg chg="del">
          <ac:chgData name="Aloe VERA" userId="6b960476-e567-467f-a33f-aec172a9bd13" providerId="ADAL" clId="{8A9E6FFF-D572-4621-84EA-50F599B778CC}" dt="2026-04-28T05:18:49.359" v="225" actId="478"/>
          <ac:spMkLst>
            <pc:docMk/>
            <pc:sldMk cId="413915061" sldId="366"/>
            <ac:spMk id="8" creationId="{1CBEDE51-0524-536F-23E1-5863BA40A260}"/>
          </ac:spMkLst>
        </pc:spChg>
      </pc:sldChg>
      <pc:sldChg chg="addSp delSp modSp add mod">
        <pc:chgData name="Aloe VERA" userId="6b960476-e567-467f-a33f-aec172a9bd13" providerId="ADAL" clId="{8A9E6FFF-D572-4621-84EA-50F599B778CC}" dt="2026-04-28T05:24:15.607" v="281" actId="20577"/>
        <pc:sldMkLst>
          <pc:docMk/>
          <pc:sldMk cId="3477116997" sldId="367"/>
        </pc:sldMkLst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2" creationId="{AC32AD21-BACE-5D59-6DD1-8AC66B00B33F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3" creationId="{3CD3E3D8-0483-D73A-0E10-DF71C3E77262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4" creationId="{9EAFB7C8-B908-A581-B2B6-8E9579AF1615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5" creationId="{B55BF77F-F704-C64A-1040-9C162EA18B31}"/>
          </ac:spMkLst>
        </pc:spChg>
        <pc:spChg chg="mod">
          <ac:chgData name="Aloe VERA" userId="6b960476-e567-467f-a33f-aec172a9bd13" providerId="ADAL" clId="{8A9E6FFF-D572-4621-84EA-50F599B778CC}" dt="2026-04-28T05:24:15.607" v="281" actId="20577"/>
          <ac:spMkLst>
            <pc:docMk/>
            <pc:sldMk cId="3477116997" sldId="367"/>
            <ac:spMk id="7" creationId="{63967BC1-9E69-CD0B-117D-07C1A06D509C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12" creationId="{4ABAB11B-A304-9ABF-7932-91C0BA9B7FB0}"/>
          </ac:spMkLst>
        </pc:spChg>
        <pc:spChg chg="del">
          <ac:chgData name="Aloe VERA" userId="6b960476-e567-467f-a33f-aec172a9bd13" providerId="ADAL" clId="{8A9E6FFF-D572-4621-84EA-50F599B778CC}" dt="2026-04-28T05:18:05.812" v="213" actId="478"/>
          <ac:spMkLst>
            <pc:docMk/>
            <pc:sldMk cId="3477116997" sldId="367"/>
            <ac:spMk id="15" creationId="{AF827299-9ACB-B270-E0AC-762C3F12C992}"/>
          </ac:spMkLst>
        </pc:spChg>
        <pc:spChg chg="del">
          <ac:chgData name="Aloe VERA" userId="6b960476-e567-467f-a33f-aec172a9bd13" providerId="ADAL" clId="{8A9E6FFF-D572-4621-84EA-50F599B778CC}" dt="2026-04-28T05:18:05.812" v="213" actId="478"/>
          <ac:spMkLst>
            <pc:docMk/>
            <pc:sldMk cId="3477116997" sldId="367"/>
            <ac:spMk id="16" creationId="{B68EBB19-D9AD-4AAB-5408-0B15FCB83625}"/>
          </ac:spMkLst>
        </pc:spChg>
        <pc:spChg chg="del">
          <ac:chgData name="Aloe VERA" userId="6b960476-e567-467f-a33f-aec172a9bd13" providerId="ADAL" clId="{8A9E6FFF-D572-4621-84EA-50F599B778CC}" dt="2026-04-28T05:18:05.812" v="213" actId="478"/>
          <ac:spMkLst>
            <pc:docMk/>
            <pc:sldMk cId="3477116997" sldId="367"/>
            <ac:spMk id="17" creationId="{A49EA9C8-6922-210F-E8E9-C5E13DB42E70}"/>
          </ac:spMkLst>
        </pc:spChg>
        <pc:spChg chg="del">
          <ac:chgData name="Aloe VERA" userId="6b960476-e567-467f-a33f-aec172a9bd13" providerId="ADAL" clId="{8A9E6FFF-D572-4621-84EA-50F599B778CC}" dt="2026-04-28T05:18:05.812" v="213" actId="478"/>
          <ac:spMkLst>
            <pc:docMk/>
            <pc:sldMk cId="3477116997" sldId="367"/>
            <ac:spMk id="18" creationId="{43D73416-37E6-D985-DF7F-9C59AD03E4E2}"/>
          </ac:spMkLst>
        </pc:spChg>
        <pc:spChg chg="mod">
          <ac:chgData name="Aloe VERA" userId="6b960476-e567-467f-a33f-aec172a9bd13" providerId="ADAL" clId="{8A9E6FFF-D572-4621-84EA-50F599B778CC}" dt="2026-04-28T05:18:08.413" v="215" actId="20577"/>
          <ac:spMkLst>
            <pc:docMk/>
            <pc:sldMk cId="3477116997" sldId="367"/>
            <ac:spMk id="19" creationId="{DC6CC0AB-CD1D-11CC-6BD6-D3225EFFB72C}"/>
          </ac:spMkLst>
        </pc:spChg>
        <pc:spChg chg="del">
          <ac:chgData name="Aloe VERA" userId="6b960476-e567-467f-a33f-aec172a9bd13" providerId="ADAL" clId="{8A9E6FFF-D572-4621-84EA-50F599B778CC}" dt="2026-04-28T05:18:05.812" v="213" actId="478"/>
          <ac:spMkLst>
            <pc:docMk/>
            <pc:sldMk cId="3477116997" sldId="367"/>
            <ac:spMk id="20" creationId="{0656D3FB-B992-C5D2-510B-9C6D3D6DAE3A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21" creationId="{B8F3FA23-8B91-7106-5711-A6CF555A3954}"/>
          </ac:spMkLst>
        </pc:spChg>
        <pc:spChg chg="add mod">
          <ac:chgData name="Aloe VERA" userId="6b960476-e567-467f-a33f-aec172a9bd13" providerId="ADAL" clId="{8A9E6FFF-D572-4621-84EA-50F599B778CC}" dt="2026-04-28T05:19:45.720" v="236"/>
          <ac:spMkLst>
            <pc:docMk/>
            <pc:sldMk cId="3477116997" sldId="367"/>
            <ac:spMk id="22" creationId="{8A993480-5446-710E-950D-4C0CDB47C108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24" creationId="{1D07D3DC-45BA-58D0-0A73-3A449381AB25}"/>
          </ac:spMkLst>
        </pc:spChg>
        <pc:spChg chg="add mod">
          <ac:chgData name="Aloe VERA" userId="6b960476-e567-467f-a33f-aec172a9bd13" providerId="ADAL" clId="{8A9E6FFF-D572-4621-84EA-50F599B778CC}" dt="2026-04-28T05:20:56.519" v="246" actId="1076"/>
          <ac:spMkLst>
            <pc:docMk/>
            <pc:sldMk cId="3477116997" sldId="367"/>
            <ac:spMk id="25" creationId="{A2E1993F-E066-C687-EE9F-FBFB295F5857}"/>
          </ac:spMkLst>
        </pc:spChg>
        <pc:spChg chg="del">
          <ac:chgData name="Aloe VERA" userId="6b960476-e567-467f-a33f-aec172a9bd13" providerId="ADAL" clId="{8A9E6FFF-D572-4621-84EA-50F599B778CC}" dt="2026-04-28T05:21:22.452" v="248" actId="478"/>
          <ac:spMkLst>
            <pc:docMk/>
            <pc:sldMk cId="3477116997" sldId="367"/>
            <ac:spMk id="26" creationId="{16D21A68-83C0-CEE1-7CAC-6E11DB33D5E4}"/>
          </ac:spMkLst>
        </pc:spChg>
        <pc:spChg chg="del">
          <ac:chgData name="Aloe VERA" userId="6b960476-e567-467f-a33f-aec172a9bd13" providerId="ADAL" clId="{8A9E6FFF-D572-4621-84EA-50F599B778CC}" dt="2026-04-28T05:21:14.708" v="247" actId="478"/>
          <ac:spMkLst>
            <pc:docMk/>
            <pc:sldMk cId="3477116997" sldId="367"/>
            <ac:spMk id="27" creationId="{458974A7-7E26-FB7A-A83E-DE3736E73D47}"/>
          </ac:spMkLst>
        </pc:spChg>
        <pc:spChg chg="del">
          <ac:chgData name="Aloe VERA" userId="6b960476-e567-467f-a33f-aec172a9bd13" providerId="ADAL" clId="{8A9E6FFF-D572-4621-84EA-50F599B778CC}" dt="2026-04-28T05:20:51.280" v="245" actId="478"/>
          <ac:spMkLst>
            <pc:docMk/>
            <pc:sldMk cId="3477116997" sldId="367"/>
            <ac:spMk id="29" creationId="{02938AFB-89CA-CBEC-5C2F-3EF663E54AFB}"/>
          </ac:spMkLst>
        </pc:spChg>
        <pc:spChg chg="add mod">
          <ac:chgData name="Aloe VERA" userId="6b960476-e567-467f-a33f-aec172a9bd13" providerId="ADAL" clId="{8A9E6FFF-D572-4621-84EA-50F599B778CC}" dt="2026-04-28T05:20:56.519" v="246" actId="1076"/>
          <ac:spMkLst>
            <pc:docMk/>
            <pc:sldMk cId="3477116997" sldId="367"/>
            <ac:spMk id="30" creationId="{8824E1ED-458D-73F8-695A-9281E461A5BF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31" creationId="{8AC28A0F-1771-7384-B671-08090A35B149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32" creationId="{744BCACE-F8A7-2766-3701-6141865A45EE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33" creationId="{2B2C1D9B-B313-8AF5-2817-FA67132857BC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36" creationId="{EA004929-C259-95E8-B428-710C21274CDC}"/>
          </ac:spMkLst>
        </pc:spChg>
        <pc:spChg chg="add mod">
          <ac:chgData name="Aloe VERA" userId="6b960476-e567-467f-a33f-aec172a9bd13" providerId="ADAL" clId="{8A9E6FFF-D572-4621-84EA-50F599B778CC}" dt="2026-04-28T05:20:44.243" v="244" actId="1076"/>
          <ac:spMkLst>
            <pc:docMk/>
            <pc:sldMk cId="3477116997" sldId="367"/>
            <ac:spMk id="37" creationId="{E6BF095F-8DA3-3D4B-9A5A-35F4E68880F8}"/>
          </ac:spMkLst>
        </pc:spChg>
        <pc:spChg chg="add mod">
          <ac:chgData name="Aloe VERA" userId="6b960476-e567-467f-a33f-aec172a9bd13" providerId="ADAL" clId="{8A9E6FFF-D572-4621-84EA-50F599B778CC}" dt="2026-04-28T05:23:16.815" v="268" actId="1076"/>
          <ac:spMkLst>
            <pc:docMk/>
            <pc:sldMk cId="3477116997" sldId="367"/>
            <ac:spMk id="40" creationId="{21EB2661-BEF8-C510-1434-BFB1612917CD}"/>
          </ac:spMkLst>
        </pc:spChg>
        <pc:spChg chg="add mod">
          <ac:chgData name="Aloe VERA" userId="6b960476-e567-467f-a33f-aec172a9bd13" providerId="ADAL" clId="{8A9E6FFF-D572-4621-84EA-50F599B778CC}" dt="2026-04-28T05:23:16.815" v="268" actId="1076"/>
          <ac:spMkLst>
            <pc:docMk/>
            <pc:sldMk cId="3477116997" sldId="367"/>
            <ac:spMk id="41" creationId="{255E7E10-D5BB-47F4-F749-CCD4CDF5DF2F}"/>
          </ac:spMkLst>
        </pc:spChg>
        <pc:spChg chg="del">
          <ac:chgData name="Aloe VERA" userId="6b960476-e567-467f-a33f-aec172a9bd13" providerId="ADAL" clId="{8A9E6FFF-D572-4621-84EA-50F599B778CC}" dt="2026-04-28T05:20:51.280" v="245" actId="478"/>
          <ac:spMkLst>
            <pc:docMk/>
            <pc:sldMk cId="3477116997" sldId="367"/>
            <ac:spMk id="48" creationId="{9A94D020-B794-3160-B138-D5B83D649050}"/>
          </ac:spMkLst>
        </pc:spChg>
        <pc:picChg chg="del">
          <ac:chgData name="Aloe VERA" userId="6b960476-e567-467f-a33f-aec172a9bd13" providerId="ADAL" clId="{8A9E6FFF-D572-4621-84EA-50F599B778CC}" dt="2026-04-28T05:21:24.351" v="249" actId="478"/>
          <ac:picMkLst>
            <pc:docMk/>
            <pc:sldMk cId="3477116997" sldId="367"/>
            <ac:picMk id="28" creationId="{733540B0-E50B-EED5-A05E-DE0F01476292}"/>
          </ac:picMkLst>
        </pc:picChg>
        <pc:picChg chg="add mod">
          <ac:chgData name="Aloe VERA" userId="6b960476-e567-467f-a33f-aec172a9bd13" providerId="ADAL" clId="{8A9E6FFF-D572-4621-84EA-50F599B778CC}" dt="2026-04-28T05:23:16.815" v="268" actId="1076"/>
          <ac:picMkLst>
            <pc:docMk/>
            <pc:sldMk cId="3477116997" sldId="367"/>
            <ac:picMk id="42" creationId="{60AB098E-998D-2B0A-A20E-870CD2262175}"/>
          </ac:picMkLst>
        </pc:picChg>
        <pc:cxnChg chg="add mod">
          <ac:chgData name="Aloe VERA" userId="6b960476-e567-467f-a33f-aec172a9bd13" providerId="ADAL" clId="{8A9E6FFF-D572-4621-84EA-50F599B778CC}" dt="2026-04-28T05:19:45.720" v="236"/>
          <ac:cxnSpMkLst>
            <pc:docMk/>
            <pc:sldMk cId="3477116997" sldId="367"/>
            <ac:cxnSpMk id="14" creationId="{C7DCC982-4211-3070-5E8F-41DEBEED0352}"/>
          </ac:cxnSpMkLst>
        </pc:cxnChg>
        <pc:cxnChg chg="add mod">
          <ac:chgData name="Aloe VERA" userId="6b960476-e567-467f-a33f-aec172a9bd13" providerId="ADAL" clId="{8A9E6FFF-D572-4621-84EA-50F599B778CC}" dt="2026-04-28T05:19:45.720" v="236"/>
          <ac:cxnSpMkLst>
            <pc:docMk/>
            <pc:sldMk cId="3477116997" sldId="367"/>
            <ac:cxnSpMk id="23" creationId="{8AF2B903-F306-9A31-7D0E-0FB011E24A6F}"/>
          </ac:cxnSpMkLst>
        </pc:cxnChg>
        <pc:cxnChg chg="mod">
          <ac:chgData name="Aloe VERA" userId="6b960476-e567-467f-a33f-aec172a9bd13" providerId="ADAL" clId="{8A9E6FFF-D572-4621-84EA-50F599B778CC}" dt="2026-04-28T05:20:44.243" v="244" actId="1076"/>
          <ac:cxnSpMkLst>
            <pc:docMk/>
            <pc:sldMk cId="3477116997" sldId="367"/>
            <ac:cxnSpMk id="34" creationId="{AEAB3943-C8DB-1FCC-D6AE-1A840BB96C3F}"/>
          </ac:cxnSpMkLst>
        </pc:cxnChg>
        <pc:cxnChg chg="mod">
          <ac:chgData name="Aloe VERA" userId="6b960476-e567-467f-a33f-aec172a9bd13" providerId="ADAL" clId="{8A9E6FFF-D572-4621-84EA-50F599B778CC}" dt="2026-04-28T05:20:44.243" v="244" actId="1076"/>
          <ac:cxnSpMkLst>
            <pc:docMk/>
            <pc:sldMk cId="3477116997" sldId="367"/>
            <ac:cxnSpMk id="35" creationId="{199F8A90-09CA-0641-6D7D-FB5D9E8ACE83}"/>
          </ac:cxnSpMkLst>
        </pc:cxnChg>
        <pc:cxnChg chg="add mod">
          <ac:chgData name="Aloe VERA" userId="6b960476-e567-467f-a33f-aec172a9bd13" providerId="ADAL" clId="{8A9E6FFF-D572-4621-84EA-50F599B778CC}" dt="2026-04-28T05:20:44.243" v="244" actId="1076"/>
          <ac:cxnSpMkLst>
            <pc:docMk/>
            <pc:sldMk cId="3477116997" sldId="367"/>
            <ac:cxnSpMk id="38" creationId="{E7811175-1BC8-47EE-AF4E-805D2ED77B19}"/>
          </ac:cxnSpMkLst>
        </pc:cxnChg>
        <pc:cxnChg chg="add mod">
          <ac:chgData name="Aloe VERA" userId="6b960476-e567-467f-a33f-aec172a9bd13" providerId="ADAL" clId="{8A9E6FFF-D572-4621-84EA-50F599B778CC}" dt="2026-04-28T05:20:44.243" v="244" actId="1076"/>
          <ac:cxnSpMkLst>
            <pc:docMk/>
            <pc:sldMk cId="3477116997" sldId="367"/>
            <ac:cxnSpMk id="39" creationId="{F183C486-9600-1D51-1C6D-2B371761D1E0}"/>
          </ac:cxnSpMkLst>
        </pc:cxnChg>
      </pc:sldChg>
      <pc:sldChg chg="addSp delSp modSp add mod">
        <pc:chgData name="Aloe VERA" userId="6b960476-e567-467f-a33f-aec172a9bd13" providerId="ADAL" clId="{8A9E6FFF-D572-4621-84EA-50F599B778CC}" dt="2026-04-28T05:29:50.204" v="326" actId="20577"/>
        <pc:sldMkLst>
          <pc:docMk/>
          <pc:sldMk cId="3522834944" sldId="368"/>
        </pc:sldMkLst>
        <pc:spChg chg="del">
          <ac:chgData name="Aloe VERA" userId="6b960476-e567-467f-a33f-aec172a9bd13" providerId="ADAL" clId="{8A9E6FFF-D572-4621-84EA-50F599B778CC}" dt="2026-04-28T05:24:06.218" v="279" actId="478"/>
          <ac:spMkLst>
            <pc:docMk/>
            <pc:sldMk cId="3522834944" sldId="368"/>
            <ac:spMk id="4" creationId="{F9DD4DDC-F050-CF5E-4AD5-3B50BFD14B4F}"/>
          </ac:spMkLst>
        </pc:spChg>
        <pc:spChg chg="del">
          <ac:chgData name="Aloe VERA" userId="6b960476-e567-467f-a33f-aec172a9bd13" providerId="ADAL" clId="{8A9E6FFF-D572-4621-84EA-50F599B778CC}" dt="2026-04-28T05:23:35.456" v="270" actId="478"/>
          <ac:spMkLst>
            <pc:docMk/>
            <pc:sldMk cId="3522834944" sldId="368"/>
            <ac:spMk id="5" creationId="{486448DC-EA5E-2A5A-15B5-4AE7810C909D}"/>
          </ac:spMkLst>
        </pc:spChg>
        <pc:spChg chg="mod">
          <ac:chgData name="Aloe VERA" userId="6b960476-e567-467f-a33f-aec172a9bd13" providerId="ADAL" clId="{8A9E6FFF-D572-4621-84EA-50F599B778CC}" dt="2026-04-28T05:29:50.204" v="326" actId="20577"/>
          <ac:spMkLst>
            <pc:docMk/>
            <pc:sldMk cId="3522834944" sldId="368"/>
            <ac:spMk id="9" creationId="{D9C65B17-FBAB-9333-2917-EE0AF57018D0}"/>
          </ac:spMkLst>
        </pc:spChg>
        <pc:spChg chg="del">
          <ac:chgData name="Aloe VERA" userId="6b960476-e567-467f-a33f-aec172a9bd13" providerId="ADAL" clId="{8A9E6FFF-D572-4621-84EA-50F599B778CC}" dt="2026-04-28T05:23:35.456" v="270" actId="478"/>
          <ac:spMkLst>
            <pc:docMk/>
            <pc:sldMk cId="3522834944" sldId="368"/>
            <ac:spMk id="10" creationId="{21AC84F9-B839-24C5-C33A-DD1AE73830FF}"/>
          </ac:spMkLst>
        </pc:spChg>
        <pc:spChg chg="add mod">
          <ac:chgData name="Aloe VERA" userId="6b960476-e567-467f-a33f-aec172a9bd13" providerId="ADAL" clId="{8A9E6FFF-D572-4621-84EA-50F599B778CC}" dt="2026-04-28T05:22:18.925" v="258" actId="571"/>
          <ac:spMkLst>
            <pc:docMk/>
            <pc:sldMk cId="3522834944" sldId="368"/>
            <ac:spMk id="11" creationId="{422AEE2D-7916-A2E8-BCD9-249120D8BCA4}"/>
          </ac:spMkLst>
        </pc:spChg>
        <pc:spChg chg="del">
          <ac:chgData name="Aloe VERA" userId="6b960476-e567-467f-a33f-aec172a9bd13" providerId="ADAL" clId="{8A9E6FFF-D572-4621-84EA-50F599B778CC}" dt="2026-04-28T05:23:35.456" v="270" actId="478"/>
          <ac:spMkLst>
            <pc:docMk/>
            <pc:sldMk cId="3522834944" sldId="368"/>
            <ac:spMk id="12" creationId="{1ACA896A-E421-8FAD-45A2-CB58E2628F95}"/>
          </ac:spMkLst>
        </pc:spChg>
        <pc:spChg chg="add mod">
          <ac:chgData name="Aloe VERA" userId="6b960476-e567-467f-a33f-aec172a9bd13" providerId="ADAL" clId="{8A9E6FFF-D572-4621-84EA-50F599B778CC}" dt="2026-04-28T05:22:18.925" v="258" actId="571"/>
          <ac:spMkLst>
            <pc:docMk/>
            <pc:sldMk cId="3522834944" sldId="368"/>
            <ac:spMk id="13" creationId="{05A0D0B9-DA54-1D38-EADB-E79D2C776018}"/>
          </ac:spMkLst>
        </pc:spChg>
        <pc:spChg chg="del">
          <ac:chgData name="Aloe VERA" userId="6b960476-e567-467f-a33f-aec172a9bd13" providerId="ADAL" clId="{8A9E6FFF-D572-4621-84EA-50F599B778CC}" dt="2026-04-28T05:23:35.456" v="270" actId="478"/>
          <ac:spMkLst>
            <pc:docMk/>
            <pc:sldMk cId="3522834944" sldId="368"/>
            <ac:spMk id="14" creationId="{9D5FD9D2-E041-4AF1-F814-D16A121916F2}"/>
          </ac:spMkLst>
        </pc:spChg>
        <pc:spChg chg="mod">
          <ac:chgData name="Aloe VERA" userId="6b960476-e567-467f-a33f-aec172a9bd13" providerId="ADAL" clId="{8A9E6FFF-D572-4621-84EA-50F599B778CC}" dt="2026-04-28T05:21:36.094" v="251" actId="20577"/>
          <ac:spMkLst>
            <pc:docMk/>
            <pc:sldMk cId="3522834944" sldId="368"/>
            <ac:spMk id="15" creationId="{5845ABE8-5B7E-040D-D5BC-DCA969602412}"/>
          </ac:spMkLst>
        </pc:spChg>
        <pc:spChg chg="mod">
          <ac:chgData name="Aloe VERA" userId="6b960476-e567-467f-a33f-aec172a9bd13" providerId="ADAL" clId="{8A9E6FFF-D572-4621-84EA-50F599B778CC}" dt="2026-04-28T05:22:35.895" v="262" actId="1076"/>
          <ac:spMkLst>
            <pc:docMk/>
            <pc:sldMk cId="3522834944" sldId="368"/>
            <ac:spMk id="17" creationId="{76880EF5-E6EC-989D-C290-CC29B4C5456E}"/>
          </ac:spMkLst>
        </pc:spChg>
        <pc:spChg chg="del">
          <ac:chgData name="Aloe VERA" userId="6b960476-e567-467f-a33f-aec172a9bd13" providerId="ADAL" clId="{8A9E6FFF-D572-4621-84EA-50F599B778CC}" dt="2026-04-28T05:23:54.636" v="278" actId="478"/>
          <ac:spMkLst>
            <pc:docMk/>
            <pc:sldMk cId="3522834944" sldId="368"/>
            <ac:spMk id="20" creationId="{D0ED89F8-4152-5CFF-3272-C180B025B90B}"/>
          </ac:spMkLst>
        </pc:spChg>
        <pc:spChg chg="add mod">
          <ac:chgData name="Aloe VERA" userId="6b960476-e567-467f-a33f-aec172a9bd13" providerId="ADAL" clId="{8A9E6FFF-D572-4621-84EA-50F599B778CC}" dt="2026-04-28T05:27:49.612" v="304" actId="1076"/>
          <ac:spMkLst>
            <pc:docMk/>
            <pc:sldMk cId="3522834944" sldId="368"/>
            <ac:spMk id="37" creationId="{F2923944-7FFC-9B95-4488-39F595B5ABD1}"/>
          </ac:spMkLst>
        </pc:spChg>
        <pc:spChg chg="mod">
          <ac:chgData name="Aloe VERA" userId="6b960476-e567-467f-a33f-aec172a9bd13" providerId="ADAL" clId="{8A9E6FFF-D572-4621-84EA-50F599B778CC}" dt="2026-04-28T05:22:35.895" v="262" actId="1076"/>
          <ac:spMkLst>
            <pc:docMk/>
            <pc:sldMk cId="3522834944" sldId="368"/>
            <ac:spMk id="414" creationId="{5B80AA7E-3475-DE98-06AB-4E524676820C}"/>
          </ac:spMkLst>
        </pc:spChg>
        <pc:picChg chg="del mod">
          <ac:chgData name="Aloe VERA" userId="6b960476-e567-467f-a33f-aec172a9bd13" providerId="ADAL" clId="{8A9E6FFF-D572-4621-84EA-50F599B778CC}" dt="2026-04-28T05:22:49.836" v="263" actId="478"/>
          <ac:picMkLst>
            <pc:docMk/>
            <pc:sldMk cId="3522834944" sldId="368"/>
            <ac:picMk id="6" creationId="{D3FB65F2-304D-A5AA-2915-6A9A7D20E02B}"/>
          </ac:picMkLst>
        </pc:picChg>
        <pc:picChg chg="add mod">
          <ac:chgData name="Aloe VERA" userId="6b960476-e567-467f-a33f-aec172a9bd13" providerId="ADAL" clId="{8A9E6FFF-D572-4621-84EA-50F599B778CC}" dt="2026-04-28T05:22:18.925" v="258" actId="571"/>
          <ac:picMkLst>
            <pc:docMk/>
            <pc:sldMk cId="3522834944" sldId="368"/>
            <ac:picMk id="16" creationId="{C4F379F7-C114-757F-BE0E-FF1059FC6BB9}"/>
          </ac:picMkLst>
        </pc:picChg>
        <pc:picChg chg="add mod">
          <ac:chgData name="Aloe VERA" userId="6b960476-e567-467f-a33f-aec172a9bd13" providerId="ADAL" clId="{8A9E6FFF-D572-4621-84EA-50F599B778CC}" dt="2026-04-28T05:23:03.187" v="266" actId="1076"/>
          <ac:picMkLst>
            <pc:docMk/>
            <pc:sldMk cId="3522834944" sldId="368"/>
            <ac:picMk id="36" creationId="{0FBCCDF9-9C1C-1469-27B2-F694F4AC687E}"/>
          </ac:picMkLst>
        </pc:picChg>
        <pc:cxnChg chg="del mod">
          <ac:chgData name="Aloe VERA" userId="6b960476-e567-467f-a33f-aec172a9bd13" providerId="ADAL" clId="{8A9E6FFF-D572-4621-84EA-50F599B778CC}" dt="2026-04-28T05:23:38.179" v="272" actId="478"/>
          <ac:cxnSpMkLst>
            <pc:docMk/>
            <pc:sldMk cId="3522834944" sldId="368"/>
            <ac:cxnSpMk id="22" creationId="{75ADE854-EBF1-F0C4-5FB4-621E6E9B5F5B}"/>
          </ac:cxnSpMkLst>
        </pc:cxnChg>
        <pc:cxnChg chg="del mod">
          <ac:chgData name="Aloe VERA" userId="6b960476-e567-467f-a33f-aec172a9bd13" providerId="ADAL" clId="{8A9E6FFF-D572-4621-84EA-50F599B778CC}" dt="2026-04-28T05:23:37.238" v="271" actId="478"/>
          <ac:cxnSpMkLst>
            <pc:docMk/>
            <pc:sldMk cId="3522834944" sldId="368"/>
            <ac:cxnSpMk id="24" creationId="{5F241ACB-8904-844F-E134-9260F87EE85E}"/>
          </ac:cxnSpMkLst>
        </pc:cxnChg>
        <pc:cxnChg chg="del mod">
          <ac:chgData name="Aloe VERA" userId="6b960476-e567-467f-a33f-aec172a9bd13" providerId="ADAL" clId="{8A9E6FFF-D572-4621-84EA-50F599B778CC}" dt="2026-04-28T05:23:40.079" v="274" actId="478"/>
          <ac:cxnSpMkLst>
            <pc:docMk/>
            <pc:sldMk cId="3522834944" sldId="368"/>
            <ac:cxnSpMk id="26" creationId="{0FE73CD4-122D-BA36-3E60-854FF19C6346}"/>
          </ac:cxnSpMkLst>
        </pc:cxnChg>
        <pc:cxnChg chg="del mod">
          <ac:chgData name="Aloe VERA" userId="6b960476-e567-467f-a33f-aec172a9bd13" providerId="ADAL" clId="{8A9E6FFF-D572-4621-84EA-50F599B778CC}" dt="2026-04-28T05:23:39.205" v="273" actId="478"/>
          <ac:cxnSpMkLst>
            <pc:docMk/>
            <pc:sldMk cId="3522834944" sldId="368"/>
            <ac:cxnSpMk id="28" creationId="{EA6C935E-B12F-4351-F5F2-24AE2693DF3C}"/>
          </ac:cxnSpMkLst>
        </pc:cxnChg>
      </pc:sldChg>
      <pc:sldChg chg="addSp delSp modSp add mod">
        <pc:chgData name="Aloe VERA" userId="6b960476-e567-467f-a33f-aec172a9bd13" providerId="ADAL" clId="{8A9E6FFF-D572-4621-84EA-50F599B778CC}" dt="2026-04-28T05:29:55.077" v="327"/>
        <pc:sldMkLst>
          <pc:docMk/>
          <pc:sldMk cId="3936382034" sldId="369"/>
        </pc:sldMkLst>
        <pc:spChg chg="add del mod">
          <ac:chgData name="Aloe VERA" userId="6b960476-e567-467f-a33f-aec172a9bd13" providerId="ADAL" clId="{8A9E6FFF-D572-4621-84EA-50F599B778CC}" dt="2026-04-28T05:28:04.217" v="306" actId="478"/>
          <ac:spMkLst>
            <pc:docMk/>
            <pc:sldMk cId="3936382034" sldId="369"/>
            <ac:spMk id="2" creationId="{CCFCA15F-3F42-C7F7-8CE1-6C724EC515A8}"/>
          </ac:spMkLst>
        </pc:spChg>
        <pc:spChg chg="del">
          <ac:chgData name="Aloe VERA" userId="6b960476-e567-467f-a33f-aec172a9bd13" providerId="ADAL" clId="{8A9E6FFF-D572-4621-84EA-50F599B778CC}" dt="2026-04-28T05:23:46.851" v="277" actId="478"/>
          <ac:spMkLst>
            <pc:docMk/>
            <pc:sldMk cId="3936382034" sldId="369"/>
            <ac:spMk id="4" creationId="{70D7357D-FA0D-02ED-16DF-B6F71198AA8E}"/>
          </ac:spMkLst>
        </pc:spChg>
        <pc:spChg chg="mod">
          <ac:chgData name="Aloe VERA" userId="6b960476-e567-467f-a33f-aec172a9bd13" providerId="ADAL" clId="{8A9E6FFF-D572-4621-84EA-50F599B778CC}" dt="2026-04-28T05:28:01.526" v="305" actId="1076"/>
          <ac:spMkLst>
            <pc:docMk/>
            <pc:sldMk cId="3936382034" sldId="369"/>
            <ac:spMk id="5" creationId="{1CD59FDD-5311-ECF4-0EDC-C2A476ED4A06}"/>
          </ac:spMkLst>
        </pc:spChg>
        <pc:spChg chg="mod">
          <ac:chgData name="Aloe VERA" userId="6b960476-e567-467f-a33f-aec172a9bd13" providerId="ADAL" clId="{8A9E6FFF-D572-4621-84EA-50F599B778CC}" dt="2026-04-28T05:29:55.077" v="327"/>
          <ac:spMkLst>
            <pc:docMk/>
            <pc:sldMk cId="3936382034" sldId="369"/>
            <ac:spMk id="9" creationId="{97E81D1C-6A48-70D5-9723-A5D149395294}"/>
          </ac:spMkLst>
        </pc:spChg>
        <pc:spChg chg="del mod">
          <ac:chgData name="Aloe VERA" userId="6b960476-e567-467f-a33f-aec172a9bd13" providerId="ADAL" clId="{8A9E6FFF-D572-4621-84EA-50F599B778CC}" dt="2026-04-28T05:28:04.217" v="306" actId="478"/>
          <ac:spMkLst>
            <pc:docMk/>
            <pc:sldMk cId="3936382034" sldId="369"/>
            <ac:spMk id="10" creationId="{386DCF14-6153-5DB6-C1CC-4B396AF7C754}"/>
          </ac:spMkLst>
        </pc:spChg>
        <pc:spChg chg="del mod">
          <ac:chgData name="Aloe VERA" userId="6b960476-e567-467f-a33f-aec172a9bd13" providerId="ADAL" clId="{8A9E6FFF-D572-4621-84EA-50F599B778CC}" dt="2026-04-28T05:28:04.217" v="306" actId="478"/>
          <ac:spMkLst>
            <pc:docMk/>
            <pc:sldMk cId="3936382034" sldId="369"/>
            <ac:spMk id="12" creationId="{44DE923D-0F76-B090-9F50-48EFA7D0B42B}"/>
          </ac:spMkLst>
        </pc:spChg>
        <pc:spChg chg="mod">
          <ac:chgData name="Aloe VERA" userId="6b960476-e567-467f-a33f-aec172a9bd13" providerId="ADAL" clId="{8A9E6FFF-D572-4621-84EA-50F599B778CC}" dt="2026-04-28T05:24:37.973" v="286"/>
          <ac:spMkLst>
            <pc:docMk/>
            <pc:sldMk cId="3936382034" sldId="369"/>
            <ac:spMk id="14" creationId="{845B1858-C109-E098-2FA0-34820867803C}"/>
          </ac:spMkLst>
        </pc:spChg>
        <pc:spChg chg="del">
          <ac:chgData name="Aloe VERA" userId="6b960476-e567-467f-a33f-aec172a9bd13" providerId="ADAL" clId="{8A9E6FFF-D572-4621-84EA-50F599B778CC}" dt="2026-04-28T05:23:44.661" v="276" actId="478"/>
          <ac:spMkLst>
            <pc:docMk/>
            <pc:sldMk cId="3936382034" sldId="369"/>
            <ac:spMk id="20" creationId="{6D977F4F-857A-5E41-5D50-1B9F8B0BFF8A}"/>
          </ac:spMkLst>
        </pc:spChg>
        <pc:picChg chg="del">
          <ac:chgData name="Aloe VERA" userId="6b960476-e567-467f-a33f-aec172a9bd13" providerId="ADAL" clId="{8A9E6FFF-D572-4621-84EA-50F599B778CC}" dt="2026-04-28T05:23:42.550" v="275" actId="478"/>
          <ac:picMkLst>
            <pc:docMk/>
            <pc:sldMk cId="3936382034" sldId="369"/>
            <ac:picMk id="18" creationId="{1EBC2E0E-7219-9E1F-D82D-1347E979EF80}"/>
          </ac:picMkLst>
        </pc:picChg>
        <pc:cxnChg chg="add del mod">
          <ac:chgData name="Aloe VERA" userId="6b960476-e567-467f-a33f-aec172a9bd13" providerId="ADAL" clId="{8A9E6FFF-D572-4621-84EA-50F599B778CC}" dt="2026-04-28T05:28:08.508" v="308" actId="478"/>
          <ac:cxnSpMkLst>
            <pc:docMk/>
            <pc:sldMk cId="3936382034" sldId="369"/>
            <ac:cxnSpMk id="7" creationId="{07633572-5622-B93A-0F92-A72CDD5C4835}"/>
          </ac:cxnSpMkLst>
        </pc:cxnChg>
        <pc:cxnChg chg="mod">
          <ac:chgData name="Aloe VERA" userId="6b960476-e567-467f-a33f-aec172a9bd13" providerId="ADAL" clId="{8A9E6FFF-D572-4621-84EA-50F599B778CC}" dt="2026-04-28T05:24:36.323" v="285"/>
          <ac:cxnSpMkLst>
            <pc:docMk/>
            <pc:sldMk cId="3936382034" sldId="369"/>
            <ac:cxnSpMk id="22" creationId="{ED48303A-3B25-D577-9F05-2908B5AC3770}"/>
          </ac:cxnSpMkLst>
        </pc:cxnChg>
        <pc:cxnChg chg="del mod">
          <ac:chgData name="Aloe VERA" userId="6b960476-e567-467f-a33f-aec172a9bd13" providerId="ADAL" clId="{8A9E6FFF-D572-4621-84EA-50F599B778CC}" dt="2026-04-28T05:28:10.115" v="310" actId="478"/>
          <ac:cxnSpMkLst>
            <pc:docMk/>
            <pc:sldMk cId="3936382034" sldId="369"/>
            <ac:cxnSpMk id="24" creationId="{882946D0-4968-167B-FED7-C4B08987B8F9}"/>
          </ac:cxnSpMkLst>
        </pc:cxnChg>
        <pc:cxnChg chg="del mod">
          <ac:chgData name="Aloe VERA" userId="6b960476-e567-467f-a33f-aec172a9bd13" providerId="ADAL" clId="{8A9E6FFF-D572-4621-84EA-50F599B778CC}" dt="2026-04-28T05:28:07.423" v="307" actId="478"/>
          <ac:cxnSpMkLst>
            <pc:docMk/>
            <pc:sldMk cId="3936382034" sldId="369"/>
            <ac:cxnSpMk id="26" creationId="{84E2CDE6-967E-535F-7E91-FAC71260062E}"/>
          </ac:cxnSpMkLst>
        </pc:cxnChg>
        <pc:cxnChg chg="del mod">
          <ac:chgData name="Aloe VERA" userId="6b960476-e567-467f-a33f-aec172a9bd13" providerId="ADAL" clId="{8A9E6FFF-D572-4621-84EA-50F599B778CC}" dt="2026-04-28T05:28:09.369" v="309" actId="478"/>
          <ac:cxnSpMkLst>
            <pc:docMk/>
            <pc:sldMk cId="3936382034" sldId="369"/>
            <ac:cxnSpMk id="28" creationId="{5B397FD6-24A3-9CE2-EFF2-ADAB15DFD74D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29:57.992" v="328"/>
        <pc:sldMkLst>
          <pc:docMk/>
          <pc:sldMk cId="3468507828" sldId="370"/>
        </pc:sldMkLst>
        <pc:spChg chg="del mod">
          <ac:chgData name="Aloe VERA" userId="6b960476-e567-467f-a33f-aec172a9bd13" providerId="ADAL" clId="{8A9E6FFF-D572-4621-84EA-50F599B778CC}" dt="2026-04-28T05:28:25.056" v="312" actId="478"/>
          <ac:spMkLst>
            <pc:docMk/>
            <pc:sldMk cId="3468507828" sldId="370"/>
            <ac:spMk id="2" creationId="{8B6B8978-779D-FDE6-0C5C-448340FB6D68}"/>
          </ac:spMkLst>
        </pc:spChg>
        <pc:spChg chg="mod">
          <ac:chgData name="Aloe VERA" userId="6b960476-e567-467f-a33f-aec172a9bd13" providerId="ADAL" clId="{8A9E6FFF-D572-4621-84EA-50F599B778CC}" dt="2026-04-28T05:29:57.992" v="328"/>
          <ac:spMkLst>
            <pc:docMk/>
            <pc:sldMk cId="3468507828" sldId="370"/>
            <ac:spMk id="9" creationId="{4771B417-69D0-2D61-12D1-611BB8DB7A65}"/>
          </ac:spMkLst>
        </pc:spChg>
        <pc:spChg chg="mod">
          <ac:chgData name="Aloe VERA" userId="6b960476-e567-467f-a33f-aec172a9bd13" providerId="ADAL" clId="{8A9E6FFF-D572-4621-84EA-50F599B778CC}" dt="2026-04-28T05:28:22.489" v="311" actId="1076"/>
          <ac:spMkLst>
            <pc:docMk/>
            <pc:sldMk cId="3468507828" sldId="370"/>
            <ac:spMk id="10" creationId="{98F1E779-288F-8862-752C-45DA3D95BE8F}"/>
          </ac:spMkLst>
        </pc:spChg>
        <pc:spChg chg="del mod">
          <ac:chgData name="Aloe VERA" userId="6b960476-e567-467f-a33f-aec172a9bd13" providerId="ADAL" clId="{8A9E6FFF-D572-4621-84EA-50F599B778CC}" dt="2026-04-28T05:28:25.056" v="312" actId="478"/>
          <ac:spMkLst>
            <pc:docMk/>
            <pc:sldMk cId="3468507828" sldId="370"/>
            <ac:spMk id="12" creationId="{A96E9E06-E272-8A93-A559-5188B3359682}"/>
          </ac:spMkLst>
        </pc:spChg>
        <pc:cxnChg chg="del mod">
          <ac:chgData name="Aloe VERA" userId="6b960476-e567-467f-a33f-aec172a9bd13" providerId="ADAL" clId="{8A9E6FFF-D572-4621-84EA-50F599B778CC}" dt="2026-04-28T05:28:26.498" v="314" actId="478"/>
          <ac:cxnSpMkLst>
            <pc:docMk/>
            <pc:sldMk cId="3468507828" sldId="370"/>
            <ac:cxnSpMk id="7" creationId="{67C0C635-3A82-FB2E-F034-EFA77353A486}"/>
          </ac:cxnSpMkLst>
        </pc:cxnChg>
        <pc:cxnChg chg="del mod">
          <ac:chgData name="Aloe VERA" userId="6b960476-e567-467f-a33f-aec172a9bd13" providerId="ADAL" clId="{8A9E6FFF-D572-4621-84EA-50F599B778CC}" dt="2026-04-28T05:28:25.894" v="313" actId="478"/>
          <ac:cxnSpMkLst>
            <pc:docMk/>
            <pc:sldMk cId="3468507828" sldId="370"/>
            <ac:cxnSpMk id="26" creationId="{8D06CD4D-7550-11E2-DC1D-F0C839246B9E}"/>
          </ac:cxnSpMkLst>
        </pc:cxnChg>
        <pc:cxnChg chg="del mod">
          <ac:chgData name="Aloe VERA" userId="6b960476-e567-467f-a33f-aec172a9bd13" providerId="ADAL" clId="{8A9E6FFF-D572-4621-84EA-50F599B778CC}" dt="2026-04-28T05:28:27.292" v="315" actId="478"/>
          <ac:cxnSpMkLst>
            <pc:docMk/>
            <pc:sldMk cId="3468507828" sldId="370"/>
            <ac:cxnSpMk id="28" creationId="{1AB73B2C-E341-7B57-2A2A-D2E85107B23C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30:02.006" v="329"/>
        <pc:sldMkLst>
          <pc:docMk/>
          <pc:sldMk cId="1889366962" sldId="371"/>
        </pc:sldMkLst>
        <pc:spChg chg="mod">
          <ac:chgData name="Aloe VERA" userId="6b960476-e567-467f-a33f-aec172a9bd13" providerId="ADAL" clId="{8A9E6FFF-D572-4621-84EA-50F599B778CC}" dt="2026-04-28T05:28:33.682" v="316" actId="1076"/>
          <ac:spMkLst>
            <pc:docMk/>
            <pc:sldMk cId="1889366962" sldId="371"/>
            <ac:spMk id="2" creationId="{5089B13E-83C9-5DD8-8197-6AA33F5BACEC}"/>
          </ac:spMkLst>
        </pc:spChg>
        <pc:spChg chg="mod">
          <ac:chgData name="Aloe VERA" userId="6b960476-e567-467f-a33f-aec172a9bd13" providerId="ADAL" clId="{8A9E6FFF-D572-4621-84EA-50F599B778CC}" dt="2026-04-28T05:30:02.006" v="329"/>
          <ac:spMkLst>
            <pc:docMk/>
            <pc:sldMk cId="1889366962" sldId="371"/>
            <ac:spMk id="9" creationId="{2A7B05F7-8D11-FA55-B216-D344626613EC}"/>
          </ac:spMkLst>
        </pc:spChg>
        <pc:spChg chg="del mod">
          <ac:chgData name="Aloe VERA" userId="6b960476-e567-467f-a33f-aec172a9bd13" providerId="ADAL" clId="{8A9E6FFF-D572-4621-84EA-50F599B778CC}" dt="2026-04-28T05:28:42.469" v="319" actId="478"/>
          <ac:spMkLst>
            <pc:docMk/>
            <pc:sldMk cId="1889366962" sldId="371"/>
            <ac:spMk id="12" creationId="{DA3EEA64-7F72-BDCA-A623-B2D9EB17ADFA}"/>
          </ac:spMkLst>
        </pc:spChg>
        <pc:cxnChg chg="del mod">
          <ac:chgData name="Aloe VERA" userId="6b960476-e567-467f-a33f-aec172a9bd13" providerId="ADAL" clId="{8A9E6FFF-D572-4621-84EA-50F599B778CC}" dt="2026-04-28T05:28:34.942" v="317" actId="478"/>
          <ac:cxnSpMkLst>
            <pc:docMk/>
            <pc:sldMk cId="1889366962" sldId="371"/>
            <ac:cxnSpMk id="7" creationId="{90DB594A-E377-5320-3840-A54A8884F10D}"/>
          </ac:cxnSpMkLst>
        </pc:cxnChg>
        <pc:cxnChg chg="del mod">
          <ac:chgData name="Aloe VERA" userId="6b960476-e567-467f-a33f-aec172a9bd13" providerId="ADAL" clId="{8A9E6FFF-D572-4621-84EA-50F599B778CC}" dt="2026-04-28T05:28:36.143" v="318" actId="478"/>
          <ac:cxnSpMkLst>
            <pc:docMk/>
            <pc:sldMk cId="1889366962" sldId="371"/>
            <ac:cxnSpMk id="28" creationId="{B04E2D71-1E2A-7138-B7FB-51119EE538DB}"/>
          </ac:cxnSpMkLst>
        </pc:cxnChg>
      </pc:sldChg>
      <pc:sldChg chg="delSp modSp add mod">
        <pc:chgData name="Aloe VERA" userId="6b960476-e567-467f-a33f-aec172a9bd13" providerId="ADAL" clId="{8A9E6FFF-D572-4621-84EA-50F599B778CC}" dt="2026-04-28T05:30:05.055" v="330"/>
        <pc:sldMkLst>
          <pc:docMk/>
          <pc:sldMk cId="2707584419" sldId="372"/>
        </pc:sldMkLst>
        <pc:spChg chg="mod">
          <ac:chgData name="Aloe VERA" userId="6b960476-e567-467f-a33f-aec172a9bd13" providerId="ADAL" clId="{8A9E6FFF-D572-4621-84EA-50F599B778CC}" dt="2026-04-28T05:30:05.055" v="330"/>
          <ac:spMkLst>
            <pc:docMk/>
            <pc:sldMk cId="2707584419" sldId="372"/>
            <ac:spMk id="9" creationId="{7369F3C2-E8D5-4A14-13D6-C1BB48323CBD}"/>
          </ac:spMkLst>
        </pc:spChg>
        <pc:spChg chg="mod">
          <ac:chgData name="Aloe VERA" userId="6b960476-e567-467f-a33f-aec172a9bd13" providerId="ADAL" clId="{8A9E6FFF-D572-4621-84EA-50F599B778CC}" dt="2026-04-28T05:29:00.833" v="321" actId="1076"/>
          <ac:spMkLst>
            <pc:docMk/>
            <pc:sldMk cId="2707584419" sldId="372"/>
            <ac:spMk id="12" creationId="{D80A762D-8987-8758-126A-4ED420BA2636}"/>
          </ac:spMkLst>
        </pc:spChg>
        <pc:cxnChg chg="del mod">
          <ac:chgData name="Aloe VERA" userId="6b960476-e567-467f-a33f-aec172a9bd13" providerId="ADAL" clId="{8A9E6FFF-D572-4621-84EA-50F599B778CC}" dt="2026-04-28T05:29:02.145" v="322" actId="478"/>
          <ac:cxnSpMkLst>
            <pc:docMk/>
            <pc:sldMk cId="2707584419" sldId="372"/>
            <ac:cxnSpMk id="28" creationId="{A5D58E71-4EB8-B896-C2A5-61B6E3C07C04}"/>
          </ac:cxnSpMkLst>
        </pc:cxnChg>
      </pc:sldChg>
      <pc:sldChg chg="addSp modSp add mod">
        <pc:chgData name="Aloe VERA" userId="6b960476-e567-467f-a33f-aec172a9bd13" providerId="ADAL" clId="{8A9E6FFF-D572-4621-84EA-50F599B778CC}" dt="2026-04-28T05:56:50.693" v="501" actId="255"/>
        <pc:sldMkLst>
          <pc:docMk/>
          <pc:sldMk cId="1615405238" sldId="373"/>
        </pc:sldMkLst>
        <pc:spChg chg="add mod">
          <ac:chgData name="Aloe VERA" userId="6b960476-e567-467f-a33f-aec172a9bd13" providerId="ADAL" clId="{8A9E6FFF-D572-4621-84EA-50F599B778CC}" dt="2026-04-28T05:31:38.112" v="349" actId="1076"/>
          <ac:spMkLst>
            <pc:docMk/>
            <pc:sldMk cId="1615405238" sldId="373"/>
            <ac:spMk id="4" creationId="{20BD75CE-A55A-AB6D-FE66-62BDF46A5ECD}"/>
          </ac:spMkLst>
        </pc:spChg>
        <pc:spChg chg="add mod">
          <ac:chgData name="Aloe VERA" userId="6b960476-e567-467f-a33f-aec172a9bd13" providerId="ADAL" clId="{8A9E6FFF-D572-4621-84EA-50F599B778CC}" dt="2026-04-28T05:31:34.210" v="348" actId="1076"/>
          <ac:spMkLst>
            <pc:docMk/>
            <pc:sldMk cId="1615405238" sldId="373"/>
            <ac:spMk id="6" creationId="{0FBDDF33-3C30-FCAF-3112-02477793F1D0}"/>
          </ac:spMkLst>
        </pc:spChg>
        <pc:spChg chg="add mod">
          <ac:chgData name="Aloe VERA" userId="6b960476-e567-467f-a33f-aec172a9bd13" providerId="ADAL" clId="{8A9E6FFF-D572-4621-84EA-50F599B778CC}" dt="2026-04-28T05:32:37.759" v="355" actId="1076"/>
          <ac:spMkLst>
            <pc:docMk/>
            <pc:sldMk cId="1615405238" sldId="373"/>
            <ac:spMk id="8" creationId="{04379224-7337-6F1E-E0C9-CD17F6A41763}"/>
          </ac:spMkLst>
        </pc:spChg>
        <pc:spChg chg="mod">
          <ac:chgData name="Aloe VERA" userId="6b960476-e567-467f-a33f-aec172a9bd13" providerId="ADAL" clId="{8A9E6FFF-D572-4621-84EA-50F599B778CC}" dt="2026-04-28T05:30:07.657" v="331"/>
          <ac:spMkLst>
            <pc:docMk/>
            <pc:sldMk cId="1615405238" sldId="373"/>
            <ac:spMk id="9" creationId="{63278E81-17C0-1EE0-F7C7-A671E6BF258B}"/>
          </ac:spMkLst>
        </pc:spChg>
        <pc:spChg chg="add mod">
          <ac:chgData name="Aloe VERA" userId="6b960476-e567-467f-a33f-aec172a9bd13" providerId="ADAL" clId="{8A9E6FFF-D572-4621-84EA-50F599B778CC}" dt="2026-04-28T05:32:31.258" v="354" actId="1076"/>
          <ac:spMkLst>
            <pc:docMk/>
            <pc:sldMk cId="1615405238" sldId="373"/>
            <ac:spMk id="11" creationId="{888E5997-5BCB-CCB9-DE5A-A7A1C1DFFBE4}"/>
          </ac:spMkLst>
        </pc:spChg>
        <pc:spChg chg="mod">
          <ac:chgData name="Aloe VERA" userId="6b960476-e567-467f-a33f-aec172a9bd13" providerId="ADAL" clId="{8A9E6FFF-D572-4621-84EA-50F599B778CC}" dt="2026-04-28T05:56:50.693" v="501" actId="255"/>
          <ac:spMkLst>
            <pc:docMk/>
            <pc:sldMk cId="1615405238" sldId="373"/>
            <ac:spMk id="12" creationId="{EBCD9B71-04DA-DCAB-26BE-5C2794879E44}"/>
          </ac:spMkLst>
        </pc:spChg>
        <pc:picChg chg="add mod">
          <ac:chgData name="Aloe VERA" userId="6b960476-e567-467f-a33f-aec172a9bd13" providerId="ADAL" clId="{8A9E6FFF-D572-4621-84EA-50F599B778CC}" dt="2026-04-28T05:31:41.494" v="350" actId="1076"/>
          <ac:picMkLst>
            <pc:docMk/>
            <pc:sldMk cId="1615405238" sldId="373"/>
            <ac:picMk id="3" creationId="{5F0B4AFA-4EC4-64EC-3584-CE2158FE776C}"/>
          </ac:picMkLst>
        </pc:picChg>
      </pc:sldChg>
      <pc:sldChg chg="add del">
        <pc:chgData name="Aloe VERA" userId="6b960476-e567-467f-a33f-aec172a9bd13" providerId="ADAL" clId="{8A9E6FFF-D572-4621-84EA-50F599B778CC}" dt="2026-04-28T05:29:16.484" v="324" actId="47"/>
        <pc:sldMkLst>
          <pc:docMk/>
          <pc:sldMk cId="851900783" sldId="374"/>
        </pc:sldMkLst>
      </pc:sldChg>
      <pc:sldChg chg="addSp delSp modSp add mod">
        <pc:chgData name="Aloe VERA" userId="6b960476-e567-467f-a33f-aec172a9bd13" providerId="ADAL" clId="{8A9E6FFF-D572-4621-84EA-50F599B778CC}" dt="2026-04-28T05:56:36.590" v="499" actId="255"/>
        <pc:sldMkLst>
          <pc:docMk/>
          <pc:sldMk cId="1837014594" sldId="374"/>
        </pc:sldMkLst>
        <pc:spChg chg="add mod">
          <ac:chgData name="Aloe VERA" userId="6b960476-e567-467f-a33f-aec172a9bd13" providerId="ADAL" clId="{8A9E6FFF-D572-4621-84EA-50F599B778CC}" dt="2026-04-28T05:32:04.047" v="352" actId="1076"/>
          <ac:spMkLst>
            <pc:docMk/>
            <pc:sldMk cId="1837014594" sldId="374"/>
            <ac:spMk id="2" creationId="{2409224F-5AA8-5955-875D-5AF177A7CCF7}"/>
          </ac:spMkLst>
        </pc:spChg>
        <pc:spChg chg="add mod">
          <ac:chgData name="Aloe VERA" userId="6b960476-e567-467f-a33f-aec172a9bd13" providerId="ADAL" clId="{8A9E6FFF-D572-4621-84EA-50F599B778CC}" dt="2026-04-28T05:32:04.047" v="352" actId="1076"/>
          <ac:spMkLst>
            <pc:docMk/>
            <pc:sldMk cId="1837014594" sldId="374"/>
            <ac:spMk id="3" creationId="{D0236974-7F33-40AA-2B40-042646945723}"/>
          </ac:spMkLst>
        </pc:spChg>
        <pc:spChg chg="add mod">
          <ac:chgData name="Aloe VERA" userId="6b960476-e567-467f-a33f-aec172a9bd13" providerId="ADAL" clId="{8A9E6FFF-D572-4621-84EA-50F599B778CC}" dt="2026-04-28T05:56:36.590" v="499" actId="255"/>
          <ac:spMkLst>
            <pc:docMk/>
            <pc:sldMk cId="1837014594" sldId="374"/>
            <ac:spMk id="4" creationId="{87DCD762-A94B-3384-F095-DE04C23DD49B}"/>
          </ac:spMkLst>
        </pc:spChg>
        <pc:spChg chg="add mod">
          <ac:chgData name="Aloe VERA" userId="6b960476-e567-467f-a33f-aec172a9bd13" providerId="ADAL" clId="{8A9E6FFF-D572-4621-84EA-50F599B778CC}" dt="2026-04-28T05:32:04.047" v="352" actId="1076"/>
          <ac:spMkLst>
            <pc:docMk/>
            <pc:sldMk cId="1837014594" sldId="374"/>
            <ac:spMk id="5" creationId="{94796670-A21F-BABA-70D3-3E17E587620C}"/>
          </ac:spMkLst>
        </pc:spChg>
        <pc:spChg chg="mod">
          <ac:chgData name="Aloe VERA" userId="6b960476-e567-467f-a33f-aec172a9bd13" providerId="ADAL" clId="{8A9E6FFF-D572-4621-84EA-50F599B778CC}" dt="2026-04-28T05:31:12.865" v="346"/>
          <ac:spMkLst>
            <pc:docMk/>
            <pc:sldMk cId="1837014594" sldId="374"/>
            <ac:spMk id="7" creationId="{1C4DCBFF-C3E7-AE0A-1DB8-E1A24B0BD4E8}"/>
          </ac:spMkLst>
        </pc:spChg>
        <pc:spChg chg="mod">
          <ac:chgData name="Aloe VERA" userId="6b960476-e567-467f-a33f-aec172a9bd13" providerId="ADAL" clId="{8A9E6FFF-D572-4621-84EA-50F599B778CC}" dt="2026-04-28T05:37:34.288" v="365" actId="1076"/>
          <ac:spMkLst>
            <pc:docMk/>
            <pc:sldMk cId="1837014594" sldId="374"/>
            <ac:spMk id="9" creationId="{0A998878-DE66-B963-8290-8013A95ACC09}"/>
          </ac:spMkLst>
        </pc:spChg>
        <pc:spChg chg="add mod">
          <ac:chgData name="Aloe VERA" userId="6b960476-e567-467f-a33f-aec172a9bd13" providerId="ADAL" clId="{8A9E6FFF-D572-4621-84EA-50F599B778CC}" dt="2026-04-28T05:32:04.047" v="352" actId="1076"/>
          <ac:spMkLst>
            <pc:docMk/>
            <pc:sldMk cId="1837014594" sldId="374"/>
            <ac:spMk id="12" creationId="{BDB9BDCE-0B3A-B8E6-CCC5-B6A1C5B5D1D4}"/>
          </ac:spMkLst>
        </pc:spChg>
        <pc:spChg chg="add mod">
          <ac:chgData name="Aloe VERA" userId="6b960476-e567-467f-a33f-aec172a9bd13" providerId="ADAL" clId="{8A9E6FFF-D572-4621-84EA-50F599B778CC}" dt="2026-04-28T05:37:28.744" v="364" actId="571"/>
          <ac:spMkLst>
            <pc:docMk/>
            <pc:sldMk cId="1837014594" sldId="374"/>
            <ac:spMk id="14" creationId="{BF0FCE64-7A68-3E89-65C7-F7361770963D}"/>
          </ac:spMkLst>
        </pc:spChg>
        <pc:spChg chg="mod">
          <ac:chgData name="Aloe VERA" userId="6b960476-e567-467f-a33f-aec172a9bd13" providerId="ADAL" clId="{8A9E6FFF-D572-4621-84EA-50F599B778CC}" dt="2026-04-28T05:30:39.262" v="339" actId="20577"/>
          <ac:spMkLst>
            <pc:docMk/>
            <pc:sldMk cId="1837014594" sldId="374"/>
            <ac:spMk id="19" creationId="{F2CF9E77-3B96-C7F2-DB0C-29E68DF40329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24" creationId="{CCA9F5FD-2252-ED92-9A8C-09C7776F8E4C}"/>
          </ac:spMkLst>
        </pc:spChg>
        <pc:spChg chg="mod">
          <ac:chgData name="Aloe VERA" userId="6b960476-e567-467f-a33f-aec172a9bd13" providerId="ADAL" clId="{8A9E6FFF-D572-4621-84EA-50F599B778CC}" dt="2026-04-28T05:30:53.374" v="343"/>
          <ac:spMkLst>
            <pc:docMk/>
            <pc:sldMk cId="1837014594" sldId="374"/>
            <ac:spMk id="25" creationId="{5F490AA4-2316-A48A-35DB-1F929B1CCEAA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28" creationId="{22D28F5D-1724-3F91-780B-4748DDF31372}"/>
          </ac:spMkLst>
        </pc:spChg>
        <pc:spChg chg="mod">
          <ac:chgData name="Aloe VERA" userId="6b960476-e567-467f-a33f-aec172a9bd13" providerId="ADAL" clId="{8A9E6FFF-D572-4621-84EA-50F599B778CC}" dt="2026-04-28T05:30:55.909" v="345" actId="20577"/>
          <ac:spMkLst>
            <pc:docMk/>
            <pc:sldMk cId="1837014594" sldId="374"/>
            <ac:spMk id="30" creationId="{6CDAFCF3-FD32-F3B2-52BE-60D235AB4E00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31" creationId="{FAF79F8A-9735-981A-378A-985AD1201BC5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32" creationId="{CDB70639-A353-8C91-ADB5-6AFE80E7EA45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33" creationId="{BF2DA44A-8223-2B85-68C0-95D8B0C25966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36" creationId="{A5DF334B-B4CA-4F5F-7406-B2928EDE1DF1}"/>
          </ac:spMkLst>
        </pc:spChg>
        <pc:spChg chg="del">
          <ac:chgData name="Aloe VERA" userId="6b960476-e567-467f-a33f-aec172a9bd13" providerId="ADAL" clId="{8A9E6FFF-D572-4621-84EA-50F599B778CC}" dt="2026-04-28T05:30:27.922" v="333" actId="478"/>
          <ac:spMkLst>
            <pc:docMk/>
            <pc:sldMk cId="1837014594" sldId="374"/>
            <ac:spMk id="37" creationId="{8551EE7B-A6E8-998C-CB01-45AD31930DA8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45" creationId="{6C767E7E-3BC0-A7CA-61E5-8FD486D28A23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46" creationId="{94FB3EEC-AB34-5ED9-3978-A68BE5E9BB17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50" creationId="{68BCDEF3-5DF9-51CA-9D56-DC9443FD284E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53" creationId="{BF694C86-3FFA-92F0-B493-1C16D7E7A2CF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65" creationId="{F7CFDA2C-CF9B-520D-E0C2-21003E4DC7E4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66" creationId="{10ACF14E-F7C1-F827-58D7-AB9621E446E4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69" creationId="{4D25A295-D19A-860B-C982-D888D8C2D98C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70" creationId="{CC6902AC-DAF2-8111-E46B-120296849B81}"/>
          </ac:spMkLst>
        </pc:spChg>
        <pc:spChg chg="mod">
          <ac:chgData name="Aloe VERA" userId="6b960476-e567-467f-a33f-aec172a9bd13" providerId="ADAL" clId="{8A9E6FFF-D572-4621-84EA-50F599B778CC}" dt="2026-04-28T05:51:11.040" v="475"/>
          <ac:spMkLst>
            <pc:docMk/>
            <pc:sldMk cId="1837014594" sldId="374"/>
            <ac:spMk id="73" creationId="{014EA76E-0D40-9019-1598-4B85A29D1274}"/>
          </ac:spMkLst>
        </pc:spChg>
        <pc:spChg chg="add mod">
          <ac:chgData name="Aloe VERA" userId="6b960476-e567-467f-a33f-aec172a9bd13" providerId="ADAL" clId="{8A9E6FFF-D572-4621-84EA-50F599B778CC}" dt="2026-04-28T05:51:28.437" v="476"/>
          <ac:spMkLst>
            <pc:docMk/>
            <pc:sldMk cId="1837014594" sldId="374"/>
            <ac:spMk id="76" creationId="{3A8FECA6-D6FA-9333-DB43-0BC908847824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88" creationId="{E976B995-2D37-7D80-E739-CB0E53E8B66B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91" creationId="{138D671B-B631-9F65-F5C3-F6F495E85A16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92" creationId="{C7EA00B5-E7AD-CE43-11BB-7FD9DA0108FA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95" creationId="{14918FF2-15F1-07ED-3A5C-0783170DD81E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08" creationId="{7F83BFA9-2233-F776-27B4-3F688B5A63B9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11" creationId="{BFA1E1FF-926B-1520-0812-7D25DED0474A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12" creationId="{8CFC95DB-A3C1-B273-1D73-DA1C7A21729F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15" creationId="{6CB66388-01D4-E70B-C308-1C95924D09C8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16" creationId="{272449E6-D00B-0A9A-79B8-61D78C309FFD}"/>
          </ac:spMkLst>
        </pc:spChg>
        <pc:spChg chg="mod">
          <ac:chgData name="Aloe VERA" userId="6b960476-e567-467f-a33f-aec172a9bd13" providerId="ADAL" clId="{8A9E6FFF-D572-4621-84EA-50F599B778CC}" dt="2026-04-28T05:51:33.454" v="477"/>
          <ac:spMkLst>
            <pc:docMk/>
            <pc:sldMk cId="1837014594" sldId="374"/>
            <ac:spMk id="119" creationId="{5570B9BF-1F9B-D570-1795-EC938B89F3FF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27" creationId="{86D0A1A6-7F2B-0CBF-20DF-788009353094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31" creationId="{39AFF6FD-1840-3693-68AD-9EACB7BEC557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35" creationId="{87FDBC3A-6003-A811-60C6-5D9C255E8F12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38" creationId="{271AE300-1521-A65D-D5FE-26CBF4F44EC5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42" creationId="{89282922-0659-D1D1-2A83-205197FBB26B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50" creationId="{C6002BF8-1EFA-6730-B934-63AE91D1D846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54" creationId="{E7837C92-554D-E80A-0FDA-F221EF6B0B82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55" creationId="{D6A1A2F9-5499-8202-0B11-F3F583844CA1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58" creationId="{90D9139C-75BB-9653-1448-E1848FBCA082}"/>
          </ac:spMkLst>
        </pc:spChg>
        <pc:spChg chg="mod">
          <ac:chgData name="Aloe VERA" userId="6b960476-e567-467f-a33f-aec172a9bd13" providerId="ADAL" clId="{8A9E6FFF-D572-4621-84EA-50F599B778CC}" dt="2026-04-28T05:51:41.987" v="479" actId="571"/>
          <ac:spMkLst>
            <pc:docMk/>
            <pc:sldMk cId="1837014594" sldId="374"/>
            <ac:spMk id="159" creationId="{2F7317C0-3229-882A-B790-6697E019BFEC}"/>
          </ac:spMkLst>
        </pc:spChg>
        <pc:grpChg chg="mod">
          <ac:chgData name="Aloe VERA" userId="6b960476-e567-467f-a33f-aec172a9bd13" providerId="ADAL" clId="{8A9E6FFF-D572-4621-84EA-50F599B778CC}" dt="2026-04-28T05:51:50.959" v="480" actId="1076"/>
          <ac:grpSpMkLst>
            <pc:docMk/>
            <pc:sldMk cId="1837014594" sldId="374"/>
            <ac:grpSpMk id="77" creationId="{C339476B-0501-62C1-2155-96DFD0D6C620}"/>
          </ac:grpSpMkLst>
        </pc:grpChg>
        <pc:cxnChg chg="del mod">
          <ac:chgData name="Aloe VERA" userId="6b960476-e567-467f-a33f-aec172a9bd13" providerId="ADAL" clId="{8A9E6FFF-D572-4621-84EA-50F599B778CC}" dt="2026-04-28T05:30:30.020" v="334" actId="478"/>
          <ac:cxnSpMkLst>
            <pc:docMk/>
            <pc:sldMk cId="1837014594" sldId="374"/>
            <ac:cxnSpMk id="34" creationId="{D918A8EE-7CE1-CDDB-33FD-D95018DD00F1}"/>
          </ac:cxnSpMkLst>
        </pc:cxnChg>
        <pc:cxnChg chg="del mod">
          <ac:chgData name="Aloe VERA" userId="6b960476-e567-467f-a33f-aec172a9bd13" providerId="ADAL" clId="{8A9E6FFF-D572-4621-84EA-50F599B778CC}" dt="2026-04-28T05:30:31.328" v="335" actId="478"/>
          <ac:cxnSpMkLst>
            <pc:docMk/>
            <pc:sldMk cId="1837014594" sldId="374"/>
            <ac:cxnSpMk id="35" creationId="{1338163F-4743-411E-6781-2BF3E10A3E5F}"/>
          </ac:cxnSpMkLst>
        </pc:cxnChg>
        <pc:cxnChg chg="del mod">
          <ac:chgData name="Aloe VERA" userId="6b960476-e567-467f-a33f-aec172a9bd13" providerId="ADAL" clId="{8A9E6FFF-D572-4621-84EA-50F599B778CC}" dt="2026-04-28T05:30:32.964" v="336" actId="478"/>
          <ac:cxnSpMkLst>
            <pc:docMk/>
            <pc:sldMk cId="1837014594" sldId="374"/>
            <ac:cxnSpMk id="38" creationId="{B4BCACB8-7022-3079-1171-C21C6171943D}"/>
          </ac:cxnSpMkLst>
        </pc:cxnChg>
        <pc:cxnChg chg="del mod">
          <ac:chgData name="Aloe VERA" userId="6b960476-e567-467f-a33f-aec172a9bd13" providerId="ADAL" clId="{8A9E6FFF-D572-4621-84EA-50F599B778CC}" dt="2026-04-28T05:30:33.773" v="337" actId="478"/>
          <ac:cxnSpMkLst>
            <pc:docMk/>
            <pc:sldMk cId="1837014594" sldId="374"/>
            <ac:cxnSpMk id="39" creationId="{07B35E4B-7A44-AC2A-4CDF-62A7BC6EB783}"/>
          </ac:cxnSpMkLst>
        </pc:cxnChg>
      </pc:sldChg>
      <pc:sldChg chg="addSp delSp modSp add mod">
        <pc:chgData name="Aloe VERA" userId="6b960476-e567-467f-a33f-aec172a9bd13" providerId="ADAL" clId="{8A9E6FFF-D572-4621-84EA-50F599B778CC}" dt="2026-04-28T05:57:35.841" v="503" actId="1076"/>
        <pc:sldMkLst>
          <pc:docMk/>
          <pc:sldMk cId="1814902926" sldId="375"/>
        </pc:sldMkLst>
        <pc:spChg chg="add mod">
          <ac:chgData name="Aloe VERA" userId="6b960476-e567-467f-a33f-aec172a9bd13" providerId="ADAL" clId="{8A9E6FFF-D572-4621-84EA-50F599B778CC}" dt="2026-04-28T05:57:35.841" v="503" actId="1076"/>
          <ac:spMkLst>
            <pc:docMk/>
            <pc:sldMk cId="1814902926" sldId="375"/>
            <ac:spMk id="23" creationId="{BE8BE32B-1622-01EF-E573-3B8138EFD432}"/>
          </ac:spMkLst>
        </pc:spChg>
        <pc:spChg chg="add mod">
          <ac:chgData name="Aloe VERA" userId="6b960476-e567-467f-a33f-aec172a9bd13" providerId="ADAL" clId="{8A9E6FFF-D572-4621-84EA-50F599B778CC}" dt="2026-04-28T05:57:35.841" v="503" actId="1076"/>
          <ac:spMkLst>
            <pc:docMk/>
            <pc:sldMk cId="1814902926" sldId="375"/>
            <ac:spMk id="24" creationId="{E5088B33-33AF-DD6F-E3DA-7B6E0893460E}"/>
          </ac:spMkLst>
        </pc:spChg>
        <pc:spChg chg="del mod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1" creationId="{BA01A932-9CFB-C6F5-E9C5-1921621C83B7}"/>
          </ac:spMkLst>
        </pc:spChg>
        <pc:spChg chg="del mod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2" creationId="{D907C73C-77CC-3142-8A40-79E5119F82BD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3" creationId="{38F13DAA-FB8E-D087-6819-9088DB9D759F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4" creationId="{74E38A9E-85E4-2235-DE9E-D7D421E14B98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5" creationId="{13948D5E-836C-4EF0-0142-AABED8FD199C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6" creationId="{3677C601-CC73-35C6-AAD8-3EB9C5EE78B3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7" creationId="{CBC1EED4-93A3-67A3-67C5-59D0509712DE}"/>
          </ac:spMkLst>
        </pc:spChg>
        <pc:spChg chg="del">
          <ac:chgData name="Aloe VERA" userId="6b960476-e567-467f-a33f-aec172a9bd13" providerId="ADAL" clId="{8A9E6FFF-D572-4621-84EA-50F599B778CC}" dt="2026-04-28T05:53:47.248" v="487" actId="478"/>
          <ac:spMkLst>
            <pc:docMk/>
            <pc:sldMk cId="1814902926" sldId="375"/>
            <ac:spMk id="928" creationId="{01A13880-C283-7C88-083F-424EC0D0D066}"/>
          </ac:spMkLst>
        </pc:spChg>
      </pc:sldChg>
      <pc:sldChg chg="add del">
        <pc:chgData name="Aloe VERA" userId="6b960476-e567-467f-a33f-aec172a9bd13" providerId="ADAL" clId="{8A9E6FFF-D572-4621-84EA-50F599B778CC}" dt="2026-04-28T05:30:42.881" v="341"/>
        <pc:sldMkLst>
          <pc:docMk/>
          <pc:sldMk cId="3411069341" sldId="375"/>
        </pc:sldMkLst>
      </pc:sldChg>
      <pc:sldChg chg="delSp modSp add mod">
        <pc:chgData name="Aloe VERA" userId="6b960476-e567-467f-a33f-aec172a9bd13" providerId="ADAL" clId="{8A9E6FFF-D572-4621-84EA-50F599B778CC}" dt="2026-04-28T05:54:06.032" v="489" actId="1076"/>
        <pc:sldMkLst>
          <pc:docMk/>
          <pc:sldMk cId="92828066" sldId="376"/>
        </pc:sldMkLst>
        <pc:spChg chg="mod">
          <ac:chgData name="Aloe VERA" userId="6b960476-e567-467f-a33f-aec172a9bd13" providerId="ADAL" clId="{8A9E6FFF-D572-4621-84EA-50F599B778CC}" dt="2026-04-28T05:54:06.032" v="489" actId="1076"/>
          <ac:spMkLst>
            <pc:docMk/>
            <pc:sldMk cId="92828066" sldId="376"/>
            <ac:spMk id="923" creationId="{FB855A97-EFB1-485B-CB69-872220EED142}"/>
          </ac:spMkLst>
        </pc:spChg>
        <pc:spChg chg="mod">
          <ac:chgData name="Aloe VERA" userId="6b960476-e567-467f-a33f-aec172a9bd13" providerId="ADAL" clId="{8A9E6FFF-D572-4621-84EA-50F599B778CC}" dt="2026-04-28T05:54:06.032" v="489" actId="1076"/>
          <ac:spMkLst>
            <pc:docMk/>
            <pc:sldMk cId="92828066" sldId="376"/>
            <ac:spMk id="924" creationId="{F5A3466E-FA0E-0963-B88B-06AC265EF5CD}"/>
          </ac:spMkLst>
        </pc:spChg>
        <pc:spChg chg="del">
          <ac:chgData name="Aloe VERA" userId="6b960476-e567-467f-a33f-aec172a9bd13" providerId="ADAL" clId="{8A9E6FFF-D572-4621-84EA-50F599B778CC}" dt="2026-04-28T05:54:00.932" v="488" actId="478"/>
          <ac:spMkLst>
            <pc:docMk/>
            <pc:sldMk cId="92828066" sldId="376"/>
            <ac:spMk id="925" creationId="{CCF7F60F-75CC-AE18-6FBF-265E68FD055A}"/>
          </ac:spMkLst>
        </pc:spChg>
        <pc:spChg chg="del">
          <ac:chgData name="Aloe VERA" userId="6b960476-e567-467f-a33f-aec172a9bd13" providerId="ADAL" clId="{8A9E6FFF-D572-4621-84EA-50F599B778CC}" dt="2026-04-28T05:54:00.932" v="488" actId="478"/>
          <ac:spMkLst>
            <pc:docMk/>
            <pc:sldMk cId="92828066" sldId="376"/>
            <ac:spMk id="926" creationId="{A6771839-E7D0-9CEC-92B1-594D6FF0577B}"/>
          </ac:spMkLst>
        </pc:spChg>
        <pc:spChg chg="del">
          <ac:chgData name="Aloe VERA" userId="6b960476-e567-467f-a33f-aec172a9bd13" providerId="ADAL" clId="{8A9E6FFF-D572-4621-84EA-50F599B778CC}" dt="2026-04-28T05:54:00.932" v="488" actId="478"/>
          <ac:spMkLst>
            <pc:docMk/>
            <pc:sldMk cId="92828066" sldId="376"/>
            <ac:spMk id="927" creationId="{52E726DF-C949-A524-9B89-A78C2210172C}"/>
          </ac:spMkLst>
        </pc:spChg>
        <pc:spChg chg="del">
          <ac:chgData name="Aloe VERA" userId="6b960476-e567-467f-a33f-aec172a9bd13" providerId="ADAL" clId="{8A9E6FFF-D572-4621-84EA-50F599B778CC}" dt="2026-04-28T05:54:00.932" v="488" actId="478"/>
          <ac:spMkLst>
            <pc:docMk/>
            <pc:sldMk cId="92828066" sldId="376"/>
            <ac:spMk id="928" creationId="{9C86D7FD-2387-E99D-125A-B787CFE9C973}"/>
          </ac:spMkLst>
        </pc:spChg>
      </pc:sldChg>
      <pc:sldChg chg="delSp modSp add mod">
        <pc:chgData name="Aloe VERA" userId="6b960476-e567-467f-a33f-aec172a9bd13" providerId="ADAL" clId="{8A9E6FFF-D572-4621-84EA-50F599B778CC}" dt="2026-04-28T05:54:36.482" v="491" actId="1076"/>
        <pc:sldMkLst>
          <pc:docMk/>
          <pc:sldMk cId="3863546523" sldId="377"/>
        </pc:sldMkLst>
        <pc:spChg chg="mod">
          <ac:chgData name="Aloe VERA" userId="6b960476-e567-467f-a33f-aec172a9bd13" providerId="ADAL" clId="{8A9E6FFF-D572-4621-84EA-50F599B778CC}" dt="2026-04-28T05:54:36.482" v="491" actId="1076"/>
          <ac:spMkLst>
            <pc:docMk/>
            <pc:sldMk cId="3863546523" sldId="377"/>
            <ac:spMk id="925" creationId="{14EE6917-E7E1-DAEF-0EB0-A85CC9CEE60B}"/>
          </ac:spMkLst>
        </pc:spChg>
        <pc:spChg chg="mod">
          <ac:chgData name="Aloe VERA" userId="6b960476-e567-467f-a33f-aec172a9bd13" providerId="ADAL" clId="{8A9E6FFF-D572-4621-84EA-50F599B778CC}" dt="2026-04-28T05:54:36.482" v="491" actId="1076"/>
          <ac:spMkLst>
            <pc:docMk/>
            <pc:sldMk cId="3863546523" sldId="377"/>
            <ac:spMk id="926" creationId="{DEEA287C-B6DA-0BA6-75D8-7229EFC92810}"/>
          </ac:spMkLst>
        </pc:spChg>
        <pc:spChg chg="del">
          <ac:chgData name="Aloe VERA" userId="6b960476-e567-467f-a33f-aec172a9bd13" providerId="ADAL" clId="{8A9E6FFF-D572-4621-84EA-50F599B778CC}" dt="2026-04-28T05:54:25.788" v="490" actId="478"/>
          <ac:spMkLst>
            <pc:docMk/>
            <pc:sldMk cId="3863546523" sldId="377"/>
            <ac:spMk id="927" creationId="{39E3F02F-38FB-7062-E8F3-DCC472C3BAF8}"/>
          </ac:spMkLst>
        </pc:spChg>
        <pc:spChg chg="del">
          <ac:chgData name="Aloe VERA" userId="6b960476-e567-467f-a33f-aec172a9bd13" providerId="ADAL" clId="{8A9E6FFF-D572-4621-84EA-50F599B778CC}" dt="2026-04-28T05:54:25.788" v="490" actId="478"/>
          <ac:spMkLst>
            <pc:docMk/>
            <pc:sldMk cId="3863546523" sldId="377"/>
            <ac:spMk id="928" creationId="{768FE3CC-00EC-190C-008E-63C11F3BF10D}"/>
          </ac:spMkLst>
        </pc:spChg>
      </pc:sldChg>
      <pc:sldChg chg="addSp modSp add mod">
        <pc:chgData name="Aloe VERA" userId="6b960476-e567-467f-a33f-aec172a9bd13" providerId="ADAL" clId="{8A9E6FFF-D572-4621-84EA-50F599B778CC}" dt="2026-04-28T06:02:03.728" v="528" actId="1076"/>
        <pc:sldMkLst>
          <pc:docMk/>
          <pc:sldMk cId="4267551941" sldId="378"/>
        </pc:sldMkLst>
        <pc:spChg chg="add mod">
          <ac:chgData name="Aloe VERA" userId="6b960476-e567-467f-a33f-aec172a9bd13" providerId="ADAL" clId="{8A9E6FFF-D572-4621-84EA-50F599B778CC}" dt="2026-04-28T06:02:00.781" v="527" actId="1076"/>
          <ac:spMkLst>
            <pc:docMk/>
            <pc:sldMk cId="4267551941" sldId="378"/>
            <ac:spMk id="24" creationId="{F4688674-8A37-B8CC-762E-E3145582FD48}"/>
          </ac:spMkLst>
        </pc:spChg>
        <pc:spChg chg="add mod">
          <ac:chgData name="Aloe VERA" userId="6b960476-e567-467f-a33f-aec172a9bd13" providerId="ADAL" clId="{8A9E6FFF-D572-4621-84EA-50F599B778CC}" dt="2026-04-28T06:02:00.781" v="527" actId="1076"/>
          <ac:spMkLst>
            <pc:docMk/>
            <pc:sldMk cId="4267551941" sldId="378"/>
            <ac:spMk id="25" creationId="{65A308B0-89A3-10A9-F5FC-7428F84D2403}"/>
          </ac:spMkLst>
        </pc:spChg>
        <pc:picChg chg="add mod">
          <ac:chgData name="Aloe VERA" userId="6b960476-e567-467f-a33f-aec172a9bd13" providerId="ADAL" clId="{8A9E6FFF-D572-4621-84EA-50F599B778CC}" dt="2026-04-28T06:02:03.728" v="528" actId="1076"/>
          <ac:picMkLst>
            <pc:docMk/>
            <pc:sldMk cId="4267551941" sldId="378"/>
            <ac:picMk id="23" creationId="{4D04E422-2121-881F-35C0-1B3ECCB0B80A}"/>
          </ac:picMkLst>
        </pc:picChg>
      </pc:sldChg>
      <pc:sldChg chg="modSp add mod ord">
        <pc:chgData name="Aloe VERA" userId="6b960476-e567-467f-a33f-aec172a9bd13" providerId="ADAL" clId="{8A9E6FFF-D572-4621-84EA-50F599B778CC}" dt="2026-04-28T05:54:57.321" v="497"/>
        <pc:sldMkLst>
          <pc:docMk/>
          <pc:sldMk cId="1575230998" sldId="379"/>
        </pc:sldMkLst>
        <pc:spChg chg="mod">
          <ac:chgData name="Aloe VERA" userId="6b960476-e567-467f-a33f-aec172a9bd13" providerId="ADAL" clId="{8A9E6FFF-D572-4621-84EA-50F599B778CC}" dt="2026-04-28T05:54:55.234" v="495" actId="1076"/>
          <ac:spMkLst>
            <pc:docMk/>
            <pc:sldMk cId="1575230998" sldId="379"/>
            <ac:spMk id="927" creationId="{B5AF19B9-CEF2-04C6-5D8F-66300D5B1CC7}"/>
          </ac:spMkLst>
        </pc:spChg>
        <pc:spChg chg="mod">
          <ac:chgData name="Aloe VERA" userId="6b960476-e567-467f-a33f-aec172a9bd13" providerId="ADAL" clId="{8A9E6FFF-D572-4621-84EA-50F599B778CC}" dt="2026-04-28T05:54:55.234" v="495" actId="1076"/>
          <ac:spMkLst>
            <pc:docMk/>
            <pc:sldMk cId="1575230998" sldId="379"/>
            <ac:spMk id="928" creationId="{ECAE4B97-E7E5-0B5E-7287-36EAAFB095B0}"/>
          </ac:spMkLst>
        </pc:spChg>
      </pc:sldChg>
      <pc:sldChg chg="addSp delSp modSp add mod">
        <pc:chgData name="Aloe VERA" userId="6b960476-e567-467f-a33f-aec172a9bd13" providerId="ADAL" clId="{8A9E6FFF-D572-4621-84EA-50F599B778CC}" dt="2026-04-28T06:01:49.344" v="525" actId="1076"/>
        <pc:sldMkLst>
          <pc:docMk/>
          <pc:sldMk cId="1489050315" sldId="380"/>
        </pc:sldMkLst>
        <pc:spChg chg="mod">
          <ac:chgData name="Aloe VERA" userId="6b960476-e567-467f-a33f-aec172a9bd13" providerId="ADAL" clId="{8A9E6FFF-D572-4621-84EA-50F599B778CC}" dt="2026-04-28T06:00:02.842" v="516" actId="20577"/>
          <ac:spMkLst>
            <pc:docMk/>
            <pc:sldMk cId="1489050315" sldId="380"/>
            <ac:spMk id="6" creationId="{B90EEFDE-C7EF-974B-3074-6623CAF7186A}"/>
          </ac:spMkLst>
        </pc:spChg>
        <pc:spChg chg="mod">
          <ac:chgData name="Aloe VERA" userId="6b960476-e567-467f-a33f-aec172a9bd13" providerId="ADAL" clId="{8A9E6FFF-D572-4621-84EA-50F599B778CC}" dt="2026-04-28T06:01:49.344" v="525" actId="1076"/>
          <ac:spMkLst>
            <pc:docMk/>
            <pc:sldMk cId="1489050315" sldId="380"/>
            <ac:spMk id="7" creationId="{63FD8236-EBAF-AF61-0539-50225826A915}"/>
          </ac:spMkLst>
        </pc:spChg>
        <pc:spChg chg="del">
          <ac:chgData name="Aloe VERA" userId="6b960476-e567-467f-a33f-aec172a9bd13" providerId="ADAL" clId="{8A9E6FFF-D572-4621-84EA-50F599B778CC}" dt="2026-04-28T06:00:07.059" v="517" actId="478"/>
          <ac:spMkLst>
            <pc:docMk/>
            <pc:sldMk cId="1489050315" sldId="380"/>
            <ac:spMk id="8" creationId="{DE1F889E-C2B1-8F12-3ED3-CA7E89CDA8B8}"/>
          </ac:spMkLst>
        </pc:spChg>
        <pc:spChg chg="del">
          <ac:chgData name="Aloe VERA" userId="6b960476-e567-467f-a33f-aec172a9bd13" providerId="ADAL" clId="{8A9E6FFF-D572-4621-84EA-50F599B778CC}" dt="2026-04-28T06:00:10.047" v="518" actId="478"/>
          <ac:spMkLst>
            <pc:docMk/>
            <pc:sldMk cId="1489050315" sldId="380"/>
            <ac:spMk id="13" creationId="{565D8C86-0E87-925F-5B1A-DA2D130939B2}"/>
          </ac:spMkLst>
        </pc:spChg>
        <pc:spChg chg="mod">
          <ac:chgData name="Aloe VERA" userId="6b960476-e567-467f-a33f-aec172a9bd13" providerId="ADAL" clId="{8A9E6FFF-D572-4621-84EA-50F599B778CC}" dt="2026-04-28T06:00:37.168" v="519"/>
          <ac:spMkLst>
            <pc:docMk/>
            <pc:sldMk cId="1489050315" sldId="380"/>
            <ac:spMk id="16" creationId="{6F067112-D6C8-AA84-213D-D4189E01C70D}"/>
          </ac:spMkLst>
        </pc:spChg>
        <pc:spChg chg="mod">
          <ac:chgData name="Aloe VERA" userId="6b960476-e567-467f-a33f-aec172a9bd13" providerId="ADAL" clId="{8A9E6FFF-D572-4621-84EA-50F599B778CC}" dt="2026-04-28T06:00:37.168" v="519"/>
          <ac:spMkLst>
            <pc:docMk/>
            <pc:sldMk cId="1489050315" sldId="380"/>
            <ac:spMk id="20" creationId="{CAC876B0-7A2E-DFB1-497A-573A0F567A3E}"/>
          </ac:spMkLst>
        </pc:spChg>
        <pc:spChg chg="mod">
          <ac:chgData name="Aloe VERA" userId="6b960476-e567-467f-a33f-aec172a9bd13" providerId="ADAL" clId="{8A9E6FFF-D572-4621-84EA-50F599B778CC}" dt="2026-04-28T06:00:37.168" v="519"/>
          <ac:spMkLst>
            <pc:docMk/>
            <pc:sldMk cId="1489050315" sldId="380"/>
            <ac:spMk id="21" creationId="{16641C05-0A19-5A40-8D56-04EEACD7F993}"/>
          </ac:spMkLst>
        </pc:spChg>
        <pc:spChg chg="mod">
          <ac:chgData name="Aloe VERA" userId="6b960476-e567-467f-a33f-aec172a9bd13" providerId="ADAL" clId="{8A9E6FFF-D572-4621-84EA-50F599B778CC}" dt="2026-04-28T06:00:37.168" v="519"/>
          <ac:spMkLst>
            <pc:docMk/>
            <pc:sldMk cId="1489050315" sldId="380"/>
            <ac:spMk id="28" creationId="{7B6634D8-8E39-7B99-4F59-44123B50C6B8}"/>
          </ac:spMkLst>
        </pc:spChg>
        <pc:spChg chg="mod">
          <ac:chgData name="Aloe VERA" userId="6b960476-e567-467f-a33f-aec172a9bd13" providerId="ADAL" clId="{8A9E6FFF-D572-4621-84EA-50F599B778CC}" dt="2026-04-28T06:00:37.168" v="519"/>
          <ac:spMkLst>
            <pc:docMk/>
            <pc:sldMk cId="1489050315" sldId="380"/>
            <ac:spMk id="45" creationId="{C1FDE7ED-FFDB-E6EA-F37F-370EE073795B}"/>
          </ac:spMkLst>
        </pc:spChg>
        <pc:spChg chg="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49" creationId="{7EF33DC6-C54B-5B47-A2DE-B8053136B74D}"/>
          </ac:spMkLst>
        </pc:spChg>
        <pc:spChg chg="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0" creationId="{EE4E64CE-4DD7-053F-C6EC-8CF166F2BA6E}"/>
          </ac:spMkLst>
        </pc:spChg>
        <pc:spChg chg="add mod">
          <ac:chgData name="Aloe VERA" userId="6b960476-e567-467f-a33f-aec172a9bd13" providerId="ADAL" clId="{8A9E6FFF-D572-4621-84EA-50F599B778CC}" dt="2026-04-28T06:01:13.494" v="520" actId="1076"/>
          <ac:spMkLst>
            <pc:docMk/>
            <pc:sldMk cId="1489050315" sldId="380"/>
            <ac:spMk id="51" creationId="{7A843CD3-0075-0E3D-2ED0-F3761EB57B9F}"/>
          </ac:spMkLst>
        </pc:spChg>
        <pc:spChg chg="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2" creationId="{1DBB7022-6905-E8E7-769C-4CBFB82D77EC}"/>
          </ac:spMkLst>
        </pc:spChg>
        <pc:spChg chg="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3" creationId="{3937687A-B973-6432-6BB3-1AAC327FB7A4}"/>
          </ac:spMkLst>
        </pc:spChg>
        <pc:spChg chg="mod">
          <ac:chgData name="Aloe VERA" userId="6b960476-e567-467f-a33f-aec172a9bd13" providerId="ADAL" clId="{8A9E6FFF-D572-4621-84EA-50F599B778CC}" dt="2026-04-28T06:01:13.494" v="520" actId="1076"/>
          <ac:spMkLst>
            <pc:docMk/>
            <pc:sldMk cId="1489050315" sldId="380"/>
            <ac:spMk id="54" creationId="{A8DBB8F0-A0A1-6C28-E087-6EE370BE234E}"/>
          </ac:spMkLst>
        </pc:spChg>
        <pc:spChg chg="add mod">
          <ac:chgData name="Aloe VERA" userId="6b960476-e567-467f-a33f-aec172a9bd13" providerId="ADAL" clId="{8A9E6FFF-D572-4621-84EA-50F599B778CC}" dt="2026-04-28T06:01:13.494" v="520" actId="1076"/>
          <ac:spMkLst>
            <pc:docMk/>
            <pc:sldMk cId="1489050315" sldId="380"/>
            <ac:spMk id="55" creationId="{BB7FF42D-9EDE-DAD6-CD19-AAF8C5C14F22}"/>
          </ac:spMkLst>
        </pc:spChg>
        <pc:spChg chg="add 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6" creationId="{1DC44966-0D9F-5FDA-BD25-F4DA2C169A6E}"/>
          </ac:spMkLst>
        </pc:spChg>
        <pc:spChg chg="add 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7" creationId="{257E6749-15D2-6C51-8DE9-6061825CCBAC}"/>
          </ac:spMkLst>
        </pc:spChg>
        <pc:spChg chg="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8" creationId="{14497600-6E20-AC5B-9CC0-71CB31B2838F}"/>
          </ac:spMkLst>
        </pc:spChg>
        <pc:spChg chg="add mod">
          <ac:chgData name="Aloe VERA" userId="6b960476-e567-467f-a33f-aec172a9bd13" providerId="ADAL" clId="{8A9E6FFF-D572-4621-84EA-50F599B778CC}" dt="2026-04-28T06:01:42.868" v="524" actId="1076"/>
          <ac:spMkLst>
            <pc:docMk/>
            <pc:sldMk cId="1489050315" sldId="380"/>
            <ac:spMk id="59" creationId="{5CA4EDB4-38A4-A14A-CE25-EF782B51D9ED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60" creationId="{2050948D-394E-BDCB-617A-620AA15C4A78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61" creationId="{4FC38A7C-CF8F-3B84-1F50-2C54EC47FB82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62" creationId="{EC67BC11-6794-E48C-CEBF-0DEFD9A550E9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63" creationId="{BC7E7020-3A30-83B8-397F-2DAAEC6167D9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192" creationId="{89ED7AA6-A398-E1E9-6445-8F6193781FFE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193" creationId="{E0B19E26-1559-6759-A441-199C5914DBEC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194" creationId="{BD11526F-861F-0FA0-11FB-DE69F456F8C9}"/>
          </ac:spMkLst>
        </pc:spChg>
        <pc:spChg chg="add mod">
          <ac:chgData name="Aloe VERA" userId="6b960476-e567-467f-a33f-aec172a9bd13" providerId="ADAL" clId="{8A9E6FFF-D572-4621-84EA-50F599B778CC}" dt="2026-04-28T06:01:38.229" v="523" actId="571"/>
          <ac:spMkLst>
            <pc:docMk/>
            <pc:sldMk cId="1489050315" sldId="380"/>
            <ac:spMk id="195" creationId="{1C7AF685-4636-EED2-15AA-067BBB1C30CD}"/>
          </ac:spMkLst>
        </pc:spChg>
        <pc:grpChg chg="mod">
          <ac:chgData name="Aloe VERA" userId="6b960476-e567-467f-a33f-aec172a9bd13" providerId="ADAL" clId="{8A9E6FFF-D572-4621-84EA-50F599B778CC}" dt="2026-04-28T06:01:13.494" v="520" actId="1076"/>
          <ac:grpSpMkLst>
            <pc:docMk/>
            <pc:sldMk cId="1489050315" sldId="380"/>
            <ac:grpSpMk id="2" creationId="{FD072F9C-ED4A-4DE8-D95E-E339CDB7833C}"/>
          </ac:grpSpMkLst>
        </pc:grpChg>
      </pc:sldChg>
      <pc:sldMasterChg chg="delSldLayout">
        <pc:chgData name="Aloe VERA" userId="6b960476-e567-467f-a33f-aec172a9bd13" providerId="ADAL" clId="{8A9E6FFF-D572-4621-84EA-50F599B778CC}" dt="2026-04-28T05:59:56.047" v="509" actId="47"/>
        <pc:sldMasterMkLst>
          <pc:docMk/>
          <pc:sldMasterMk cId="0" sldId="2147483678"/>
        </pc:sldMasterMkLst>
        <pc:sldLayoutChg chg="del">
          <pc:chgData name="Aloe VERA" userId="6b960476-e567-467f-a33f-aec172a9bd13" providerId="ADAL" clId="{8A9E6FFF-D572-4621-84EA-50F599B778CC}" dt="2026-04-28T05:36:52.471" v="362" actId="47"/>
          <pc:sldLayoutMkLst>
            <pc:docMk/>
            <pc:sldMasterMk cId="0" sldId="2147483678"/>
            <pc:sldLayoutMk cId="0" sldId="2147483651"/>
          </pc:sldLayoutMkLst>
        </pc:sldLayoutChg>
        <pc:sldLayoutChg chg="del">
          <pc:chgData name="Aloe VERA" userId="6b960476-e567-467f-a33f-aec172a9bd13" providerId="ADAL" clId="{8A9E6FFF-D572-4621-84EA-50F599B778CC}" dt="2026-04-28T05:59:56.047" v="509" actId="47"/>
          <pc:sldLayoutMkLst>
            <pc:docMk/>
            <pc:sldMasterMk cId="0" sldId="2147483678"/>
            <pc:sldLayoutMk cId="0" sldId="2147483673"/>
          </pc:sldLayoutMkLst>
        </pc:sldLayoutChg>
      </pc:sldMasterChg>
      <pc:sldMasterChg chg="del delSldLayout">
        <pc:chgData name="Aloe VERA" userId="6b960476-e567-467f-a33f-aec172a9bd13" providerId="ADAL" clId="{8A9E6FFF-D572-4621-84EA-50F599B778CC}" dt="2026-04-28T06:02:50.868" v="542" actId="47"/>
        <pc:sldMasterMkLst>
          <pc:docMk/>
          <pc:sldMasterMk cId="0" sldId="2147483679"/>
        </pc:sldMasterMkLst>
        <pc:sldLayoutChg chg="del">
          <pc:chgData name="Aloe VERA" userId="6b960476-e567-467f-a33f-aec172a9bd13" providerId="ADAL" clId="{8A9E6FFF-D572-4621-84EA-50F599B778CC}" dt="2026-04-28T06:02:50.868" v="542" actId="47"/>
          <pc:sldLayoutMkLst>
            <pc:docMk/>
            <pc:sldMasterMk cId="0" sldId="2147483679"/>
            <pc:sldLayoutMk cId="0" sldId="2147483676"/>
          </pc:sldLayoutMkLst>
        </pc:sldLayoutChg>
        <pc:sldLayoutChg chg="del">
          <pc:chgData name="Aloe VERA" userId="6b960476-e567-467f-a33f-aec172a9bd13" providerId="ADAL" clId="{8A9E6FFF-D572-4621-84EA-50F599B778CC}" dt="2026-04-28T06:02:47.255" v="537" actId="47"/>
          <pc:sldLayoutMkLst>
            <pc:docMk/>
            <pc:sldMasterMk cId="0" sldId="2147483679"/>
            <pc:sldLayoutMk cId="0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350D30E9-509C-4011-0E1A-DA7E8E11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>
            <a:extLst>
              <a:ext uri="{FF2B5EF4-FFF2-40B4-BE49-F238E27FC236}">
                <a16:creationId xmlns:a16="http://schemas.microsoft.com/office/drawing/2014/main" id="{59820ED4-C2F6-AE77-7F5A-9297C17F1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32" name="Google Shape;232;g12d4e97ef00_0_68:notes">
            <a:extLst>
              <a:ext uri="{FF2B5EF4-FFF2-40B4-BE49-F238E27FC236}">
                <a16:creationId xmlns:a16="http://schemas.microsoft.com/office/drawing/2014/main" id="{90A7AE9A-5E02-1D00-EC82-3AF4196D9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645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B6C4D9F-A65B-6A92-0BE4-F43E548C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6E9D9F9D-D1DB-900F-41F0-16577063E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A6675CCF-C7F8-190B-2962-500C018E2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714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da052de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45" name="Google Shape;245;g12da052de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45134E04-D732-2D43-9AD4-2C0CDBA3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da052de2e_0_0:notes">
            <a:extLst>
              <a:ext uri="{FF2B5EF4-FFF2-40B4-BE49-F238E27FC236}">
                <a16:creationId xmlns:a16="http://schemas.microsoft.com/office/drawing/2014/main" id="{60FE5E38-1532-CFB6-6802-D13A6CBFF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45" name="Google Shape;245;g12da052de2e_0_0:notes">
            <a:extLst>
              <a:ext uri="{FF2B5EF4-FFF2-40B4-BE49-F238E27FC236}">
                <a16:creationId xmlns:a16="http://schemas.microsoft.com/office/drawing/2014/main" id="{08A43BE9-81A2-076F-1BB2-CF3A8B2DE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06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18AA3E37-A550-E81A-5E43-B4CECA9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da052de2e_0_0:notes">
            <a:extLst>
              <a:ext uri="{FF2B5EF4-FFF2-40B4-BE49-F238E27FC236}">
                <a16:creationId xmlns:a16="http://schemas.microsoft.com/office/drawing/2014/main" id="{9C7855C4-8886-E1F1-8980-D0210BE88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45" name="Google Shape;245;g12da052de2e_0_0:notes">
            <a:extLst>
              <a:ext uri="{FF2B5EF4-FFF2-40B4-BE49-F238E27FC236}">
                <a16:creationId xmlns:a16="http://schemas.microsoft.com/office/drawing/2014/main" id="{8E1743AD-FFCA-BBFF-C079-E57E7603E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212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A364E144-D486-17BE-7F7A-94E480E5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da052de2e_0_0:notes">
            <a:extLst>
              <a:ext uri="{FF2B5EF4-FFF2-40B4-BE49-F238E27FC236}">
                <a16:creationId xmlns:a16="http://schemas.microsoft.com/office/drawing/2014/main" id="{1BBBA66D-FA72-70D6-78D7-F14059250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45" name="Google Shape;245;g12da052de2e_0_0:notes">
            <a:extLst>
              <a:ext uri="{FF2B5EF4-FFF2-40B4-BE49-F238E27FC236}">
                <a16:creationId xmlns:a16="http://schemas.microsoft.com/office/drawing/2014/main" id="{4EEB3699-84FF-9420-6C2B-825E3A745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92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4E18AA2F-BE7B-3E8E-B8D5-23804125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D9CEC3CB-6A17-A2F1-EBA1-D1B81A52B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C6D09848-FE43-2F23-2D82-7200A3412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789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9AD330EF-AF4A-2450-A196-89ABD85E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FD072DD6-0636-1D8E-AA48-9BA0B138D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38AD61B9-03DE-9E7A-0CD2-A074E7F1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379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6211B6F2-1E05-FE58-CFB1-8C3EAE88A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075C8F5C-1ECA-0965-C6CB-D77A348AF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3604BB33-68F1-E8CA-ED29-4CA3D878A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120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3FF9CFA0-0100-F3F7-C241-117B13D2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0B3831B9-33DC-C2ED-4F33-975118F0B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6AF98F6C-4BAA-6762-9D19-D57BA2CDE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602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28939DB2-20BB-3223-4DA4-15905E56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ED27D301-96D0-E7F6-9A74-8C3C344D3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6E891043-C4D2-8E12-DDA0-391B609C3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222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22771792-32FE-5C71-1B93-661A624B4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3066E656-E404-7753-8DA9-E051C750E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757AC932-3347-2D4A-8002-71E60C13E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781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8BD237CD-6F30-7325-2D5A-7CF43DE1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>
            <a:extLst>
              <a:ext uri="{FF2B5EF4-FFF2-40B4-BE49-F238E27FC236}">
                <a16:creationId xmlns:a16="http://schemas.microsoft.com/office/drawing/2014/main" id="{FAB74244-D8B5-0D37-226D-B19FEA5C6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9" name="Google Shape;589;g12cdc6cee93_0_133:notes">
            <a:extLst>
              <a:ext uri="{FF2B5EF4-FFF2-40B4-BE49-F238E27FC236}">
                <a16:creationId xmlns:a16="http://schemas.microsoft.com/office/drawing/2014/main" id="{6EB79D4F-DDB0-5D3A-6E95-195A9E7CB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314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7CC6864C-01E0-28FA-134D-AED1213C2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102ABF61-5BAD-0DC0-6B1B-7043AED54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93921D30-20BA-082F-B0A9-078DE132F5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566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F9F47F1B-B3DF-3590-6F62-60BC3333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7336A07F-E9F4-B0E3-126C-E9028F749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0EE5BDDA-CB8D-35CD-86B7-3E754B227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327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4684C234-BB8E-2D9D-D043-72C1E7D2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6A8A9B42-731A-B873-558B-EC6AC958F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625635D0-5DF9-2DF8-8545-B2EB8399C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529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501C2FED-CF6F-E8A9-FE41-241219A4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643504E9-90CD-C9BE-1EAE-B71EDE76F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125458AB-5718-D42F-B818-7D453E383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3856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89BF8523-6F51-E218-5285-A3FD0E76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FED76B2C-96EB-0097-DAF8-AE8B2289B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72398340-E8AB-5A6A-CDBF-3ECAB9BD4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61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8A23FAFD-ABF9-3124-EC2B-CD2633F4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4F33CF25-9946-2A25-7A50-1CAC046DB3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722CA567-A358-4797-B738-0A6798AE0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040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09619859-5F00-E218-7196-E069D827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7DF08EF7-5933-F610-EA38-EC55EF4B8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9F36D9F0-5090-E88B-2E87-71ADCB9DA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487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E056FE26-E163-11E6-514E-F3920894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C173BA40-B5A1-9409-6DDA-06C25A23C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2877BC32-9F56-1209-446C-332543222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07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22E0F107-A902-3DB5-32B8-68B09567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6ED9E8C9-7350-1C0B-47FC-057857C0D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7C8895CE-67D1-9CB6-2FA0-E2914C9E1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6681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A1477C61-A2AD-1E42-626E-4D03E399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10C269AE-CE49-9EC1-C1CF-70EED1327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1AE77D19-23C9-BEF3-661F-EC1FD444F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4091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FCDD8898-BB88-6FD9-A9D2-868E67F0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A4DEC270-9CC0-B0C0-0F97-4E2B50309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66A39C95-5057-137B-5D7C-3D5DC3769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1178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9B99F6C9-D83A-0045-905A-96A867C6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3F9FF231-DA41-AE9E-3EFF-2E639A70A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CDAE70EF-8EF6-6443-BC8A-F6D47680C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87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8DC3803C-3E89-252E-0DEB-2C396DC1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9C4FA8BF-8666-3DDD-676C-C2FAA9960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78DA80C0-B74B-D039-05B1-2278BCCB83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499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B7A643BA-CC58-EF4B-32D4-437CD77A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2A5DC2C5-BF05-DE14-6CB2-9D1BF5CAC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B59C4C63-7CFB-E0D9-5C85-F8F44A0C4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15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F592F619-1CCE-F626-2E02-9441B3BB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467B11F0-9C90-E121-B1FB-D906E651E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F77D684E-C143-8947-BF7A-C7B634835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931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3C98634E-B9D0-EDC8-52F9-6D5961B1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18153CFF-3D98-FD2C-D743-ACB3BF78E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9F7CE8C1-2B1F-E893-EE0E-6670EADAD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9970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56F10A79-4F95-F6CD-A735-7D7650CC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F814127C-0BD3-EDD9-F113-F134A18AC0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2DB3C9F5-2377-0C2E-C899-95DE9436D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8228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756094C0-844C-F158-BB6A-AE62519A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D5B44921-0850-D495-F9F6-B27A2EF1E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C604D62A-29BE-155E-D853-0725ED3CD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2778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C791A387-57D8-5E8B-529E-8B66B293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024D2387-7373-A38C-D87B-3F856D79E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3CB36E49-7575-563C-C496-B9CB1F213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8165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77C9A373-205B-D764-4115-2147AC75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0286FA71-39BA-C843-874E-7D0A83F67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3F993578-3D10-2468-1F5C-47D453DCB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53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D6E3C4D4-F0FC-44BC-090A-25CAFF31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9704BB3A-2C46-A7B2-48D9-6BB653707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8FDD79A4-2060-4C0D-8517-4B3D65AA2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191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63EFF4F2-9253-DEFB-D7C9-F58520BF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81712917-C1D8-98B9-1A48-5B574452F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5988E4D1-1CC2-621D-1370-B85521DED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9477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AF8720F5-EE98-60CA-57F0-F448B264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FB445863-4C92-063A-EDD9-D2D3F5F0E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939E82E7-FF68-9BD8-E1BA-013AF4621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0660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68AA8D07-A604-5C18-1D9C-68A58FDD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E05FF88C-E96A-79FD-D8ED-B1C3B2BFD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9EBE8B34-929B-9FFD-4F5C-2E49A9490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8402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640BC077-F088-C5D2-2678-49E2CDE1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E680A0B9-8E53-DB1A-263C-5AE422D50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3A566B7E-19DD-E149-4011-3D922A95F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5069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8C90F4EA-0851-3C29-D8F4-A4D381FC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16E39006-1F01-BF29-842C-7B11FBDD6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57EFB02E-0C8D-583D-34CD-3A72D5904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4507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A1CB83FF-FA22-8B9D-AD6F-4F6895F8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6FAD9B51-0226-7AB3-D5CB-DF7915A79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6CB4B0A6-E90A-E9D5-5BD4-D31B4B4D5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8079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42783A3D-F443-FBF5-6053-B3EB79FE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C972B6D6-615D-F1E2-EF49-A4BBB1319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A172E6ED-13AA-C3BF-1D9C-AD89C8019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02348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732C73DF-8F57-0539-F7BB-B53DB570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29173294-647C-2453-F9E5-A8464507D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E99F4A68-270D-B0C9-0758-D4275342B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0574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1F9DD12C-3FF6-12EC-EA8F-2573D274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A51289D9-5A21-F8BC-569E-1D78580F1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7A56C2CB-662B-7550-8F32-757F0EE73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8784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54C43FD1-EF87-7810-B8D9-62F67099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63A4FB57-FDBA-6E87-0649-B53DD131F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C94AE905-C8EE-A1D7-5752-DBEC608DA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9701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321DEFC0-40B2-97A0-B45A-56B33D11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B589B1E0-4EC3-6557-AA89-B0EA029F3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BA8EDB92-0982-0E0E-9F83-4F956F872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7135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CDA25A54-3564-29F5-51C0-3FCCF1E6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2DE89185-2CCD-99DA-3C4D-F3C20658B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24A8014F-FF6F-5F8D-07FE-5DCFD9151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6249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9A669C43-25F8-BF12-E7CE-0EE94E10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24F3A599-A4C6-B64D-E42C-A6D9C8C5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2856638F-3C02-0CAB-0E09-8D4939C5D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9055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EF048D60-19AC-CB79-5C15-651ECBE2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FF4F6F15-66B5-162D-51B8-33588C4C3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0ED976B8-3EE0-80E5-F795-D50A221D2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8498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013D057F-F7CF-CAB0-B777-BB364790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>
            <a:extLst>
              <a:ext uri="{FF2B5EF4-FFF2-40B4-BE49-F238E27FC236}">
                <a16:creationId xmlns:a16="http://schemas.microsoft.com/office/drawing/2014/main" id="{58B92E4A-0465-B7B2-3B3D-030319CF7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22" name="Google Shape;322;g12da052de2e_0_95:notes">
            <a:extLst>
              <a:ext uri="{FF2B5EF4-FFF2-40B4-BE49-F238E27FC236}">
                <a16:creationId xmlns:a16="http://schemas.microsoft.com/office/drawing/2014/main" id="{F10A8D6B-F015-33C0-7688-9D13B0BE6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0082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E93F9233-64CF-F3E2-D692-410E34FF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D8D4E23C-B9A9-92C4-1ABD-3A8118426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60FA0E15-F76A-1BC3-CE99-131C62A12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1584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E9265E84-50B1-73F1-C36E-7F68249F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A91A8DBE-2EAA-5144-3685-91B6770AF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65CABBEF-CEA7-D620-F648-23EBD976F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7678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E67AAB1C-2DE2-26AD-E970-D29456E6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E0BB5A92-80EB-DEB0-3A04-F4824D547E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15D5C474-2ED1-C39B-84C2-1C838E33A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9096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BA50A7A9-0CAD-9836-4787-DF1EED0E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E2C5B4C0-9ED4-EF41-3481-28B6D96E1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272149D3-46B7-C475-BB3F-54125F33C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58902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67D73E5A-D81D-B3F0-12A2-7134E8B1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81567B6A-E841-9456-A029-39C3B8DC0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C2B4956E-1715-74D6-1DEA-F55C740D2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81954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82D66B46-9FAA-2D21-8BFF-C2D9FF7F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BE834A6C-D2C8-FE72-B424-83A73BACE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0D6A70D8-F924-61D1-ECF3-59A943173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4038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0962E090-A4B5-CAC5-E74C-8F4BA169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2cdc6cee93_0_548:notes">
            <a:extLst>
              <a:ext uri="{FF2B5EF4-FFF2-40B4-BE49-F238E27FC236}">
                <a16:creationId xmlns:a16="http://schemas.microsoft.com/office/drawing/2014/main" id="{736B837F-4B1B-0B89-E8BA-2A7BDD39B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11" name="Google Shape;411;g12cdc6cee93_0_548:notes">
            <a:extLst>
              <a:ext uri="{FF2B5EF4-FFF2-40B4-BE49-F238E27FC236}">
                <a16:creationId xmlns:a16="http://schemas.microsoft.com/office/drawing/2014/main" id="{C58B54FA-F8C4-DE25-F2E6-B853BA7B4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6246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5BBECBE2-D3E4-52B6-1C15-10421464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>
            <a:extLst>
              <a:ext uri="{FF2B5EF4-FFF2-40B4-BE49-F238E27FC236}">
                <a16:creationId xmlns:a16="http://schemas.microsoft.com/office/drawing/2014/main" id="{883D3736-89C4-DCCC-0060-5AF6B02B4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7" name="Google Shape;297;g12d4e97ef00_0_171:notes">
            <a:extLst>
              <a:ext uri="{FF2B5EF4-FFF2-40B4-BE49-F238E27FC236}">
                <a16:creationId xmlns:a16="http://schemas.microsoft.com/office/drawing/2014/main" id="{A3D72D06-F3AB-DE9E-CB19-E957715D6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6805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D46D3F74-DC6D-FB97-3AAD-D19629C9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>
            <a:extLst>
              <a:ext uri="{FF2B5EF4-FFF2-40B4-BE49-F238E27FC236}">
                <a16:creationId xmlns:a16="http://schemas.microsoft.com/office/drawing/2014/main" id="{F681F95F-176B-D25D-CCA7-FA0A93C34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>
            <a:extLst>
              <a:ext uri="{FF2B5EF4-FFF2-40B4-BE49-F238E27FC236}">
                <a16:creationId xmlns:a16="http://schemas.microsoft.com/office/drawing/2014/main" id="{A1123F61-E539-E2C2-7BAA-F89D28D97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6320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E771126D-7F7B-6739-36A6-885C751B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>
            <a:extLst>
              <a:ext uri="{FF2B5EF4-FFF2-40B4-BE49-F238E27FC236}">
                <a16:creationId xmlns:a16="http://schemas.microsoft.com/office/drawing/2014/main" id="{B9C204D5-CB35-2416-816F-1998D8CFF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>
            <a:extLst>
              <a:ext uri="{FF2B5EF4-FFF2-40B4-BE49-F238E27FC236}">
                <a16:creationId xmlns:a16="http://schemas.microsoft.com/office/drawing/2014/main" id="{B1A7108F-FC6D-80E2-C670-AD969DF20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99118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38262F78-AD27-06BC-D86F-BFD359BF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>
            <a:extLst>
              <a:ext uri="{FF2B5EF4-FFF2-40B4-BE49-F238E27FC236}">
                <a16:creationId xmlns:a16="http://schemas.microsoft.com/office/drawing/2014/main" id="{D5528FEE-0000-A971-F4EE-714C64242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>
            <a:extLst>
              <a:ext uri="{FF2B5EF4-FFF2-40B4-BE49-F238E27FC236}">
                <a16:creationId xmlns:a16="http://schemas.microsoft.com/office/drawing/2014/main" id="{28AE45F3-875D-2FA5-1B83-90D24D5A1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72370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238BFBE3-0444-2CBD-E90A-78D46E17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>
            <a:extLst>
              <a:ext uri="{FF2B5EF4-FFF2-40B4-BE49-F238E27FC236}">
                <a16:creationId xmlns:a16="http://schemas.microsoft.com/office/drawing/2014/main" id="{51DC21F6-74C0-3E44-D269-3DBFA9223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>
            <a:extLst>
              <a:ext uri="{FF2B5EF4-FFF2-40B4-BE49-F238E27FC236}">
                <a16:creationId xmlns:a16="http://schemas.microsoft.com/office/drawing/2014/main" id="{07877E6F-2CD9-33E1-72A5-F3F143BF2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81863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F515FE31-E1D0-89C2-0687-7A0DA6828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>
            <a:extLst>
              <a:ext uri="{FF2B5EF4-FFF2-40B4-BE49-F238E27FC236}">
                <a16:creationId xmlns:a16="http://schemas.microsoft.com/office/drawing/2014/main" id="{BF1B39CD-FDFE-3BE2-1946-8809066F0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97" name="Google Shape;897;g12cdc6cee93_0_1027:notes">
            <a:extLst>
              <a:ext uri="{FF2B5EF4-FFF2-40B4-BE49-F238E27FC236}">
                <a16:creationId xmlns:a16="http://schemas.microsoft.com/office/drawing/2014/main" id="{5A4B637D-6059-4258-9F6F-948B4D542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67425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0B526FF-B04A-2D17-B49B-30FB6C5E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>
            <a:extLst>
              <a:ext uri="{FF2B5EF4-FFF2-40B4-BE49-F238E27FC236}">
                <a16:creationId xmlns:a16="http://schemas.microsoft.com/office/drawing/2014/main" id="{2AAA821B-B4A6-CB68-058E-E1052FB72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32" name="Google Shape;232;g12d4e97ef00_0_68:notes">
            <a:extLst>
              <a:ext uri="{FF2B5EF4-FFF2-40B4-BE49-F238E27FC236}">
                <a16:creationId xmlns:a16="http://schemas.microsoft.com/office/drawing/2014/main" id="{E110AA45-78D2-0C48-AEE0-FAA1EA6FA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07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2221675"/>
            <a:ext cx="4387800" cy="6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82925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3225" y="2899550"/>
            <a:ext cx="2369400" cy="5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572000" y="1355075"/>
            <a:ext cx="2547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2"/>
          </p:nvPr>
        </p:nvSpPr>
        <p:spPr>
          <a:xfrm>
            <a:off x="4572000" y="2836825"/>
            <a:ext cx="2547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1"/>
          </p:nvPr>
        </p:nvSpPr>
        <p:spPr>
          <a:xfrm>
            <a:off x="4572000" y="3193525"/>
            <a:ext cx="2547300" cy="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3"/>
          </p:nvPr>
        </p:nvSpPr>
        <p:spPr>
          <a:xfrm>
            <a:off x="4572000" y="1711775"/>
            <a:ext cx="2547300" cy="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4"/>
          </p:nvPr>
        </p:nvSpPr>
        <p:spPr>
          <a:xfrm>
            <a:off x="4572000" y="539500"/>
            <a:ext cx="38586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61" r:id="rId5"/>
    <p:sldLayoutId id="2147483666" r:id="rId6"/>
    <p:sldLayoutId id="2147483672" r:id="rId7"/>
    <p:sldLayoutId id="2147483674" r:id="rId8"/>
    <p:sldLayoutId id="2147483675" r:id="rId9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>
            <a:spLocks noGrp="1" noChangeAspect="1"/>
          </p:cNvSpPr>
          <p:nvPr>
            <p:ph type="ctrTitle"/>
          </p:nvPr>
        </p:nvSpPr>
        <p:spPr>
          <a:xfrm>
            <a:off x="9610800" y="2146492"/>
            <a:ext cx="5029200" cy="864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accent2"/>
                </a:solidFill>
                <a:latin typeface="Rockwell Extra Bold" panose="02060903040505020403" pitchFamily="18" charset="0"/>
              </a:rPr>
              <a:t>JAVASCRIPT</a:t>
            </a:r>
            <a:endParaRPr sz="5400">
              <a:solidFill>
                <a:schemeClr val="lt2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9144000" y="5525074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9603375" y="372255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10597975" y="4677199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33"/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-4786450" y="10399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41" name="Google Shape;241;p33"/>
          <p:cNvSpPr/>
          <p:nvPr/>
        </p:nvSpPr>
        <p:spPr>
          <a:xfrm>
            <a:off x="-2910150" y="-1696699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2304400" y="-1252699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CF910BA-560D-4CC4-C193-F8C647D5BCC5}"/>
              </a:ext>
            </a:extLst>
          </p:cNvPr>
          <p:cNvSpPr/>
          <p:nvPr/>
        </p:nvSpPr>
        <p:spPr>
          <a:xfrm>
            <a:off x="11068125" y="2966915"/>
            <a:ext cx="211455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EA95CAF5-460D-CE13-5F39-38B8A3CE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>
            <a:extLst>
              <a:ext uri="{FF2B5EF4-FFF2-40B4-BE49-F238E27FC236}">
                <a16:creationId xmlns:a16="http://schemas.microsoft.com/office/drawing/2014/main" id="{FA66CAB4-3DDA-10C8-0F4B-4FAED5C1C1CD}"/>
              </a:ext>
            </a:extLst>
          </p:cNvPr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>
            <a:extLst>
              <a:ext uri="{FF2B5EF4-FFF2-40B4-BE49-F238E27FC236}">
                <a16:creationId xmlns:a16="http://schemas.microsoft.com/office/drawing/2014/main" id="{0D054777-8CF3-AE8E-68ED-8EFAE79B2F76}"/>
              </a:ext>
            </a:extLst>
          </p:cNvPr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>
            <a:extLst>
              <a:ext uri="{FF2B5EF4-FFF2-40B4-BE49-F238E27FC236}">
                <a16:creationId xmlns:a16="http://schemas.microsoft.com/office/drawing/2014/main" id="{67FE27D7-5BD9-5056-A0CC-402667D8255A}"/>
              </a:ext>
            </a:extLst>
          </p:cNvPr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33">
            <a:extLst>
              <a:ext uri="{FF2B5EF4-FFF2-40B4-BE49-F238E27FC236}">
                <a16:creationId xmlns:a16="http://schemas.microsoft.com/office/drawing/2014/main" id="{61F8BA4A-CE52-F90C-6332-CC1B7A393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-764525" y="966749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41" name="Google Shape;241;p33">
            <a:extLst>
              <a:ext uri="{FF2B5EF4-FFF2-40B4-BE49-F238E27FC236}">
                <a16:creationId xmlns:a16="http://schemas.microsoft.com/office/drawing/2014/main" id="{0E9BB6EC-E854-D539-93D2-5A744B9267DB}"/>
              </a:ext>
            </a:extLst>
          </p:cNvPr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>
            <a:extLst>
              <a:ext uri="{FF2B5EF4-FFF2-40B4-BE49-F238E27FC236}">
                <a16:creationId xmlns:a16="http://schemas.microsoft.com/office/drawing/2014/main" id="{8A3C05A4-CE1A-346C-C793-8570442BF7CA}"/>
              </a:ext>
            </a:extLst>
          </p:cNvPr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4;p33">
            <a:extLst>
              <a:ext uri="{FF2B5EF4-FFF2-40B4-BE49-F238E27FC236}">
                <a16:creationId xmlns:a16="http://schemas.microsoft.com/office/drawing/2014/main" id="{139678E3-F0CD-4183-161B-A77523CBFD50}"/>
              </a:ext>
            </a:extLst>
          </p:cNvPr>
          <p:cNvSpPr txBox="1">
            <a:spLocks noGrp="1" noChangeAspect="1"/>
          </p:cNvSpPr>
          <p:nvPr>
            <p:ph type="ctrTitle"/>
          </p:nvPr>
        </p:nvSpPr>
        <p:spPr>
          <a:xfrm>
            <a:off x="3926475" y="2139525"/>
            <a:ext cx="5029200" cy="864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accent2"/>
                </a:solidFill>
                <a:latin typeface="Rockwell Extra Bold" panose="02060903040505020403" pitchFamily="18" charset="0"/>
              </a:rPr>
              <a:t>JAVASCRIPT</a:t>
            </a:r>
            <a:endParaRPr sz="5400">
              <a:solidFill>
                <a:schemeClr val="lt2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606809F-F27E-FE92-DADF-5C9304C9F8EF}"/>
              </a:ext>
            </a:extLst>
          </p:cNvPr>
          <p:cNvSpPr/>
          <p:nvPr/>
        </p:nvSpPr>
        <p:spPr>
          <a:xfrm>
            <a:off x="5383800" y="2959948"/>
            <a:ext cx="211455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Google Shape;282;p36">
            <a:extLst>
              <a:ext uri="{FF2B5EF4-FFF2-40B4-BE49-F238E27FC236}">
                <a16:creationId xmlns:a16="http://schemas.microsoft.com/office/drawing/2014/main" id="{CC00DDB9-EE1A-2872-F6B2-6F77F16C946A}"/>
              </a:ext>
            </a:extLst>
          </p:cNvPr>
          <p:cNvSpPr txBox="1">
            <a:spLocks/>
          </p:cNvSpPr>
          <p:nvPr/>
        </p:nvSpPr>
        <p:spPr>
          <a:xfrm>
            <a:off x="-6377103" y="1621126"/>
            <a:ext cx="5964218" cy="210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fr-FR" sz="52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D908D534-F37E-6D02-4EBA-2649222CD833}"/>
              </a:ext>
            </a:extLst>
          </p:cNvPr>
          <p:cNvSpPr txBox="1">
            <a:spLocks/>
          </p:cNvSpPr>
          <p:nvPr/>
        </p:nvSpPr>
        <p:spPr>
          <a:xfrm>
            <a:off x="-1890725" y="445825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0003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42C3C562-7CC9-E332-E994-34E355DC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>
            <a:extLst>
              <a:ext uri="{FF2B5EF4-FFF2-40B4-BE49-F238E27FC236}">
                <a16:creationId xmlns:a16="http://schemas.microsoft.com/office/drawing/2014/main" id="{0D8D9448-8C57-6B39-C05F-388D136796F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3075" y="48567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C000"/>
                </a:solidFill>
              </a:rPr>
              <a:t>01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81ADFFA1-2A15-C2A6-3329-734917506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70BDCADC-AE88-39E0-7EE1-9C2FC350E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82" y="1520750"/>
            <a:ext cx="5964218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5200">
                <a:latin typeface="Rockwell Extra Bold" panose="02060903040505020403" pitchFamily="18" charset="0"/>
              </a:rPr>
              <a:t>JavaScript : interprété ou compilé ?</a:t>
            </a:r>
            <a:endParaRPr sz="52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AB1F7B18-5204-A7D0-0006-F14831A6F587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CCF9FE35-D0F0-FC7E-EAD4-E8AECB200CB3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A4CAC5C6-BD6B-AF88-7BF1-8119A25E0B76}"/>
              </a:ext>
            </a:extLst>
          </p:cNvPr>
          <p:cNvSpPr>
            <a:spLocks noChangeAspect="1"/>
          </p:cNvSpPr>
          <p:nvPr/>
        </p:nvSpPr>
        <p:spPr>
          <a:xfrm>
            <a:off x="1523350" y="3883523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DCA57A15-8D46-DF9B-DEB6-3729CEB44283}"/>
              </a:ext>
            </a:extLst>
          </p:cNvPr>
          <p:cNvSpPr/>
          <p:nvPr/>
        </p:nvSpPr>
        <p:spPr>
          <a:xfrm>
            <a:off x="-1081350" y="406200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34;p33">
            <a:extLst>
              <a:ext uri="{FF2B5EF4-FFF2-40B4-BE49-F238E27FC236}">
                <a16:creationId xmlns:a16="http://schemas.microsoft.com/office/drawing/2014/main" id="{4CA6346C-EC3E-4943-8936-AD90AD0E75B1}"/>
              </a:ext>
            </a:extLst>
          </p:cNvPr>
          <p:cNvSpPr txBox="1">
            <a:spLocks noChangeAspect="1"/>
          </p:cNvSpPr>
          <p:nvPr/>
        </p:nvSpPr>
        <p:spPr>
          <a:xfrm>
            <a:off x="10009250" y="2139525"/>
            <a:ext cx="5029200" cy="8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67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fr-FR" sz="5400">
                <a:latin typeface="Rockwell Extra Bold" panose="02060903040505020403" pitchFamily="18" charset="0"/>
              </a:rPr>
              <a:t>JAVASCRIPT</a:t>
            </a:r>
            <a:endParaRPr lang="fr-FR" sz="5400">
              <a:solidFill>
                <a:schemeClr val="lt2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3D46B72-5F25-DD5E-9C7F-44ECF2E3372B}"/>
              </a:ext>
            </a:extLst>
          </p:cNvPr>
          <p:cNvSpPr/>
          <p:nvPr/>
        </p:nvSpPr>
        <p:spPr>
          <a:xfrm>
            <a:off x="11466575" y="2959948"/>
            <a:ext cx="211455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Google Shape;239;p33">
            <a:extLst>
              <a:ext uri="{FF2B5EF4-FFF2-40B4-BE49-F238E27FC236}">
                <a16:creationId xmlns:a16="http://schemas.microsoft.com/office/drawing/2014/main" id="{FB10FCE3-2D12-C88C-8FB0-30F7C967B949}"/>
              </a:ext>
            </a:extLst>
          </p:cNvPr>
          <p:cNvSpPr/>
          <p:nvPr/>
        </p:nvSpPr>
        <p:spPr>
          <a:xfrm>
            <a:off x="10144168" y="3079047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672C31F-DD02-64F8-7DE8-CF9670AA3ABE}"/>
              </a:ext>
            </a:extLst>
          </p:cNvPr>
          <p:cNvSpPr txBox="1"/>
          <p:nvPr/>
        </p:nvSpPr>
        <p:spPr>
          <a:xfrm>
            <a:off x="-5905040" y="1464799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294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7882684" y="823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3BD9CDAB-1FC8-EE31-DE90-C30B6870BC9A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B7FEAA6D-703A-E705-EF9A-7A4DC567DD98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DA9A9A-1B83-AD24-9CF1-BA311606645B}"/>
              </a:ext>
            </a:extLst>
          </p:cNvPr>
          <p:cNvSpPr txBox="1"/>
          <p:nvPr/>
        </p:nvSpPr>
        <p:spPr>
          <a:xfrm>
            <a:off x="1840428" y="1460900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  <p:pic>
        <p:nvPicPr>
          <p:cNvPr id="11" name="Google Shape;240;p33">
            <a:extLst>
              <a:ext uri="{FF2B5EF4-FFF2-40B4-BE49-F238E27FC236}">
                <a16:creationId xmlns:a16="http://schemas.microsoft.com/office/drawing/2014/main" id="{244282CD-AD33-1344-D701-3789638EF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7532075" y="3457184"/>
            <a:ext cx="1345225" cy="1127764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EF9FB68-9B89-EC8E-976A-23BA122333CC}"/>
              </a:ext>
            </a:extLst>
          </p:cNvPr>
          <p:cNvSpPr txBox="1"/>
          <p:nvPr/>
        </p:nvSpPr>
        <p:spPr>
          <a:xfrm>
            <a:off x="2488664" y="5438800"/>
            <a:ext cx="416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Fonctionne à la fois comme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4BB4DD2-71ED-CFB0-48BB-323E3350DB38}"/>
              </a:ext>
            </a:extLst>
          </p:cNvPr>
          <p:cNvSpPr txBox="1"/>
          <p:nvPr/>
        </p:nvSpPr>
        <p:spPr>
          <a:xfrm>
            <a:off x="776168" y="6565118"/>
            <a:ext cx="37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Interprété (exécution directe)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FE9CC0A-8C14-4C00-01B5-4C3A642DCF6B}"/>
              </a:ext>
            </a:extLst>
          </p:cNvPr>
          <p:cNvSpPr txBox="1"/>
          <p:nvPr/>
        </p:nvSpPr>
        <p:spPr>
          <a:xfrm>
            <a:off x="4610152" y="6570686"/>
            <a:ext cx="3036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Compilé à la volée (JIT)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7A9B904A-E9C0-1B8C-14EF-1BDBBE5C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>
            <a:extLst>
              <a:ext uri="{FF2B5EF4-FFF2-40B4-BE49-F238E27FC236}">
                <a16:creationId xmlns:a16="http://schemas.microsoft.com/office/drawing/2014/main" id="{884D5B8F-8B4C-3DCD-D251-A5D4D201F497}"/>
              </a:ext>
            </a:extLst>
          </p:cNvPr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>
            <a:extLst>
              <a:ext uri="{FF2B5EF4-FFF2-40B4-BE49-F238E27FC236}">
                <a16:creationId xmlns:a16="http://schemas.microsoft.com/office/drawing/2014/main" id="{69E31260-5156-8BD8-4EAD-575D6CA62B64}"/>
              </a:ext>
            </a:extLst>
          </p:cNvPr>
          <p:cNvSpPr/>
          <p:nvPr/>
        </p:nvSpPr>
        <p:spPr>
          <a:xfrm>
            <a:off x="7882684" y="823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19CFE1DF-B38E-0337-9BD0-4DC925CDD048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66C15867-C998-DE22-B268-E70D20D9ECAF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EC339D-34E8-8D91-3632-8E77DDA7B3AA}"/>
              </a:ext>
            </a:extLst>
          </p:cNvPr>
          <p:cNvSpPr txBox="1"/>
          <p:nvPr/>
        </p:nvSpPr>
        <p:spPr>
          <a:xfrm>
            <a:off x="1840428" y="1460900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  <p:pic>
        <p:nvPicPr>
          <p:cNvPr id="11" name="Google Shape;240;p33">
            <a:extLst>
              <a:ext uri="{FF2B5EF4-FFF2-40B4-BE49-F238E27FC236}">
                <a16:creationId xmlns:a16="http://schemas.microsoft.com/office/drawing/2014/main" id="{12FB98FE-85E5-5517-1F9E-3270E1494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7532075" y="3457184"/>
            <a:ext cx="1345225" cy="1127764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40BA3ED-5E41-3723-D9EC-FD707501C3CD}"/>
              </a:ext>
            </a:extLst>
          </p:cNvPr>
          <p:cNvSpPr txBox="1"/>
          <p:nvPr/>
        </p:nvSpPr>
        <p:spPr>
          <a:xfrm>
            <a:off x="2488663" y="2181250"/>
            <a:ext cx="416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Fonctionne à la fois comme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FA878DB-6D6C-1C57-5B2A-33B43EA7C9D1}"/>
              </a:ext>
            </a:extLst>
          </p:cNvPr>
          <p:cNvSpPr txBox="1"/>
          <p:nvPr/>
        </p:nvSpPr>
        <p:spPr>
          <a:xfrm>
            <a:off x="776168" y="6565118"/>
            <a:ext cx="37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Interprété (exécution directe)</a:t>
            </a:r>
          </a:p>
        </p:txBody>
      </p:sp>
    </p:spTree>
    <p:extLst>
      <p:ext uri="{BB962C8B-B14F-4D97-AF65-F5344CB8AC3E}">
        <p14:creationId xmlns:p14="http://schemas.microsoft.com/office/powerpoint/2010/main" val="3392561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D0B4FED2-BF79-D255-9560-7DCFDAB7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>
            <a:extLst>
              <a:ext uri="{FF2B5EF4-FFF2-40B4-BE49-F238E27FC236}">
                <a16:creationId xmlns:a16="http://schemas.microsoft.com/office/drawing/2014/main" id="{5FF4C26E-28C3-4CB9-A799-D5C39A95E138}"/>
              </a:ext>
            </a:extLst>
          </p:cNvPr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>
            <a:extLst>
              <a:ext uri="{FF2B5EF4-FFF2-40B4-BE49-F238E27FC236}">
                <a16:creationId xmlns:a16="http://schemas.microsoft.com/office/drawing/2014/main" id="{BBBE4939-6F41-20A1-957D-0E693D9C359E}"/>
              </a:ext>
            </a:extLst>
          </p:cNvPr>
          <p:cNvSpPr/>
          <p:nvPr/>
        </p:nvSpPr>
        <p:spPr>
          <a:xfrm>
            <a:off x="7882684" y="823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F5D50011-DAD5-E686-CE20-E05ADD450C72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BEDF94F5-56CE-B46B-2DBC-9A753AA31405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19721B0-AED8-2771-159D-D5AB9B0CED94}"/>
              </a:ext>
            </a:extLst>
          </p:cNvPr>
          <p:cNvSpPr txBox="1"/>
          <p:nvPr/>
        </p:nvSpPr>
        <p:spPr>
          <a:xfrm>
            <a:off x="1840428" y="1460900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  <p:pic>
        <p:nvPicPr>
          <p:cNvPr id="11" name="Google Shape;240;p33">
            <a:extLst>
              <a:ext uri="{FF2B5EF4-FFF2-40B4-BE49-F238E27FC236}">
                <a16:creationId xmlns:a16="http://schemas.microsoft.com/office/drawing/2014/main" id="{7EB6B666-6598-F036-BD93-0A6A8819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7532075" y="3457184"/>
            <a:ext cx="1345225" cy="1127764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4162516-032D-B84E-AAD4-FBFDA2561D83}"/>
              </a:ext>
            </a:extLst>
          </p:cNvPr>
          <p:cNvSpPr txBox="1"/>
          <p:nvPr/>
        </p:nvSpPr>
        <p:spPr>
          <a:xfrm>
            <a:off x="2488663" y="2181250"/>
            <a:ext cx="416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Fonctionne à la fois comme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5FD4E62-ED62-9F30-5EB0-A088FCD062B7}"/>
              </a:ext>
            </a:extLst>
          </p:cNvPr>
          <p:cNvSpPr txBox="1"/>
          <p:nvPr/>
        </p:nvSpPr>
        <p:spPr>
          <a:xfrm>
            <a:off x="776167" y="3307568"/>
            <a:ext cx="37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Interprété (exécution directe)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A299FC-63DC-665D-F272-FACC594BA01D}"/>
              </a:ext>
            </a:extLst>
          </p:cNvPr>
          <p:cNvSpPr txBox="1"/>
          <p:nvPr/>
        </p:nvSpPr>
        <p:spPr>
          <a:xfrm>
            <a:off x="4610152" y="6570686"/>
            <a:ext cx="3036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Compilé à la volée (JIT)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CA4F258D-9B5F-C380-76E2-E6DA84C94AFF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3373511" y="2109079"/>
            <a:ext cx="479987" cy="1916990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393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05CD39B4-43DD-A130-7AB8-D2142AA0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>
            <a:extLst>
              <a:ext uri="{FF2B5EF4-FFF2-40B4-BE49-F238E27FC236}">
                <a16:creationId xmlns:a16="http://schemas.microsoft.com/office/drawing/2014/main" id="{EE5E5FFF-4704-94E9-993F-ECCB302DE08D}"/>
              </a:ext>
            </a:extLst>
          </p:cNvPr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>
            <a:extLst>
              <a:ext uri="{FF2B5EF4-FFF2-40B4-BE49-F238E27FC236}">
                <a16:creationId xmlns:a16="http://schemas.microsoft.com/office/drawing/2014/main" id="{479C1B6C-F633-F656-E836-A8DC0A8D5CC7}"/>
              </a:ext>
            </a:extLst>
          </p:cNvPr>
          <p:cNvSpPr/>
          <p:nvPr/>
        </p:nvSpPr>
        <p:spPr>
          <a:xfrm>
            <a:off x="7882684" y="823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DB2C7D86-2840-1FA0-C7BA-6E67B89F2A2B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F2A6CD5D-8EB5-9728-37DB-5178C77353B9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99F5F9B-D1DF-BF5A-A667-08CA192D5C86}"/>
              </a:ext>
            </a:extLst>
          </p:cNvPr>
          <p:cNvSpPr txBox="1"/>
          <p:nvPr/>
        </p:nvSpPr>
        <p:spPr>
          <a:xfrm>
            <a:off x="1840428" y="1460900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  <p:pic>
        <p:nvPicPr>
          <p:cNvPr id="11" name="Google Shape;240;p33">
            <a:extLst>
              <a:ext uri="{FF2B5EF4-FFF2-40B4-BE49-F238E27FC236}">
                <a16:creationId xmlns:a16="http://schemas.microsoft.com/office/drawing/2014/main" id="{9F8B75FD-E384-12ED-5759-3578FCBAF1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7532075" y="3457184"/>
            <a:ext cx="1345225" cy="1127764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6863A0E-27ED-6005-807E-1C1D4B49B8C7}"/>
              </a:ext>
            </a:extLst>
          </p:cNvPr>
          <p:cNvSpPr txBox="1"/>
          <p:nvPr/>
        </p:nvSpPr>
        <p:spPr>
          <a:xfrm>
            <a:off x="2488663" y="2181250"/>
            <a:ext cx="416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Fonctionne à la fois comme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7C2A5F-8DE0-01D7-E799-59DD5B00392C}"/>
              </a:ext>
            </a:extLst>
          </p:cNvPr>
          <p:cNvSpPr txBox="1"/>
          <p:nvPr/>
        </p:nvSpPr>
        <p:spPr>
          <a:xfrm>
            <a:off x="776167" y="3307568"/>
            <a:ext cx="37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Interprété (exécution directe)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9C1273B-BE57-E66C-A099-38189E730171}"/>
              </a:ext>
            </a:extLst>
          </p:cNvPr>
          <p:cNvSpPr txBox="1"/>
          <p:nvPr/>
        </p:nvSpPr>
        <p:spPr>
          <a:xfrm>
            <a:off x="4610151" y="3313136"/>
            <a:ext cx="3036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Compilé à la volée (JIT)</a:t>
            </a:r>
          </a:p>
        </p:txBody>
      </p: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1BC9EED7-0E2A-C056-5E40-E3C55828D4CB}"/>
              </a:ext>
            </a:extLst>
          </p:cNvPr>
          <p:cNvCxnSpPr>
            <a:cxnSpLocks/>
          </p:cNvCxnSpPr>
          <p:nvPr/>
        </p:nvCxnSpPr>
        <p:spPr>
          <a:xfrm rot="5400000">
            <a:off x="3373511" y="2109079"/>
            <a:ext cx="479987" cy="1916990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9EC88984-5A78-0449-1D8B-EF518FE13E92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5107391" y="2292189"/>
            <a:ext cx="485555" cy="1556338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42;p33">
            <a:extLst>
              <a:ext uri="{FF2B5EF4-FFF2-40B4-BE49-F238E27FC236}">
                <a16:creationId xmlns:a16="http://schemas.microsoft.com/office/drawing/2014/main" id="{A861D131-2DAD-3FEC-BAE3-09502DB3963A}"/>
              </a:ext>
            </a:extLst>
          </p:cNvPr>
          <p:cNvSpPr>
            <a:spLocks noChangeAspect="1"/>
          </p:cNvSpPr>
          <p:nvPr/>
        </p:nvSpPr>
        <p:spPr>
          <a:xfrm>
            <a:off x="1340552" y="5951306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39;p33">
            <a:extLst>
              <a:ext uri="{FF2B5EF4-FFF2-40B4-BE49-F238E27FC236}">
                <a16:creationId xmlns:a16="http://schemas.microsoft.com/office/drawing/2014/main" id="{9C71A67D-F5B6-C37C-1712-479AA17F1F52}"/>
              </a:ext>
            </a:extLst>
          </p:cNvPr>
          <p:cNvSpPr/>
          <p:nvPr/>
        </p:nvSpPr>
        <p:spPr>
          <a:xfrm>
            <a:off x="7456084" y="-2458802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2;p36">
            <a:extLst>
              <a:ext uri="{FF2B5EF4-FFF2-40B4-BE49-F238E27FC236}">
                <a16:creationId xmlns:a16="http://schemas.microsoft.com/office/drawing/2014/main" id="{141D2CFC-A934-6C31-F91B-DF9ADF16D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687163" y="1520750"/>
            <a:ext cx="5964218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Fonctionnement de JavaScript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20" name="Google Shape;301;p38">
            <a:extLst>
              <a:ext uri="{FF2B5EF4-FFF2-40B4-BE49-F238E27FC236}">
                <a16:creationId xmlns:a16="http://schemas.microsoft.com/office/drawing/2014/main" id="{4B2A22B5-1BC1-62E0-16DA-0195270D0B60}"/>
              </a:ext>
            </a:extLst>
          </p:cNvPr>
          <p:cNvSpPr txBox="1">
            <a:spLocks/>
          </p:cNvSpPr>
          <p:nvPr/>
        </p:nvSpPr>
        <p:spPr>
          <a:xfrm>
            <a:off x="-1438466" y="47090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61519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230107EA-78BA-5847-377E-E33B413B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79A35859-26BC-B3BC-99E4-3F361D9C2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440FC2BE-17DA-E8F2-ADFC-4DDE48667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582" y="1520750"/>
            <a:ext cx="5964218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Fonctionnement de JavaScript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97787BCA-CB2C-589E-EB02-56C23FDC27E2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9ABCD218-55BA-EBEE-EC22-383C6EA3159B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F240359B-D231-D188-A581-E7B2FE469994}"/>
              </a:ext>
            </a:extLst>
          </p:cNvPr>
          <p:cNvSpPr>
            <a:spLocks noChangeAspect="1"/>
          </p:cNvSpPr>
          <p:nvPr/>
        </p:nvSpPr>
        <p:spPr>
          <a:xfrm>
            <a:off x="1523350" y="3883523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DDE3A9A8-AF22-8B18-E69B-C4BDCF387664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F910B051-0F83-8752-4724-708FFE1F967C}"/>
              </a:ext>
            </a:extLst>
          </p:cNvPr>
          <p:cNvSpPr/>
          <p:nvPr/>
        </p:nvSpPr>
        <p:spPr>
          <a:xfrm>
            <a:off x="10235303" y="76880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CA19E4AA-78E2-4FA6-A82A-9CE692677811}"/>
              </a:ext>
            </a:extLst>
          </p:cNvPr>
          <p:cNvSpPr txBox="1">
            <a:spLocks/>
          </p:cNvSpPr>
          <p:nvPr/>
        </p:nvSpPr>
        <p:spPr>
          <a:xfrm>
            <a:off x="263075" y="48567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22" name="Google Shape;282;p36">
            <a:extLst>
              <a:ext uri="{FF2B5EF4-FFF2-40B4-BE49-F238E27FC236}">
                <a16:creationId xmlns:a16="http://schemas.microsoft.com/office/drawing/2014/main" id="{B8277E1F-E793-FADC-6720-175356F421AF}"/>
              </a:ext>
            </a:extLst>
          </p:cNvPr>
          <p:cNvSpPr txBox="1">
            <a:spLocks/>
          </p:cNvSpPr>
          <p:nvPr/>
        </p:nvSpPr>
        <p:spPr>
          <a:xfrm>
            <a:off x="623816" y="-1142925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interprété ou compilé ?</a:t>
            </a:r>
          </a:p>
        </p:txBody>
      </p:sp>
      <p:sp>
        <p:nvSpPr>
          <p:cNvPr id="23" name="Google Shape;301;p38">
            <a:extLst>
              <a:ext uri="{FF2B5EF4-FFF2-40B4-BE49-F238E27FC236}">
                <a16:creationId xmlns:a16="http://schemas.microsoft.com/office/drawing/2014/main" id="{CC180B9E-FB15-0179-C855-DE6318AA4DF1}"/>
              </a:ext>
            </a:extLst>
          </p:cNvPr>
          <p:cNvSpPr txBox="1">
            <a:spLocks/>
          </p:cNvSpPr>
          <p:nvPr/>
        </p:nvSpPr>
        <p:spPr>
          <a:xfrm>
            <a:off x="0" y="-1224975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78327BA-480D-4D32-E7AD-9796266BAFBE}"/>
              </a:ext>
            </a:extLst>
          </p:cNvPr>
          <p:cNvSpPr txBox="1"/>
          <p:nvPr/>
        </p:nvSpPr>
        <p:spPr>
          <a:xfrm>
            <a:off x="1927082" y="5510485"/>
            <a:ext cx="5463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un </a:t>
            </a:r>
            <a:r>
              <a:rPr lang="fr-FR" sz="3600" b="1">
                <a:latin typeface="Agency FB" panose="020B0503020202020204" pitchFamily="34" charset="0"/>
              </a:rPr>
              <a:t>langage hybride</a:t>
            </a:r>
            <a:endParaRPr lang="fr-FR" sz="3600">
              <a:latin typeface="Agency FB" panose="020B0503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91C370D-FCC5-259E-B131-78CCFA221719}"/>
              </a:ext>
            </a:extLst>
          </p:cNvPr>
          <p:cNvSpPr txBox="1"/>
          <p:nvPr/>
        </p:nvSpPr>
        <p:spPr>
          <a:xfrm>
            <a:off x="2575317" y="6230835"/>
            <a:ext cx="4166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Fonctionne à la fois comme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C4B4DCC-4E50-6780-83A8-C08FDD1848BD}"/>
              </a:ext>
            </a:extLst>
          </p:cNvPr>
          <p:cNvSpPr txBox="1"/>
          <p:nvPr/>
        </p:nvSpPr>
        <p:spPr>
          <a:xfrm>
            <a:off x="862821" y="7357153"/>
            <a:ext cx="37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Interprété (exécution directe)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F75EA40-8D92-66A9-FD93-3ECBA17E96A7}"/>
              </a:ext>
            </a:extLst>
          </p:cNvPr>
          <p:cNvSpPr txBox="1"/>
          <p:nvPr/>
        </p:nvSpPr>
        <p:spPr>
          <a:xfrm>
            <a:off x="4696805" y="7362721"/>
            <a:ext cx="3036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Compilé à la volée (JIT)</a:t>
            </a:r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597460D4-6EAE-DCC2-F880-D4B7A967CBE4}"/>
              </a:ext>
            </a:extLst>
          </p:cNvPr>
          <p:cNvCxnSpPr>
            <a:cxnSpLocks/>
          </p:cNvCxnSpPr>
          <p:nvPr/>
        </p:nvCxnSpPr>
        <p:spPr>
          <a:xfrm rot="5400000">
            <a:off x="3460165" y="6158664"/>
            <a:ext cx="479987" cy="1916990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75A874DB-063B-1CB5-E048-3464B6465220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rot="16200000" flipH="1">
            <a:off x="5194045" y="6341774"/>
            <a:ext cx="485555" cy="1556338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76714086-5833-3216-43CA-8939F1FCF7BF}"/>
              </a:ext>
            </a:extLst>
          </p:cNvPr>
          <p:cNvGrpSpPr/>
          <p:nvPr/>
        </p:nvGrpSpPr>
        <p:grpSpPr>
          <a:xfrm>
            <a:off x="-21244581" y="946450"/>
            <a:ext cx="699674" cy="1366420"/>
            <a:chOff x="614032" y="1336450"/>
            <a:chExt cx="699674" cy="1366420"/>
          </a:xfrm>
        </p:grpSpPr>
        <p:sp>
          <p:nvSpPr>
            <p:cNvPr id="31" name="Google Shape;592;p51">
              <a:extLst>
                <a:ext uri="{FF2B5EF4-FFF2-40B4-BE49-F238E27FC236}">
                  <a16:creationId xmlns:a16="http://schemas.microsoft.com/office/drawing/2014/main" id="{4D9F5756-F969-5E00-6519-6C3300616046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3;p51">
              <a:extLst>
                <a:ext uri="{FF2B5EF4-FFF2-40B4-BE49-F238E27FC236}">
                  <a16:creationId xmlns:a16="http://schemas.microsoft.com/office/drawing/2014/main" id="{2A72454C-79AE-DA81-57A9-168F5D14C17A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E541BA8A-9CC7-2E7B-96C8-D853DB3F90CB}"/>
              </a:ext>
            </a:extLst>
          </p:cNvPr>
          <p:cNvGrpSpPr/>
          <p:nvPr/>
        </p:nvGrpSpPr>
        <p:grpSpPr>
          <a:xfrm>
            <a:off x="-11480174" y="1048050"/>
            <a:ext cx="699674" cy="1366420"/>
            <a:chOff x="2002559" y="1326678"/>
            <a:chExt cx="699674" cy="1366420"/>
          </a:xfrm>
        </p:grpSpPr>
        <p:sp>
          <p:nvSpPr>
            <p:cNvPr id="34" name="Google Shape;603;p51">
              <a:extLst>
                <a:ext uri="{FF2B5EF4-FFF2-40B4-BE49-F238E27FC236}">
                  <a16:creationId xmlns:a16="http://schemas.microsoft.com/office/drawing/2014/main" id="{BB16E399-9D51-40D5-14F5-7079EAABB9A4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4;p51">
              <a:extLst>
                <a:ext uri="{FF2B5EF4-FFF2-40B4-BE49-F238E27FC236}">
                  <a16:creationId xmlns:a16="http://schemas.microsoft.com/office/drawing/2014/main" id="{979EE5F9-A2C5-1D0A-CB39-967FA6FEC27E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13A91850-B420-2121-4231-024D8469056E}"/>
              </a:ext>
            </a:extLst>
          </p:cNvPr>
          <p:cNvGrpSpPr/>
          <p:nvPr/>
        </p:nvGrpSpPr>
        <p:grpSpPr>
          <a:xfrm>
            <a:off x="-1616949" y="1281446"/>
            <a:ext cx="699674" cy="1366420"/>
            <a:chOff x="3387251" y="1326678"/>
            <a:chExt cx="699674" cy="1366420"/>
          </a:xfrm>
        </p:grpSpPr>
        <p:sp>
          <p:nvSpPr>
            <p:cNvPr id="37" name="Google Shape;605;p51">
              <a:extLst>
                <a:ext uri="{FF2B5EF4-FFF2-40B4-BE49-F238E27FC236}">
                  <a16:creationId xmlns:a16="http://schemas.microsoft.com/office/drawing/2014/main" id="{D621D991-D679-C971-4329-103396A2B629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6;p51">
              <a:extLst>
                <a:ext uri="{FF2B5EF4-FFF2-40B4-BE49-F238E27FC236}">
                  <a16:creationId xmlns:a16="http://schemas.microsoft.com/office/drawing/2014/main" id="{295D707C-BC74-85E6-CFE1-3A47DA98F53B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6252E667-BE19-89AD-C427-931DE8C951B1}"/>
              </a:ext>
            </a:extLst>
          </p:cNvPr>
          <p:cNvGrpSpPr/>
          <p:nvPr/>
        </p:nvGrpSpPr>
        <p:grpSpPr>
          <a:xfrm>
            <a:off x="10117000" y="1374576"/>
            <a:ext cx="699674" cy="1366420"/>
            <a:chOff x="5598953" y="1326678"/>
            <a:chExt cx="699674" cy="1366420"/>
          </a:xfrm>
        </p:grpSpPr>
        <p:sp>
          <p:nvSpPr>
            <p:cNvPr id="40" name="Google Shape;607;p51">
              <a:extLst>
                <a:ext uri="{FF2B5EF4-FFF2-40B4-BE49-F238E27FC236}">
                  <a16:creationId xmlns:a16="http://schemas.microsoft.com/office/drawing/2014/main" id="{2AEEB01C-847F-FAD4-132A-2E65FC631AA8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8;p51">
              <a:extLst>
                <a:ext uri="{FF2B5EF4-FFF2-40B4-BE49-F238E27FC236}">
                  <a16:creationId xmlns:a16="http://schemas.microsoft.com/office/drawing/2014/main" id="{73383B2D-C3E6-A844-09E1-BBCC239EBF59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074C644C-CCF7-02D4-435F-55D2CCAE5F47}"/>
              </a:ext>
            </a:extLst>
          </p:cNvPr>
          <p:cNvGrpSpPr/>
          <p:nvPr/>
        </p:nvGrpSpPr>
        <p:grpSpPr>
          <a:xfrm>
            <a:off x="19980225" y="1374576"/>
            <a:ext cx="699674" cy="1366420"/>
            <a:chOff x="6425964" y="1336450"/>
            <a:chExt cx="699674" cy="1366420"/>
          </a:xfrm>
        </p:grpSpPr>
        <p:sp>
          <p:nvSpPr>
            <p:cNvPr id="43" name="Google Shape;605;p51">
              <a:extLst>
                <a:ext uri="{FF2B5EF4-FFF2-40B4-BE49-F238E27FC236}">
                  <a16:creationId xmlns:a16="http://schemas.microsoft.com/office/drawing/2014/main" id="{7BE900DD-0178-5C09-CDD4-445527CD7B8F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6;p51">
              <a:extLst>
                <a:ext uri="{FF2B5EF4-FFF2-40B4-BE49-F238E27FC236}">
                  <a16:creationId xmlns:a16="http://schemas.microsoft.com/office/drawing/2014/main" id="{639C965F-077D-E568-1551-42C287945025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3C1A68AF-E863-48D0-00B9-C7B53CC0009F}"/>
              </a:ext>
            </a:extLst>
          </p:cNvPr>
          <p:cNvGrpSpPr/>
          <p:nvPr/>
        </p:nvGrpSpPr>
        <p:grpSpPr>
          <a:xfrm>
            <a:off x="29843450" y="1281446"/>
            <a:ext cx="699674" cy="1366420"/>
            <a:chOff x="8224161" y="1336450"/>
            <a:chExt cx="699674" cy="1366420"/>
          </a:xfrm>
        </p:grpSpPr>
        <p:sp>
          <p:nvSpPr>
            <p:cNvPr id="46" name="Google Shape;607;p51">
              <a:extLst>
                <a:ext uri="{FF2B5EF4-FFF2-40B4-BE49-F238E27FC236}">
                  <a16:creationId xmlns:a16="http://schemas.microsoft.com/office/drawing/2014/main" id="{A82F5999-0B92-948E-C21F-8D25E5BAE834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08;p51">
              <a:extLst>
                <a:ext uri="{FF2B5EF4-FFF2-40B4-BE49-F238E27FC236}">
                  <a16:creationId xmlns:a16="http://schemas.microsoft.com/office/drawing/2014/main" id="{31FFE29A-1D8C-51F2-ADE0-320B89DC03AD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48" name="Google Shape;594;p51">
            <a:extLst>
              <a:ext uri="{FF2B5EF4-FFF2-40B4-BE49-F238E27FC236}">
                <a16:creationId xmlns:a16="http://schemas.microsoft.com/office/drawing/2014/main" id="{72CCD22F-20EC-4420-2DC8-97AAD8978D2D}"/>
              </a:ext>
            </a:extLst>
          </p:cNvPr>
          <p:cNvCxnSpPr>
            <a:cxnSpLocks/>
          </p:cNvCxnSpPr>
          <p:nvPr/>
        </p:nvCxnSpPr>
        <p:spPr>
          <a:xfrm>
            <a:off x="384628" y="6240816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4168388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6170A5C0-9602-CD2A-235A-24A830B196ED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/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/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/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/>
          <p:cNvSpPr txBox="1"/>
          <p:nvPr/>
        </p:nvSpPr>
        <p:spPr>
          <a:xfrm>
            <a:off x="222765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033EA37-A0F8-70A3-7B56-28F006765E05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/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/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487510E8-C46D-578A-881F-E66630BDCDA3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/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/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FCB76BD-4B04-3FD1-076F-E97EBFB4DD44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/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/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/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/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6C3E935-D675-055D-02DA-F7B120232EEB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9ED00143-C69C-DED1-04EE-F111857C8D1D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122C7866-0AC8-E8F5-9CE2-2D42F1E80E70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B23CAFE-258F-9BFC-298A-E9A81ECEE4F0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C4AD4437-A16D-4E51-0A3D-512AB662FCA9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C3B8C785-3919-81C6-6147-84F3D4945700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BFD3E565-F136-9A9E-FBEE-4FB5DF87E899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F4F441F7-A651-0688-238C-8B87E595D897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pic>
        <p:nvPicPr>
          <p:cNvPr id="23" name="Google Shape;240;p33">
            <a:extLst>
              <a:ext uri="{FF2B5EF4-FFF2-40B4-BE49-F238E27FC236}">
                <a16:creationId xmlns:a16="http://schemas.microsoft.com/office/drawing/2014/main" id="{76B21F2F-015A-E180-9A26-DDB3D162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547450" y="113020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DCC0E1A9-BAF7-BF0F-9E28-429435D7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11B446F4-D846-2B68-7ECC-7A7C60CCA510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DE296C41-368B-2C66-75E5-24D70F6E2609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353A4A9E-BD1F-E0DD-1D48-E15488DB14AD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9153B3EE-71EA-BF7A-E5F1-B7E67AE4AA09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0A23AA68-6885-A578-A7FC-57888536A9AE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47D7A45-3D0C-E3F3-22CF-97F127D93B9A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0B57F96D-C7C6-C465-EC7C-9177D37BDA6F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FB05062A-30F5-BE05-5C98-EBBF3C7C20C3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F404D18-B7D2-1307-3475-CA3A0EAEF72C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45D73EC6-0AF9-C8F1-0DBF-132B5FFD2C25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CF503BE7-546A-BE94-4E46-CFA58BF1282E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F940194-873D-23AD-C347-B3B42743696C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F323571B-94AA-CA93-7DAE-3498C7ED645C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32AC0F13-48B0-F5F5-3841-F088C749A157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2FB5318A-2209-1350-738A-5464D2EF29F6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82CF93BA-46A6-CC9A-8708-B61C71CA6982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9B5064F5-E76C-D3A6-846C-75A3278444AE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BAD7A1AA-D6E9-BED7-7479-8F71E3F2ECE3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41EACCA9-5D58-B129-BE1B-F580F056C19D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E578A459-CA06-7B00-93D6-B97D9EACE559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01F2DF3D-C2D1-7987-4D2A-BBE87D07A07B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207BECC5-E758-1086-9FE0-E589197044B7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A2C20317-F662-E37F-7E27-B1F2B5142AE3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E1566951-F83F-B219-DAC3-E47A5B8F5AA3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4" name="Google Shape;600;p51">
            <a:extLst>
              <a:ext uri="{FF2B5EF4-FFF2-40B4-BE49-F238E27FC236}">
                <a16:creationId xmlns:a16="http://schemas.microsoft.com/office/drawing/2014/main" id="{8FB4E6FB-5D85-2FEA-6A16-83CB4B6F90D4}"/>
              </a:ext>
            </a:extLst>
          </p:cNvPr>
          <p:cNvSpPr txBox="1"/>
          <p:nvPr/>
        </p:nvSpPr>
        <p:spPr>
          <a:xfrm>
            <a:off x="1693092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65583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DBD5A055-BA07-B316-C313-277BF578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0907604-CA3C-6EBA-0AD1-4A8BEE207B52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C1F910AE-B424-D41A-FE4A-1991EA8099FA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67A1F18D-D178-2504-69BC-1DFFDDA4C3FF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5C6140EB-E3AA-086E-9272-D00F3F0551F0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86BE3755-7B79-4F3C-4955-2F3D191310A3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1">
            <a:extLst>
              <a:ext uri="{FF2B5EF4-FFF2-40B4-BE49-F238E27FC236}">
                <a16:creationId xmlns:a16="http://schemas.microsoft.com/office/drawing/2014/main" id="{3B6A3E77-64FA-7C62-299E-FE9222FF5DCF}"/>
              </a:ext>
            </a:extLst>
          </p:cNvPr>
          <p:cNvSpPr txBox="1"/>
          <p:nvPr/>
        </p:nvSpPr>
        <p:spPr>
          <a:xfrm>
            <a:off x="1566559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03AC7DB-E075-B120-DEEB-AF79AB2B847A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0A4C334A-E808-6E0A-34B3-CBCC341F07B4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A840AC1D-98DE-F516-FA85-8C761F7C5399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965FA54-55BF-3407-53AC-4B88F1304DA8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AF8DFA1A-2E2B-D1CD-E61C-46F0CB020F7E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1BEA297C-19A9-45EE-332A-13FB78CD5E3E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B2A891E-8BDC-E4F4-848E-7C750345E63B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09CD6786-BB18-A8ED-4170-160BC99B65A9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31F109DF-6755-14FE-C5E7-641D4C828FEA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61CE1AD4-4DAE-6AB2-99FE-48B98DDA5440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9EAAAD70-660E-DEFA-F1D1-3A141CDEF5B3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5503921-0626-0C43-C68C-56E297115E9E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B20B4AB7-4171-5764-BFBD-767B505E1E5D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F1601ABD-314F-1757-9C0B-49187EBAD97F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742D43D-C653-95E8-D465-6563A1547F7F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75B2ED40-F7A1-A25C-98DB-797DF4861FC8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45CE543C-CD9E-D24D-B6E5-E8199474660C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D66E3165-45B1-A69E-BE1E-C221C53AEE75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8320202E-8FE5-FD29-4351-F70882003D45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10" name="Google Shape;602;p51">
            <a:extLst>
              <a:ext uri="{FF2B5EF4-FFF2-40B4-BE49-F238E27FC236}">
                <a16:creationId xmlns:a16="http://schemas.microsoft.com/office/drawing/2014/main" id="{7D2C0BCA-4D8E-5E6D-EFDC-A2F2928B2CE8}"/>
              </a:ext>
            </a:extLst>
          </p:cNvPr>
          <p:cNvSpPr txBox="1"/>
          <p:nvPr/>
        </p:nvSpPr>
        <p:spPr>
          <a:xfrm>
            <a:off x="3163419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Vérification de la syntaxe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18342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237FD8D4-9F21-D7DD-617D-E89F65AA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D49F6A4E-03E7-6D1D-622A-348EFEB75761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0A57ABDD-93B4-9130-43F8-28113F4F89D5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FBDD9D7A-D152-7FA7-B58E-273B9BA4E0DB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920B7988-0BFB-C8B4-B5DA-FE88D73281DC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0D5D2A63-2DE7-9485-D41E-A47BC49FD3A1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1">
            <a:extLst>
              <a:ext uri="{FF2B5EF4-FFF2-40B4-BE49-F238E27FC236}">
                <a16:creationId xmlns:a16="http://schemas.microsoft.com/office/drawing/2014/main" id="{D1A115C4-45A9-403E-036B-402422B90114}"/>
              </a:ext>
            </a:extLst>
          </p:cNvPr>
          <p:cNvSpPr txBox="1"/>
          <p:nvPr/>
        </p:nvSpPr>
        <p:spPr>
          <a:xfrm>
            <a:off x="1566559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51">
            <a:extLst>
              <a:ext uri="{FF2B5EF4-FFF2-40B4-BE49-F238E27FC236}">
                <a16:creationId xmlns:a16="http://schemas.microsoft.com/office/drawing/2014/main" id="{531A78E1-CC78-50BE-BCC6-1815DBF63E75}"/>
              </a:ext>
            </a:extLst>
          </p:cNvPr>
          <p:cNvSpPr txBox="1"/>
          <p:nvPr/>
        </p:nvSpPr>
        <p:spPr>
          <a:xfrm>
            <a:off x="3036886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Vérification de la syntaxe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8C7345C-6469-13F5-DBB4-7FF67534EF27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85AA1FAB-910A-277C-3D68-D0E540E4CF78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89D8F75D-E42D-E017-8903-FBFC23B3246B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1B54411-1BD7-9951-AC41-3ACDDB502CD6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B79C342D-B030-9016-43A6-01482545E931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4221A025-197F-24E2-9F03-3F1D1A49D950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8C1D5D8-520D-9B8C-0980-0A6D23F8835B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8C45ABB8-774C-E6E7-152F-ADF1B01DDC91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934EEF63-9098-047A-99AC-DC26A552C617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279429D3-D722-5CD4-309A-32E195FAE8A7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4A0EECF2-62E6-D163-B726-3DEE9DB24E8B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E3C36A7D-D907-436F-46DF-9BCB18675A62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A2451423-8366-6391-8F94-4C2897B7AA67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A9B3B2FA-E950-0EA8-222B-A9D79B150DC0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6364C44-6D34-213F-AA98-AE670A893726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B01E73D9-3D83-99E0-6242-A639C9FB44FF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3033FC27-86F8-9D14-5CC5-30C6AF364254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FF919F3D-43EA-196D-BFD4-FB7D5C8D52AA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314A4621-A00A-6883-408E-01174BA5EEBC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3" name="Google Shape;598;p51">
            <a:extLst>
              <a:ext uri="{FF2B5EF4-FFF2-40B4-BE49-F238E27FC236}">
                <a16:creationId xmlns:a16="http://schemas.microsoft.com/office/drawing/2014/main" id="{7F1D8BF2-0809-98C5-5250-3C55E3A5842B}"/>
              </a:ext>
            </a:extLst>
          </p:cNvPr>
          <p:cNvSpPr txBox="1"/>
          <p:nvPr/>
        </p:nvSpPr>
        <p:spPr>
          <a:xfrm>
            <a:off x="4633746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Transformation en bytecode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285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37E78486-AA28-54A7-3FB6-F8DBB4B4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420D58E3-37F4-BC9A-6113-1CA3C45D7C0F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5F86C781-092F-E69D-3AC9-6C66C49107CB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BFAAB42B-89AF-5E30-ABA0-56C0EAABA5BC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AB507803-7BB4-59F0-9AA5-BADC6F14DF61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9AA7E811-51A9-2CB9-C5F8-D73D09EE5C43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1">
            <a:extLst>
              <a:ext uri="{FF2B5EF4-FFF2-40B4-BE49-F238E27FC236}">
                <a16:creationId xmlns:a16="http://schemas.microsoft.com/office/drawing/2014/main" id="{49BEEDC4-95A6-7C9D-1545-78DBA46D3EC6}"/>
              </a:ext>
            </a:extLst>
          </p:cNvPr>
          <p:cNvSpPr txBox="1"/>
          <p:nvPr/>
        </p:nvSpPr>
        <p:spPr>
          <a:xfrm>
            <a:off x="4507213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Transformation en bytecode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1">
            <a:extLst>
              <a:ext uri="{FF2B5EF4-FFF2-40B4-BE49-F238E27FC236}">
                <a16:creationId xmlns:a16="http://schemas.microsoft.com/office/drawing/2014/main" id="{94F4E55E-29B7-747B-8518-E990347527EA}"/>
              </a:ext>
            </a:extLst>
          </p:cNvPr>
          <p:cNvSpPr txBox="1"/>
          <p:nvPr/>
        </p:nvSpPr>
        <p:spPr>
          <a:xfrm>
            <a:off x="1566559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51">
            <a:extLst>
              <a:ext uri="{FF2B5EF4-FFF2-40B4-BE49-F238E27FC236}">
                <a16:creationId xmlns:a16="http://schemas.microsoft.com/office/drawing/2014/main" id="{BEB4BEAD-F4A6-84EE-D94F-2BE12CF7BB51}"/>
              </a:ext>
            </a:extLst>
          </p:cNvPr>
          <p:cNvSpPr txBox="1"/>
          <p:nvPr/>
        </p:nvSpPr>
        <p:spPr>
          <a:xfrm>
            <a:off x="3036886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Vérification de la syntaxe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7E9CF8B-8523-C1EF-8381-C6EEEE052638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CD3935B9-C988-53DA-A91D-2FAB73BF1249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32E741A2-F03A-AF7B-9D5D-3D55B674FD44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F8FE1C6B-0977-36DE-6459-81A3235871D4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80636AFE-9156-1EF3-E4F9-66E80EBD815D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C6DD4A13-2630-1DCE-8D30-85630A569BE0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48AE705-6474-8416-13B1-F7111B44830D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145B25FD-4ECD-F546-91DA-5BAA091F15A2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4EF79B7C-3FDC-89F0-6937-421B393C55FC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D0AA7D03-6271-81A9-F923-7A52B7BAE504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3C172599-7B67-CF7E-D8D7-51923E22848F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9C7640A-4225-E3DB-8762-FC6F6DFAC363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924CB95A-C9C0-6683-26EE-5B96FF95888B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77DDA611-A1CA-3A4A-97D0-5BDD320D2850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CD0923D-F2D8-E560-B8C7-80F52C0E4D13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251285D2-D402-E314-D274-407990025175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1519E84B-C24C-E49A-3A0D-A5D519C3F9A1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58BDC580-C307-B2B6-AD29-941A2FA357FF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990A68AD-CD48-7B07-8251-744909AB21CB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11" name="Google Shape;598;p51">
            <a:extLst>
              <a:ext uri="{FF2B5EF4-FFF2-40B4-BE49-F238E27FC236}">
                <a16:creationId xmlns:a16="http://schemas.microsoft.com/office/drawing/2014/main" id="{661E4E64-5137-0DAB-F244-A2D730731598}"/>
              </a:ext>
            </a:extLst>
          </p:cNvPr>
          <p:cNvSpPr txBox="1"/>
          <p:nvPr/>
        </p:nvSpPr>
        <p:spPr>
          <a:xfrm>
            <a:off x="6104073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Compilation JIT en code machine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4786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8556E357-2B7B-2CEF-749F-47B45589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825F934-2302-D822-AC04-CAAE4B6B348D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7B20FEBD-B9FF-417F-8517-ED48FA1593CB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56C2589D-9DC6-1A84-CD65-DCC7426F432D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0B3B4750-D88E-7347-6927-45A83FFC1E54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3619409A-A90A-BCD5-069A-5F78D3FE5F02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1">
            <a:extLst>
              <a:ext uri="{FF2B5EF4-FFF2-40B4-BE49-F238E27FC236}">
                <a16:creationId xmlns:a16="http://schemas.microsoft.com/office/drawing/2014/main" id="{E6C41B81-C44C-3064-E872-BAFBF0246B1E}"/>
              </a:ext>
            </a:extLst>
          </p:cNvPr>
          <p:cNvSpPr txBox="1"/>
          <p:nvPr/>
        </p:nvSpPr>
        <p:spPr>
          <a:xfrm>
            <a:off x="4507213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Transformation en bytecode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1">
            <a:extLst>
              <a:ext uri="{FF2B5EF4-FFF2-40B4-BE49-F238E27FC236}">
                <a16:creationId xmlns:a16="http://schemas.microsoft.com/office/drawing/2014/main" id="{98AA957B-BBE8-6080-346E-AC38CA1FA545}"/>
              </a:ext>
            </a:extLst>
          </p:cNvPr>
          <p:cNvSpPr txBox="1"/>
          <p:nvPr/>
        </p:nvSpPr>
        <p:spPr>
          <a:xfrm>
            <a:off x="1566559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51">
            <a:extLst>
              <a:ext uri="{FF2B5EF4-FFF2-40B4-BE49-F238E27FC236}">
                <a16:creationId xmlns:a16="http://schemas.microsoft.com/office/drawing/2014/main" id="{2078850A-438F-AB58-9C82-DB3D2B61E307}"/>
              </a:ext>
            </a:extLst>
          </p:cNvPr>
          <p:cNvSpPr txBox="1"/>
          <p:nvPr/>
        </p:nvSpPr>
        <p:spPr>
          <a:xfrm>
            <a:off x="3036886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Vérification de la syntaxe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36BF6E1-E1C4-383B-DCBB-C64FB5832BDD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80948659-AEE1-B1FD-10B3-D3D6166C9EB3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EE818831-46FF-DB4F-500E-A11F9D5815DE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1D84A81-324F-7F29-241A-B8A697C5A4C3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F9F75D2D-63C7-3370-7F20-3F665DC1FBD1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F449E69A-52D0-960C-41C7-284DB3EC6B62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FDFC81A-ED72-2695-D8CB-AC94480BCF18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683DA625-86C4-2A97-7622-235AC0195811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A116AB47-EFC6-9C12-DE11-A382089243BC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45F31C37-CADB-0ED7-D3B6-3EB856375A7B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4D1D40EC-4A75-9C1D-78DA-E7B0BFAFF584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AB2FEAE-FE41-CE7B-DE1B-561D033D53C8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DF87C5EC-0EAD-4579-9C2A-E838C7E93527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ACAF750E-8343-A71B-52C2-7421FEA0951E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C001C4D-2783-5307-08DC-BAC1CE3F3AEA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C073E8C0-2F56-7090-4634-4674AFB4D72B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D5A0086E-FB9B-B416-0F8C-972FA755803B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18" name="Google Shape;598;p51">
            <a:extLst>
              <a:ext uri="{FF2B5EF4-FFF2-40B4-BE49-F238E27FC236}">
                <a16:creationId xmlns:a16="http://schemas.microsoft.com/office/drawing/2014/main" id="{E7D3E135-A666-DEFA-DFFD-9EEE3C2BA001}"/>
              </a:ext>
            </a:extLst>
          </p:cNvPr>
          <p:cNvSpPr txBox="1"/>
          <p:nvPr/>
        </p:nvSpPr>
        <p:spPr>
          <a:xfrm>
            <a:off x="5977540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Compilation JIT en code machine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3CEC0F8E-FD41-058C-C317-B7CEF1C72D0B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19D7B1DE-3F3D-D562-6914-864A1A1E71EA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12" name="Google Shape;598;p51">
            <a:extLst>
              <a:ext uri="{FF2B5EF4-FFF2-40B4-BE49-F238E27FC236}">
                <a16:creationId xmlns:a16="http://schemas.microsoft.com/office/drawing/2014/main" id="{E743207D-2F97-67AA-7386-59AC9042C2E5}"/>
              </a:ext>
            </a:extLst>
          </p:cNvPr>
          <p:cNvSpPr txBox="1"/>
          <p:nvPr/>
        </p:nvSpPr>
        <p:spPr>
          <a:xfrm>
            <a:off x="7574400" y="59625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Exécution par le processeur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00188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53FD6D68-C617-47AF-3032-D2407C3C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E76FBCC2-8FEA-FE8C-685F-6D9F7587D7F1}"/>
              </a:ext>
            </a:extLst>
          </p:cNvPr>
          <p:cNvGrpSpPr/>
          <p:nvPr/>
        </p:nvGrpSpPr>
        <p:grpSpPr>
          <a:xfrm>
            <a:off x="427797" y="1234297"/>
            <a:ext cx="699674" cy="1366420"/>
            <a:chOff x="614032" y="1336450"/>
            <a:chExt cx="699674" cy="1366420"/>
          </a:xfrm>
        </p:grpSpPr>
        <p:sp>
          <p:nvSpPr>
            <p:cNvPr id="592" name="Google Shape;592;p51">
              <a:extLst>
                <a:ext uri="{FF2B5EF4-FFF2-40B4-BE49-F238E27FC236}">
                  <a16:creationId xmlns:a16="http://schemas.microsoft.com/office/drawing/2014/main" id="{98E2CA07-E3DA-B09B-E6C4-7C6134C55B73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>
              <a:extLst>
                <a:ext uri="{FF2B5EF4-FFF2-40B4-BE49-F238E27FC236}">
                  <a16:creationId xmlns:a16="http://schemas.microsoft.com/office/drawing/2014/main" id="{6F977A3F-95A9-3AC0-2714-58E1135A3D75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cxnSp>
        <p:nvCxnSpPr>
          <p:cNvPr id="594" name="Google Shape;594;p51">
            <a:extLst>
              <a:ext uri="{FF2B5EF4-FFF2-40B4-BE49-F238E27FC236}">
                <a16:creationId xmlns:a16="http://schemas.microsoft.com/office/drawing/2014/main" id="{326D6310-7978-1A49-B0D4-9B782A5E2D05}"/>
              </a:ext>
            </a:extLst>
          </p:cNvPr>
          <p:cNvCxnSpPr>
            <a:cxnSpLocks/>
          </p:cNvCxnSpPr>
          <p:nvPr/>
        </p:nvCxnSpPr>
        <p:spPr>
          <a:xfrm>
            <a:off x="362857" y="2759017"/>
            <a:ext cx="837474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6" name="Google Shape;596;p51">
            <a:extLst>
              <a:ext uri="{FF2B5EF4-FFF2-40B4-BE49-F238E27FC236}">
                <a16:creationId xmlns:a16="http://schemas.microsoft.com/office/drawing/2014/main" id="{AAB6697F-C9D8-E6E6-9F0B-3F96316F782B}"/>
              </a:ext>
            </a:extLst>
          </p:cNvPr>
          <p:cNvSpPr txBox="1"/>
          <p:nvPr/>
        </p:nvSpPr>
        <p:spPr>
          <a:xfrm>
            <a:off x="96232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Code écrit par le développeur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1">
            <a:extLst>
              <a:ext uri="{FF2B5EF4-FFF2-40B4-BE49-F238E27FC236}">
                <a16:creationId xmlns:a16="http://schemas.microsoft.com/office/drawing/2014/main" id="{9E30A84B-F0D8-4557-B89F-19EF1D25A835}"/>
              </a:ext>
            </a:extLst>
          </p:cNvPr>
          <p:cNvSpPr txBox="1"/>
          <p:nvPr/>
        </p:nvSpPr>
        <p:spPr>
          <a:xfrm>
            <a:off x="4507213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Transformation en bytecode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1">
            <a:extLst>
              <a:ext uri="{FF2B5EF4-FFF2-40B4-BE49-F238E27FC236}">
                <a16:creationId xmlns:a16="http://schemas.microsoft.com/office/drawing/2014/main" id="{974D664E-6FAD-0C59-7774-9974A9D68904}"/>
              </a:ext>
            </a:extLst>
          </p:cNvPr>
          <p:cNvSpPr txBox="1"/>
          <p:nvPr/>
        </p:nvSpPr>
        <p:spPr>
          <a:xfrm>
            <a:off x="1566559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Analyse par le moteur JavaScript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51">
            <a:extLst>
              <a:ext uri="{FF2B5EF4-FFF2-40B4-BE49-F238E27FC236}">
                <a16:creationId xmlns:a16="http://schemas.microsoft.com/office/drawing/2014/main" id="{8091EADD-AF82-89D3-A14A-FCA93E5A7E23}"/>
              </a:ext>
            </a:extLst>
          </p:cNvPr>
          <p:cNvSpPr txBox="1"/>
          <p:nvPr/>
        </p:nvSpPr>
        <p:spPr>
          <a:xfrm>
            <a:off x="3036886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Vérification de la syntaxe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6BF552F-4AC2-6CB1-882B-A6FBF92CF12F}"/>
              </a:ext>
            </a:extLst>
          </p:cNvPr>
          <p:cNvGrpSpPr/>
          <p:nvPr/>
        </p:nvGrpSpPr>
        <p:grpSpPr>
          <a:xfrm>
            <a:off x="1949823" y="1234297"/>
            <a:ext cx="699674" cy="1366420"/>
            <a:chOff x="2002559" y="1326678"/>
            <a:chExt cx="699674" cy="1366420"/>
          </a:xfrm>
        </p:grpSpPr>
        <p:sp>
          <p:nvSpPr>
            <p:cNvPr id="603" name="Google Shape;603;p51">
              <a:extLst>
                <a:ext uri="{FF2B5EF4-FFF2-40B4-BE49-F238E27FC236}">
                  <a16:creationId xmlns:a16="http://schemas.microsoft.com/office/drawing/2014/main" id="{3194D934-96E6-3026-9C93-4E73DB8F7AC5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>
              <a:extLst>
                <a:ext uri="{FF2B5EF4-FFF2-40B4-BE49-F238E27FC236}">
                  <a16:creationId xmlns:a16="http://schemas.microsoft.com/office/drawing/2014/main" id="{7491EA9A-8CF7-7A52-DF3C-8B4642B32AB3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F40625E-5104-DF82-3846-4518ACBAFBE7}"/>
              </a:ext>
            </a:extLst>
          </p:cNvPr>
          <p:cNvGrpSpPr/>
          <p:nvPr/>
        </p:nvGrpSpPr>
        <p:grpSpPr>
          <a:xfrm>
            <a:off x="3471849" y="1234297"/>
            <a:ext cx="699674" cy="1366420"/>
            <a:chOff x="3387251" y="1326678"/>
            <a:chExt cx="699674" cy="1366420"/>
          </a:xfrm>
        </p:grpSpPr>
        <p:sp>
          <p:nvSpPr>
            <p:cNvPr id="605" name="Google Shape;605;p51">
              <a:extLst>
                <a:ext uri="{FF2B5EF4-FFF2-40B4-BE49-F238E27FC236}">
                  <a16:creationId xmlns:a16="http://schemas.microsoft.com/office/drawing/2014/main" id="{B46CC1C7-43D7-9073-A785-F8188A3557FF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>
              <a:extLst>
                <a:ext uri="{FF2B5EF4-FFF2-40B4-BE49-F238E27FC236}">
                  <a16:creationId xmlns:a16="http://schemas.microsoft.com/office/drawing/2014/main" id="{D9ED410C-5C9F-B2C0-067C-4802B7C7C6CD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7E64E09-B1C4-BFFC-7005-0B5B52C992C8}"/>
              </a:ext>
            </a:extLst>
          </p:cNvPr>
          <p:cNvGrpSpPr/>
          <p:nvPr/>
        </p:nvGrpSpPr>
        <p:grpSpPr>
          <a:xfrm>
            <a:off x="4993875" y="1234297"/>
            <a:ext cx="699674" cy="1366420"/>
            <a:chOff x="5598953" y="1326678"/>
            <a:chExt cx="699674" cy="1366420"/>
          </a:xfrm>
        </p:grpSpPr>
        <p:sp>
          <p:nvSpPr>
            <p:cNvPr id="607" name="Google Shape;607;p51">
              <a:extLst>
                <a:ext uri="{FF2B5EF4-FFF2-40B4-BE49-F238E27FC236}">
                  <a16:creationId xmlns:a16="http://schemas.microsoft.com/office/drawing/2014/main" id="{C7600619-D8EB-8823-5715-A2E5A20679F6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>
              <a:extLst>
                <a:ext uri="{FF2B5EF4-FFF2-40B4-BE49-F238E27FC236}">
                  <a16:creationId xmlns:a16="http://schemas.microsoft.com/office/drawing/2014/main" id="{94A822A6-294C-6FBB-7C58-9C172DEF6747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609" name="Google Shape;609;p51">
            <a:extLst>
              <a:ext uri="{FF2B5EF4-FFF2-40B4-BE49-F238E27FC236}">
                <a16:creationId xmlns:a16="http://schemas.microsoft.com/office/drawing/2014/main" id="{45CC515F-FCDA-9DCF-E27E-DFE203E58F27}"/>
              </a:ext>
            </a:extLst>
          </p:cNvPr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>
            <a:extLst>
              <a:ext uri="{FF2B5EF4-FFF2-40B4-BE49-F238E27FC236}">
                <a16:creationId xmlns:a16="http://schemas.microsoft.com/office/drawing/2014/main" id="{82D8E360-D1A4-83BF-5F10-5BCF78165983}"/>
              </a:ext>
            </a:extLst>
          </p:cNvPr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EB8C39B-DA30-C0E8-1EBB-665ABE330C7D}"/>
              </a:ext>
            </a:extLst>
          </p:cNvPr>
          <p:cNvGrpSpPr/>
          <p:nvPr/>
        </p:nvGrpSpPr>
        <p:grpSpPr>
          <a:xfrm>
            <a:off x="6515901" y="1234297"/>
            <a:ext cx="699674" cy="1366420"/>
            <a:chOff x="6425964" y="1336450"/>
            <a:chExt cx="699674" cy="1366420"/>
          </a:xfrm>
        </p:grpSpPr>
        <p:sp>
          <p:nvSpPr>
            <p:cNvPr id="5" name="Google Shape;605;p51">
              <a:extLst>
                <a:ext uri="{FF2B5EF4-FFF2-40B4-BE49-F238E27FC236}">
                  <a16:creationId xmlns:a16="http://schemas.microsoft.com/office/drawing/2014/main" id="{4BCAF3F1-6215-9F06-0568-DDD268E6154B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6;p51">
              <a:extLst>
                <a:ext uri="{FF2B5EF4-FFF2-40B4-BE49-F238E27FC236}">
                  <a16:creationId xmlns:a16="http://schemas.microsoft.com/office/drawing/2014/main" id="{65E01033-CB13-9DB4-0261-4F58A8EAC5AF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B9D9245-7864-BA51-F5DB-6BCE3D7CE428}"/>
              </a:ext>
            </a:extLst>
          </p:cNvPr>
          <p:cNvGrpSpPr/>
          <p:nvPr/>
        </p:nvGrpSpPr>
        <p:grpSpPr>
          <a:xfrm>
            <a:off x="8037926" y="1234297"/>
            <a:ext cx="699674" cy="1366420"/>
            <a:chOff x="8224161" y="1336450"/>
            <a:chExt cx="699674" cy="1366420"/>
          </a:xfrm>
        </p:grpSpPr>
        <p:sp>
          <p:nvSpPr>
            <p:cNvPr id="7" name="Google Shape;607;p51">
              <a:extLst>
                <a:ext uri="{FF2B5EF4-FFF2-40B4-BE49-F238E27FC236}">
                  <a16:creationId xmlns:a16="http://schemas.microsoft.com/office/drawing/2014/main" id="{175E5CF5-6891-EE8C-C864-A839581E7011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08;p51">
              <a:extLst>
                <a:ext uri="{FF2B5EF4-FFF2-40B4-BE49-F238E27FC236}">
                  <a16:creationId xmlns:a16="http://schemas.microsoft.com/office/drawing/2014/main" id="{780811D8-3E16-8BA0-6763-5F243F594A59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18" name="Google Shape;598;p51">
            <a:extLst>
              <a:ext uri="{FF2B5EF4-FFF2-40B4-BE49-F238E27FC236}">
                <a16:creationId xmlns:a16="http://schemas.microsoft.com/office/drawing/2014/main" id="{92ED229B-AC80-F74F-E505-6EF834FF48AC}"/>
              </a:ext>
            </a:extLst>
          </p:cNvPr>
          <p:cNvSpPr txBox="1"/>
          <p:nvPr/>
        </p:nvSpPr>
        <p:spPr>
          <a:xfrm>
            <a:off x="5977540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Compilation JIT en code machine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598;p51">
            <a:extLst>
              <a:ext uri="{FF2B5EF4-FFF2-40B4-BE49-F238E27FC236}">
                <a16:creationId xmlns:a16="http://schemas.microsoft.com/office/drawing/2014/main" id="{05C2B505-35EF-B1B8-D6CA-A6CB8BD552B7}"/>
              </a:ext>
            </a:extLst>
          </p:cNvPr>
          <p:cNvSpPr txBox="1"/>
          <p:nvPr/>
        </p:nvSpPr>
        <p:spPr>
          <a:xfrm>
            <a:off x="7447867" y="2952633"/>
            <a:ext cx="15696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Exécution par le processeur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82;p36">
            <a:extLst>
              <a:ext uri="{FF2B5EF4-FFF2-40B4-BE49-F238E27FC236}">
                <a16:creationId xmlns:a16="http://schemas.microsoft.com/office/drawing/2014/main" id="{E40EC267-116A-AF60-227B-13FB58ED35B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21" name="Google Shape;301;p38">
            <a:extLst>
              <a:ext uri="{FF2B5EF4-FFF2-40B4-BE49-F238E27FC236}">
                <a16:creationId xmlns:a16="http://schemas.microsoft.com/office/drawing/2014/main" id="{7163B800-8DA0-4686-2928-54BEB127EA99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pic>
        <p:nvPicPr>
          <p:cNvPr id="3" name="Google Shape;240;p33">
            <a:extLst>
              <a:ext uri="{FF2B5EF4-FFF2-40B4-BE49-F238E27FC236}">
                <a16:creationId xmlns:a16="http://schemas.microsoft.com/office/drawing/2014/main" id="{A43799D1-BE88-EB9E-E821-728C236C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301591" y="101770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EF2F22AD-AFD7-C58D-AAD6-06027326D232}"/>
              </a:ext>
            </a:extLst>
          </p:cNvPr>
          <p:cNvSpPr txBox="1">
            <a:spLocks/>
          </p:cNvSpPr>
          <p:nvPr/>
        </p:nvSpPr>
        <p:spPr>
          <a:xfrm>
            <a:off x="-1536877" y="539500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0" name="Google Shape;242;p33">
            <a:extLst>
              <a:ext uri="{FF2B5EF4-FFF2-40B4-BE49-F238E27FC236}">
                <a16:creationId xmlns:a16="http://schemas.microsoft.com/office/drawing/2014/main" id="{95517B6F-C7C1-4113-8925-922447913107}"/>
              </a:ext>
            </a:extLst>
          </p:cNvPr>
          <p:cNvSpPr>
            <a:spLocks noChangeAspect="1"/>
          </p:cNvSpPr>
          <p:nvPr/>
        </p:nvSpPr>
        <p:spPr>
          <a:xfrm>
            <a:off x="1395331" y="5865256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2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5542782A-547F-6F61-233A-F71DD99A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B090FFCC-6539-64B3-07AB-CE73AC8D9F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C4B57D3B-95D7-45CC-F0BA-45D8CDFBA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074" y="1344258"/>
            <a:ext cx="5216015" cy="29037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Avantages et Inconvénients des Langages interprétés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EA5F2DBF-2C8F-0729-59DB-7ED17FBD4505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3008536D-1C60-DB24-7075-B3580529B531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5A77EE46-8A45-E16C-3FF7-A6271DA0E702}"/>
              </a:ext>
            </a:extLst>
          </p:cNvPr>
          <p:cNvSpPr>
            <a:spLocks noChangeAspect="1"/>
          </p:cNvSpPr>
          <p:nvPr/>
        </p:nvSpPr>
        <p:spPr>
          <a:xfrm>
            <a:off x="1523349" y="4095450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AF8137D9-DEC8-3602-5C5E-E0F5E6FBBCF7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070E8F6A-22C9-465C-75F7-6E87D41158DD}"/>
              </a:ext>
            </a:extLst>
          </p:cNvPr>
          <p:cNvSpPr/>
          <p:nvPr/>
        </p:nvSpPr>
        <p:spPr>
          <a:xfrm>
            <a:off x="10235303" y="76880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14873D0C-072A-E377-C55C-0EAB1F884ACE}"/>
              </a:ext>
            </a:extLst>
          </p:cNvPr>
          <p:cNvSpPr txBox="1">
            <a:spLocks/>
          </p:cNvSpPr>
          <p:nvPr/>
        </p:nvSpPr>
        <p:spPr>
          <a:xfrm>
            <a:off x="263074" y="485676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8E0CE461-78F1-08DA-571B-17B1254E6EB6}"/>
              </a:ext>
            </a:extLst>
          </p:cNvPr>
          <p:cNvGrpSpPr/>
          <p:nvPr/>
        </p:nvGrpSpPr>
        <p:grpSpPr>
          <a:xfrm>
            <a:off x="-21244581" y="946450"/>
            <a:ext cx="699674" cy="1366420"/>
            <a:chOff x="614032" y="1336450"/>
            <a:chExt cx="699674" cy="1366420"/>
          </a:xfrm>
        </p:grpSpPr>
        <p:sp>
          <p:nvSpPr>
            <p:cNvPr id="31" name="Google Shape;592;p51">
              <a:extLst>
                <a:ext uri="{FF2B5EF4-FFF2-40B4-BE49-F238E27FC236}">
                  <a16:creationId xmlns:a16="http://schemas.microsoft.com/office/drawing/2014/main" id="{77EBC501-5F0B-FE39-E68B-08F95FF0B99D}"/>
                </a:ext>
              </a:extLst>
            </p:cNvPr>
            <p:cNvSpPr/>
            <p:nvPr/>
          </p:nvSpPr>
          <p:spPr>
            <a:xfrm>
              <a:off x="614032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3;p51">
              <a:extLst>
                <a:ext uri="{FF2B5EF4-FFF2-40B4-BE49-F238E27FC236}">
                  <a16:creationId xmlns:a16="http://schemas.microsoft.com/office/drawing/2014/main" id="{19281B73-647D-75BF-CA97-08256213B3F8}"/>
                </a:ext>
              </a:extLst>
            </p:cNvPr>
            <p:cNvSpPr/>
            <p:nvPr/>
          </p:nvSpPr>
          <p:spPr>
            <a:xfrm>
              <a:off x="656721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01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5CDAF7B5-370D-197E-1C70-F5B11FB4F258}"/>
              </a:ext>
            </a:extLst>
          </p:cNvPr>
          <p:cNvGrpSpPr/>
          <p:nvPr/>
        </p:nvGrpSpPr>
        <p:grpSpPr>
          <a:xfrm>
            <a:off x="-11480174" y="1048050"/>
            <a:ext cx="699674" cy="1366420"/>
            <a:chOff x="2002559" y="1326678"/>
            <a:chExt cx="699674" cy="1366420"/>
          </a:xfrm>
        </p:grpSpPr>
        <p:sp>
          <p:nvSpPr>
            <p:cNvPr id="34" name="Google Shape;603;p51">
              <a:extLst>
                <a:ext uri="{FF2B5EF4-FFF2-40B4-BE49-F238E27FC236}">
                  <a16:creationId xmlns:a16="http://schemas.microsoft.com/office/drawing/2014/main" id="{F9DCC51C-12C4-0688-CA7F-51E49B505EDA}"/>
                </a:ext>
              </a:extLst>
            </p:cNvPr>
            <p:cNvSpPr/>
            <p:nvPr/>
          </p:nvSpPr>
          <p:spPr>
            <a:xfrm>
              <a:off x="2002559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4;p51">
              <a:extLst>
                <a:ext uri="{FF2B5EF4-FFF2-40B4-BE49-F238E27FC236}">
                  <a16:creationId xmlns:a16="http://schemas.microsoft.com/office/drawing/2014/main" id="{88ED0CC3-22EA-B791-BF8D-E0E82DE02733}"/>
                </a:ext>
              </a:extLst>
            </p:cNvPr>
            <p:cNvSpPr/>
            <p:nvPr/>
          </p:nvSpPr>
          <p:spPr>
            <a:xfrm>
              <a:off x="2045248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02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2E2EFD6-52A8-97AE-DD6C-628235BF783E}"/>
              </a:ext>
            </a:extLst>
          </p:cNvPr>
          <p:cNvGrpSpPr/>
          <p:nvPr/>
        </p:nvGrpSpPr>
        <p:grpSpPr>
          <a:xfrm>
            <a:off x="-1616949" y="1281446"/>
            <a:ext cx="699674" cy="1366420"/>
            <a:chOff x="3387251" y="1326678"/>
            <a:chExt cx="699674" cy="1366420"/>
          </a:xfrm>
        </p:grpSpPr>
        <p:sp>
          <p:nvSpPr>
            <p:cNvPr id="37" name="Google Shape;605;p51">
              <a:extLst>
                <a:ext uri="{FF2B5EF4-FFF2-40B4-BE49-F238E27FC236}">
                  <a16:creationId xmlns:a16="http://schemas.microsoft.com/office/drawing/2014/main" id="{C48510E5-BA62-B345-5617-6F4D2CF0B763}"/>
                </a:ext>
              </a:extLst>
            </p:cNvPr>
            <p:cNvSpPr/>
            <p:nvPr/>
          </p:nvSpPr>
          <p:spPr>
            <a:xfrm>
              <a:off x="3387251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6;p51">
              <a:extLst>
                <a:ext uri="{FF2B5EF4-FFF2-40B4-BE49-F238E27FC236}">
                  <a16:creationId xmlns:a16="http://schemas.microsoft.com/office/drawing/2014/main" id="{566829DC-8176-8EA4-EE99-66234B44A689}"/>
                </a:ext>
              </a:extLst>
            </p:cNvPr>
            <p:cNvSpPr/>
            <p:nvPr/>
          </p:nvSpPr>
          <p:spPr>
            <a:xfrm>
              <a:off x="3429940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03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622D6237-B73B-D995-6C95-C17131F50DFB}"/>
              </a:ext>
            </a:extLst>
          </p:cNvPr>
          <p:cNvGrpSpPr/>
          <p:nvPr/>
        </p:nvGrpSpPr>
        <p:grpSpPr>
          <a:xfrm>
            <a:off x="10117000" y="1374576"/>
            <a:ext cx="699674" cy="1366420"/>
            <a:chOff x="5598953" y="1326678"/>
            <a:chExt cx="699674" cy="1366420"/>
          </a:xfrm>
        </p:grpSpPr>
        <p:sp>
          <p:nvSpPr>
            <p:cNvPr id="40" name="Google Shape;607;p51">
              <a:extLst>
                <a:ext uri="{FF2B5EF4-FFF2-40B4-BE49-F238E27FC236}">
                  <a16:creationId xmlns:a16="http://schemas.microsoft.com/office/drawing/2014/main" id="{256ED06B-3406-9A09-A2EF-6B693F106778}"/>
                </a:ext>
              </a:extLst>
            </p:cNvPr>
            <p:cNvSpPr/>
            <p:nvPr/>
          </p:nvSpPr>
          <p:spPr>
            <a:xfrm>
              <a:off x="5598953" y="1326678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8;p51">
              <a:extLst>
                <a:ext uri="{FF2B5EF4-FFF2-40B4-BE49-F238E27FC236}">
                  <a16:creationId xmlns:a16="http://schemas.microsoft.com/office/drawing/2014/main" id="{55E61F4F-FBFB-8D55-E256-3D02F58F97B2}"/>
                </a:ext>
              </a:extLst>
            </p:cNvPr>
            <p:cNvSpPr/>
            <p:nvPr/>
          </p:nvSpPr>
          <p:spPr>
            <a:xfrm>
              <a:off x="5641642" y="1373827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04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E51552F7-E158-5D30-8E22-5EBB43141399}"/>
              </a:ext>
            </a:extLst>
          </p:cNvPr>
          <p:cNvGrpSpPr/>
          <p:nvPr/>
        </p:nvGrpSpPr>
        <p:grpSpPr>
          <a:xfrm>
            <a:off x="19980225" y="1374576"/>
            <a:ext cx="699674" cy="1366420"/>
            <a:chOff x="6425964" y="1336450"/>
            <a:chExt cx="699674" cy="1366420"/>
          </a:xfrm>
        </p:grpSpPr>
        <p:sp>
          <p:nvSpPr>
            <p:cNvPr id="43" name="Google Shape;605;p51">
              <a:extLst>
                <a:ext uri="{FF2B5EF4-FFF2-40B4-BE49-F238E27FC236}">
                  <a16:creationId xmlns:a16="http://schemas.microsoft.com/office/drawing/2014/main" id="{0BBEF9FE-F7F3-FD98-BC8D-A83006C255C5}"/>
                </a:ext>
              </a:extLst>
            </p:cNvPr>
            <p:cNvSpPr/>
            <p:nvPr/>
          </p:nvSpPr>
          <p:spPr>
            <a:xfrm>
              <a:off x="6425964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6;p51">
              <a:extLst>
                <a:ext uri="{FF2B5EF4-FFF2-40B4-BE49-F238E27FC236}">
                  <a16:creationId xmlns:a16="http://schemas.microsoft.com/office/drawing/2014/main" id="{6F34E688-4487-42BF-249C-BA83FE7E9B07}"/>
                </a:ext>
              </a:extLst>
            </p:cNvPr>
            <p:cNvSpPr/>
            <p:nvPr/>
          </p:nvSpPr>
          <p:spPr>
            <a:xfrm>
              <a:off x="6468653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05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154C03D7-F3A0-2717-7A4F-81953BD5C35B}"/>
              </a:ext>
            </a:extLst>
          </p:cNvPr>
          <p:cNvGrpSpPr/>
          <p:nvPr/>
        </p:nvGrpSpPr>
        <p:grpSpPr>
          <a:xfrm>
            <a:off x="29843450" y="1281446"/>
            <a:ext cx="699674" cy="1366420"/>
            <a:chOff x="8224161" y="1336450"/>
            <a:chExt cx="699674" cy="1366420"/>
          </a:xfrm>
        </p:grpSpPr>
        <p:sp>
          <p:nvSpPr>
            <p:cNvPr id="46" name="Google Shape;607;p51">
              <a:extLst>
                <a:ext uri="{FF2B5EF4-FFF2-40B4-BE49-F238E27FC236}">
                  <a16:creationId xmlns:a16="http://schemas.microsoft.com/office/drawing/2014/main" id="{AF28954A-1CFA-983F-41AD-ABF487E436CD}"/>
                </a:ext>
              </a:extLst>
            </p:cNvPr>
            <p:cNvSpPr/>
            <p:nvPr/>
          </p:nvSpPr>
          <p:spPr>
            <a:xfrm>
              <a:off x="8224161" y="1336450"/>
              <a:ext cx="699674" cy="1366420"/>
            </a:xfrm>
            <a:custGeom>
              <a:avLst/>
              <a:gdLst/>
              <a:ahLst/>
              <a:cxnLst/>
              <a:rect l="l" t="t" r="r" b="b"/>
              <a:pathLst>
                <a:path w="24160" h="47183" extrusionOk="0">
                  <a:moveTo>
                    <a:pt x="12080" y="47183"/>
                  </a:moveTo>
                  <a:lnTo>
                    <a:pt x="10020" y="17166"/>
                  </a:lnTo>
                  <a:lnTo>
                    <a:pt x="4431" y="17166"/>
                  </a:lnTo>
                  <a:cubicBezTo>
                    <a:pt x="1993" y="17166"/>
                    <a:pt x="0" y="15173"/>
                    <a:pt x="0" y="12738"/>
                  </a:cubicBezTo>
                  <a:lnTo>
                    <a:pt x="0" y="4431"/>
                  </a:lnTo>
                  <a:cubicBezTo>
                    <a:pt x="0" y="1994"/>
                    <a:pt x="1993" y="1"/>
                    <a:pt x="4431" y="1"/>
                  </a:cubicBezTo>
                  <a:lnTo>
                    <a:pt x="19732" y="1"/>
                  </a:lnTo>
                  <a:cubicBezTo>
                    <a:pt x="22167" y="1"/>
                    <a:pt x="24160" y="1994"/>
                    <a:pt x="24160" y="4431"/>
                  </a:cubicBezTo>
                  <a:lnTo>
                    <a:pt x="24160" y="12738"/>
                  </a:lnTo>
                  <a:cubicBezTo>
                    <a:pt x="24160" y="15173"/>
                    <a:pt x="22167" y="17166"/>
                    <a:pt x="19732" y="17166"/>
                  </a:cubicBezTo>
                  <a:lnTo>
                    <a:pt x="14142" y="171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08;p51">
              <a:extLst>
                <a:ext uri="{FF2B5EF4-FFF2-40B4-BE49-F238E27FC236}">
                  <a16:creationId xmlns:a16="http://schemas.microsoft.com/office/drawing/2014/main" id="{6A046F0A-6E9F-7D15-ACAD-4E0AB32C4970}"/>
                </a:ext>
              </a:extLst>
            </p:cNvPr>
            <p:cNvSpPr/>
            <p:nvPr/>
          </p:nvSpPr>
          <p:spPr>
            <a:xfrm>
              <a:off x="8266850" y="1383599"/>
              <a:ext cx="614300" cy="402920"/>
            </a:xfrm>
            <a:custGeom>
              <a:avLst/>
              <a:gdLst/>
              <a:ahLst/>
              <a:cxnLst/>
              <a:rect l="l" t="t" r="r" b="b"/>
              <a:pathLst>
                <a:path w="21212" h="13913" extrusionOk="0">
                  <a:moveTo>
                    <a:pt x="2971" y="0"/>
                  </a:moveTo>
                  <a:cubicBezTo>
                    <a:pt x="1324" y="0"/>
                    <a:pt x="1" y="1324"/>
                    <a:pt x="1" y="2971"/>
                  </a:cubicBezTo>
                  <a:lnTo>
                    <a:pt x="1" y="10943"/>
                  </a:lnTo>
                  <a:cubicBezTo>
                    <a:pt x="1" y="12589"/>
                    <a:pt x="1324" y="13913"/>
                    <a:pt x="2971" y="13913"/>
                  </a:cubicBezTo>
                  <a:lnTo>
                    <a:pt x="18241" y="13913"/>
                  </a:lnTo>
                  <a:cubicBezTo>
                    <a:pt x="19887" y="13913"/>
                    <a:pt x="21211" y="12589"/>
                    <a:pt x="21211" y="10943"/>
                  </a:cubicBezTo>
                  <a:lnTo>
                    <a:pt x="21211" y="2971"/>
                  </a:lnTo>
                  <a:cubicBezTo>
                    <a:pt x="21211" y="1324"/>
                    <a:pt x="19887" y="0"/>
                    <a:pt x="18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accent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06</a:t>
              </a:r>
              <a:endParaRPr sz="23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3686DD15-2EAE-B0E6-E9B8-4EFCFDADBE90}"/>
              </a:ext>
            </a:extLst>
          </p:cNvPr>
          <p:cNvSpPr txBox="1">
            <a:spLocks/>
          </p:cNvSpPr>
          <p:nvPr/>
        </p:nvSpPr>
        <p:spPr>
          <a:xfrm>
            <a:off x="623816" y="-1101686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Fonctionnement de JavaScript</a:t>
            </a:r>
          </a:p>
        </p:txBody>
      </p:sp>
      <p:sp>
        <p:nvSpPr>
          <p:cNvPr id="3" name="Google Shape;301;p38">
            <a:extLst>
              <a:ext uri="{FF2B5EF4-FFF2-40B4-BE49-F238E27FC236}">
                <a16:creationId xmlns:a16="http://schemas.microsoft.com/office/drawing/2014/main" id="{7C733431-3792-17F0-1A5F-39CF8CDF8E04}"/>
              </a:ext>
            </a:extLst>
          </p:cNvPr>
          <p:cNvSpPr txBox="1">
            <a:spLocks/>
          </p:cNvSpPr>
          <p:nvPr/>
        </p:nvSpPr>
        <p:spPr>
          <a:xfrm>
            <a:off x="0" y="-118373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4" name="Google Shape;414;p44">
            <a:extLst>
              <a:ext uri="{FF2B5EF4-FFF2-40B4-BE49-F238E27FC236}">
                <a16:creationId xmlns:a16="http://schemas.microsoft.com/office/drawing/2014/main" id="{C46C840D-5A36-6B3D-2A6E-B9BCE5388F55}"/>
              </a:ext>
            </a:extLst>
          </p:cNvPr>
          <p:cNvSpPr/>
          <p:nvPr/>
        </p:nvSpPr>
        <p:spPr>
          <a:xfrm>
            <a:off x="-1409660" y="2414470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6C1FAA-5FA1-8752-D9C4-09258AA4D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4762" y="2559368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7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/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77847089-09CC-07E6-00E9-748D6A4DDAB1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9DCE9F56-986E-0C43-F3D5-F3B37830C737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E2E628C-6B20-15E9-13D5-B65AB4DCC409}"/>
              </a:ext>
            </a:extLst>
          </p:cNvPr>
          <p:cNvSpPr txBox="1"/>
          <p:nvPr/>
        </p:nvSpPr>
        <p:spPr>
          <a:xfrm>
            <a:off x="-5684175" y="1116221"/>
            <a:ext cx="46672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Inconvénients des </a:t>
            </a:r>
            <a:endParaRPr lang="fr-FR"/>
          </a:p>
        </p:txBody>
      </p: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C6AD3D31-A404-EF15-05E4-7BFA42E4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272146" y="1101534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F6ECA16-6AE2-D58C-BBD8-90E9DAAF3D4A}"/>
              </a:ext>
            </a:extLst>
          </p:cNvPr>
          <p:cNvSpPr txBox="1"/>
          <p:nvPr/>
        </p:nvSpPr>
        <p:spPr>
          <a:xfrm>
            <a:off x="9833515" y="1008499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sp>
        <p:nvSpPr>
          <p:cNvPr id="35" name="Google Shape;414;p44">
            <a:extLst>
              <a:ext uri="{FF2B5EF4-FFF2-40B4-BE49-F238E27FC236}">
                <a16:creationId xmlns:a16="http://schemas.microsoft.com/office/drawing/2014/main" id="{468BBE33-6E2A-22BB-A8FA-D0A266BC60AA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0DB1E7B2-BFBA-2FC4-F05D-4A8E04EE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6CFA096D-44F4-D0E2-7B44-F707D3CFCCA0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F5DF459C-0E51-A016-F29E-AA30F229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F2004565-EAC4-0A7F-CF87-616DF1279397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E948EDB9-50B7-94DD-B899-4E0E761E2B39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B8D586AC-F081-6DCE-368A-9E8D9ECDD068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B1C04076-C2E6-4AE2-27C5-9C3CB7021C7D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EF9B246-ABEC-56D8-418B-F3E64D75A4DF}"/>
              </a:ext>
            </a:extLst>
          </p:cNvPr>
          <p:cNvSpPr txBox="1"/>
          <p:nvPr/>
        </p:nvSpPr>
        <p:spPr>
          <a:xfrm>
            <a:off x="-5684175" y="1116221"/>
            <a:ext cx="46672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Inconvénients des </a:t>
            </a:r>
            <a:endParaRPr lang="fr-FR"/>
          </a:p>
        </p:txBody>
      </p: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92DFE80A-EECA-2185-4769-9D40680320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272146" y="1101534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EFCB3F3-FF99-ECA9-792E-1D044286ACAA}"/>
              </a:ext>
            </a:extLst>
          </p:cNvPr>
          <p:cNvSpPr txBox="1"/>
          <p:nvPr/>
        </p:nvSpPr>
        <p:spPr>
          <a:xfrm>
            <a:off x="9833515" y="1943793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82F65A2-0714-7BC8-89CF-E31CF2F0724B}"/>
              </a:ext>
            </a:extLst>
          </p:cNvPr>
          <p:cNvSpPr txBox="1"/>
          <p:nvPr/>
        </p:nvSpPr>
        <p:spPr>
          <a:xfrm>
            <a:off x="5055037" y="970893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sp>
        <p:nvSpPr>
          <p:cNvPr id="2" name="Google Shape;414;p44">
            <a:extLst>
              <a:ext uri="{FF2B5EF4-FFF2-40B4-BE49-F238E27FC236}">
                <a16:creationId xmlns:a16="http://schemas.microsoft.com/office/drawing/2014/main" id="{7843B9E2-FFB5-CC90-828A-AA35DA7A19A7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9C70F44-528F-63DB-B6A7-E2A2665E1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35EDA01-D323-F295-5C5D-4BBA372FBFF1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8078F34B-6D50-CBBA-ABF9-0EB74B77CE5F}"/>
              </a:ext>
            </a:extLst>
          </p:cNvPr>
          <p:cNvCxnSpPr>
            <a:stCxn id="5" idx="3"/>
            <a:endCxn id="23" idx="1"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015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640E5E3B-B183-E193-C2F3-F4795874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49C1CFE1-AF18-F740-AFCB-75A2FB69F24F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B467D265-5E48-098C-4F61-F24C3455EC92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480AE104-0106-1E7D-ED3B-AE08035B014F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F0EE2591-C2CE-1E29-F716-233937098056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8340744-E588-FD7B-77B6-5B0649EB0897}"/>
              </a:ext>
            </a:extLst>
          </p:cNvPr>
          <p:cNvSpPr txBox="1"/>
          <p:nvPr/>
        </p:nvSpPr>
        <p:spPr>
          <a:xfrm>
            <a:off x="5055037" y="197803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67B63AA-97B1-2EA3-D759-00EF42A03414}"/>
              </a:ext>
            </a:extLst>
          </p:cNvPr>
          <p:cNvSpPr txBox="1"/>
          <p:nvPr/>
        </p:nvSpPr>
        <p:spPr>
          <a:xfrm>
            <a:off x="10039992" y="257175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Facile à tester et modifier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85F8131-D098-F79D-FC2E-E2B7D0B6170F}"/>
              </a:ext>
            </a:extLst>
          </p:cNvPr>
          <p:cNvSpPr txBox="1"/>
          <p:nvPr/>
        </p:nvSpPr>
        <p:spPr>
          <a:xfrm>
            <a:off x="5055037" y="970893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sp>
        <p:nvSpPr>
          <p:cNvPr id="9" name="Google Shape;414;p44">
            <a:extLst>
              <a:ext uri="{FF2B5EF4-FFF2-40B4-BE49-F238E27FC236}">
                <a16:creationId xmlns:a16="http://schemas.microsoft.com/office/drawing/2014/main" id="{145890C7-195C-09A2-8660-C37DF7135EE2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CF90C26-E985-C0DC-AD2F-A932988AE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EC863A3-5556-161D-39E1-84A673A0A347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F47EDA2F-327F-4593-514E-C9E0489A37CA}"/>
              </a:ext>
            </a:extLst>
          </p:cNvPr>
          <p:cNvCxnSpPr/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E9C90A97-5B0C-9C27-3089-B3E8775E87C1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 flipV="1">
            <a:off x="4088964" y="2208870"/>
            <a:ext cx="966073" cy="6378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068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99139A36-C201-D174-3E47-DB7E9A3D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52FA04A8-EDD0-5C00-401F-0A4D50F8F483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6A7124E6-87F7-79DB-7AB5-56F33CA0E956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3776D423-CD0A-FFCE-0793-AECEBB84E3A2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8147032D-9355-010D-1237-7F9B3336DCD7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E68E75B-0389-08C9-7A1D-3B9EF42D9425}"/>
              </a:ext>
            </a:extLst>
          </p:cNvPr>
          <p:cNvSpPr txBox="1"/>
          <p:nvPr/>
        </p:nvSpPr>
        <p:spPr>
          <a:xfrm>
            <a:off x="5055037" y="197803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4879933-F3BE-E3D1-B082-9F2FF4BE1A14}"/>
              </a:ext>
            </a:extLst>
          </p:cNvPr>
          <p:cNvSpPr txBox="1"/>
          <p:nvPr/>
        </p:nvSpPr>
        <p:spPr>
          <a:xfrm>
            <a:off x="5055037" y="261584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Facile à tester et modifier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54D21FA-48FD-2757-EDE3-95E2199A5153}"/>
              </a:ext>
            </a:extLst>
          </p:cNvPr>
          <p:cNvSpPr txBox="1"/>
          <p:nvPr/>
        </p:nvSpPr>
        <p:spPr>
          <a:xfrm>
            <a:off x="9833514" y="3164146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Compatible avec plusieurs plateformes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A127CDA-ABBB-D1FB-247A-891D4E5E7EC1}"/>
              </a:ext>
            </a:extLst>
          </p:cNvPr>
          <p:cNvSpPr txBox="1"/>
          <p:nvPr/>
        </p:nvSpPr>
        <p:spPr>
          <a:xfrm>
            <a:off x="5055037" y="970893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sp>
        <p:nvSpPr>
          <p:cNvPr id="13" name="Google Shape;414;p44">
            <a:extLst>
              <a:ext uri="{FF2B5EF4-FFF2-40B4-BE49-F238E27FC236}">
                <a16:creationId xmlns:a16="http://schemas.microsoft.com/office/drawing/2014/main" id="{C44D8AA9-B0B6-26FC-B4E6-D615E463B3FA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BCEB3B0-F335-6E13-7564-2E595C852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8B74E40-EF2D-3075-33DC-E8D63A05A26F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89AA8696-F4F7-05B8-50E0-673C9D81F52E}"/>
              </a:ext>
            </a:extLst>
          </p:cNvPr>
          <p:cNvCxnSpPr/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380033CC-BAA9-CF13-7052-FF400CA4DCED}"/>
              </a:ext>
            </a:extLst>
          </p:cNvPr>
          <p:cNvCxnSpPr/>
          <p:nvPr/>
        </p:nvCxnSpPr>
        <p:spPr>
          <a:xfrm flipV="1">
            <a:off x="4088964" y="2208870"/>
            <a:ext cx="966073" cy="6378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D60F3663-5A43-BFE1-57FF-C97B0F4DD1DB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4088964" y="2846682"/>
            <a:ext cx="966073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43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D093DC79-AA7C-7BDE-3503-72DE0229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27F73845-D2A6-389B-FF19-33864B405095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0118FAF3-13D0-E3B0-3D9C-787B98BC8888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47F8B986-B404-64CC-6147-57F1304FB601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53632089-9E1D-F3ED-C231-513A4C0EC859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A99DD51-3B00-1559-ACF5-6EFA1149ECD6}"/>
              </a:ext>
            </a:extLst>
          </p:cNvPr>
          <p:cNvSpPr txBox="1"/>
          <p:nvPr/>
        </p:nvSpPr>
        <p:spPr>
          <a:xfrm>
            <a:off x="5055037" y="197803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9D1A7C5-3A00-7FEC-BB65-6D5DB8A34FEB}"/>
              </a:ext>
            </a:extLst>
          </p:cNvPr>
          <p:cNvSpPr txBox="1"/>
          <p:nvPr/>
        </p:nvSpPr>
        <p:spPr>
          <a:xfrm>
            <a:off x="5055037" y="261584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Facile à tester et modifier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F21B5B9-CD40-568A-A346-A75D91395A08}"/>
              </a:ext>
            </a:extLst>
          </p:cNvPr>
          <p:cNvSpPr txBox="1"/>
          <p:nvPr/>
        </p:nvSpPr>
        <p:spPr>
          <a:xfrm>
            <a:off x="5055037" y="3253661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Compatible avec plusieurs plateformes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3BA9C21-9D00-FC25-C0AA-0B22DFD86F50}"/>
              </a:ext>
            </a:extLst>
          </p:cNvPr>
          <p:cNvSpPr txBox="1"/>
          <p:nvPr/>
        </p:nvSpPr>
        <p:spPr>
          <a:xfrm>
            <a:off x="10098986" y="431979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pour le web (navigateurs)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DAF185A-17DC-B873-F045-7645DC47EC4E}"/>
              </a:ext>
            </a:extLst>
          </p:cNvPr>
          <p:cNvSpPr txBox="1"/>
          <p:nvPr/>
        </p:nvSpPr>
        <p:spPr>
          <a:xfrm>
            <a:off x="5055037" y="970893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sp>
        <p:nvSpPr>
          <p:cNvPr id="10" name="Google Shape;414;p44">
            <a:extLst>
              <a:ext uri="{FF2B5EF4-FFF2-40B4-BE49-F238E27FC236}">
                <a16:creationId xmlns:a16="http://schemas.microsoft.com/office/drawing/2014/main" id="{DAA04043-42B7-2ECE-EB49-FB8ABE3783F8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39D98D2-9248-1479-2E0E-12A84AC0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12522D9-5C6A-6F69-BF4F-3264EB274ED9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999A61E6-C42E-D4C7-D4A0-1C6E7FAD5570}"/>
              </a:ext>
            </a:extLst>
          </p:cNvPr>
          <p:cNvCxnSpPr/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25FF2EA2-66E4-B85C-D058-FD4822B7CF9D}"/>
              </a:ext>
            </a:extLst>
          </p:cNvPr>
          <p:cNvCxnSpPr/>
          <p:nvPr/>
        </p:nvCxnSpPr>
        <p:spPr>
          <a:xfrm flipV="1">
            <a:off x="4088964" y="2208870"/>
            <a:ext cx="966073" cy="6378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99504874-D4A7-53A2-429E-40AE4686EA66}"/>
              </a:ext>
            </a:extLst>
          </p:cNvPr>
          <p:cNvCxnSpPr/>
          <p:nvPr/>
        </p:nvCxnSpPr>
        <p:spPr>
          <a:xfrm>
            <a:off x="4088964" y="2846682"/>
            <a:ext cx="966073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2D88A462-F307-CF5C-EBA8-3DDC517E37EA}"/>
              </a:ext>
            </a:extLst>
          </p:cNvPr>
          <p:cNvCxnSpPr/>
          <p:nvPr/>
        </p:nvCxnSpPr>
        <p:spPr>
          <a:xfrm>
            <a:off x="4088964" y="2846682"/>
            <a:ext cx="966073" cy="8224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E1B1E6A5-486C-8FD0-9960-5039BB22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6B6FF45C-505E-2F4D-CA31-CE579BCD2F10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CDD73645-EA4F-5AF5-9A3A-2C8A70835357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326BA3BC-6DEF-91AC-9CC9-64317113A1B7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47757E1-21C2-D8B3-7177-B7F67BD6B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DB42FFF7-27BD-7E15-538C-7C69C99F4DA9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DD5E4EFA-95CE-F5CD-6D48-96CD8FF29916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7CBF2BC-F06D-206F-3DEB-1DDC074B8AB8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82CFF67-5816-255E-1EF5-A5F6B9E01EEA}"/>
              </a:ext>
            </a:extLst>
          </p:cNvPr>
          <p:cNvSpPr txBox="1"/>
          <p:nvPr/>
        </p:nvSpPr>
        <p:spPr>
          <a:xfrm>
            <a:off x="5055037" y="197803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779061F-6614-58A3-67BE-81EC1F9ED41C}"/>
              </a:ext>
            </a:extLst>
          </p:cNvPr>
          <p:cNvSpPr txBox="1"/>
          <p:nvPr/>
        </p:nvSpPr>
        <p:spPr>
          <a:xfrm>
            <a:off x="5055037" y="261584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Facile à tester et modifier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A359AC7-7EC0-A358-72EC-B69CB97B1242}"/>
              </a:ext>
            </a:extLst>
          </p:cNvPr>
          <p:cNvSpPr txBox="1"/>
          <p:nvPr/>
        </p:nvSpPr>
        <p:spPr>
          <a:xfrm>
            <a:off x="5055037" y="3253661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Compatible avec plusieurs plateformes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B5A9A65-0768-6CA3-6A3B-7D3E7DCE5952}"/>
              </a:ext>
            </a:extLst>
          </p:cNvPr>
          <p:cNvSpPr txBox="1"/>
          <p:nvPr/>
        </p:nvSpPr>
        <p:spPr>
          <a:xfrm>
            <a:off x="5055037" y="4260806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pour le web (navigateurs)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98CE899-4E91-B910-31A4-96AE585CA9D0}"/>
              </a:ext>
            </a:extLst>
          </p:cNvPr>
          <p:cNvSpPr txBox="1"/>
          <p:nvPr/>
        </p:nvSpPr>
        <p:spPr>
          <a:xfrm>
            <a:off x="5055037" y="970893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AA6C7991-233E-51D4-2157-B050F5C43FD0}"/>
              </a:ext>
            </a:extLst>
          </p:cNvPr>
          <p:cNvCxnSpPr/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14E04A40-415D-40B4-04B7-1475A8B5CAEB}"/>
              </a:ext>
            </a:extLst>
          </p:cNvPr>
          <p:cNvCxnSpPr/>
          <p:nvPr/>
        </p:nvCxnSpPr>
        <p:spPr>
          <a:xfrm flipV="1">
            <a:off x="4088964" y="2208870"/>
            <a:ext cx="966073" cy="6378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9B2A56BA-AB2A-C0AF-E20A-805E3D620C68}"/>
              </a:ext>
            </a:extLst>
          </p:cNvPr>
          <p:cNvCxnSpPr/>
          <p:nvPr/>
        </p:nvCxnSpPr>
        <p:spPr>
          <a:xfrm>
            <a:off x="4088964" y="2846682"/>
            <a:ext cx="966073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36775B12-6205-7ACD-2FCF-04EE79DBB52A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4088964" y="2846682"/>
            <a:ext cx="966073" cy="8224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756DE346-D6E4-7559-E9A7-2516BEB8D65B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4088964" y="2846682"/>
            <a:ext cx="966073" cy="16449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 25">
            <a:extLst>
              <a:ext uri="{FF2B5EF4-FFF2-40B4-BE49-F238E27FC236}">
                <a16:creationId xmlns:a16="http://schemas.microsoft.com/office/drawing/2014/main" id="{869D2F62-FE88-052E-2350-74250BB64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56" y="5143500"/>
            <a:ext cx="609604" cy="60960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F1A78D5-42B2-05D3-F76D-2205FDEA8D52}"/>
              </a:ext>
            </a:extLst>
          </p:cNvPr>
          <p:cNvSpPr txBox="1"/>
          <p:nvPr/>
        </p:nvSpPr>
        <p:spPr>
          <a:xfrm>
            <a:off x="1126200" y="5444984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017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101825E9-F699-AC2B-E5E5-329D4A9C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3C4010F7-5D99-B92A-3466-D8D90938B0B4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819B3EBA-52D8-45AE-79A5-80B58E0A64AE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3029A78B-D64D-EB8E-9335-F9715F4C7F9E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1C34C160-A73A-B304-098F-D4EE26891453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51CB3F93-472C-1A6E-D549-A7EBEA438D83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E7D5094-B401-2281-842A-FBAEE0C85D1F}"/>
              </a:ext>
            </a:extLst>
          </p:cNvPr>
          <p:cNvSpPr txBox="1"/>
          <p:nvPr/>
        </p:nvSpPr>
        <p:spPr>
          <a:xfrm>
            <a:off x="1300152" y="2601100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5E3F225-D1FA-2DB1-F6DB-E4A6672E6022}"/>
              </a:ext>
            </a:extLst>
          </p:cNvPr>
          <p:cNvSpPr txBox="1"/>
          <p:nvPr/>
        </p:nvSpPr>
        <p:spPr>
          <a:xfrm>
            <a:off x="9817537" y="202484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Développement rapide et flexible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B6DC17D-D131-867A-C421-C73523ECA046}"/>
              </a:ext>
            </a:extLst>
          </p:cNvPr>
          <p:cNvSpPr txBox="1"/>
          <p:nvPr/>
        </p:nvSpPr>
        <p:spPr>
          <a:xfrm>
            <a:off x="9817537" y="2662656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Facile à tester et modifier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363286E-9ADC-BA60-E62F-2CAE89721E1F}"/>
              </a:ext>
            </a:extLst>
          </p:cNvPr>
          <p:cNvSpPr txBox="1"/>
          <p:nvPr/>
        </p:nvSpPr>
        <p:spPr>
          <a:xfrm>
            <a:off x="9817537" y="3300468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Compatible avec plusieurs plateformes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D0A8132-6F27-2AC9-5FFC-CBF789FB282A}"/>
              </a:ext>
            </a:extLst>
          </p:cNvPr>
          <p:cNvSpPr txBox="1"/>
          <p:nvPr/>
        </p:nvSpPr>
        <p:spPr>
          <a:xfrm>
            <a:off x="9817537" y="4307613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pour le web (navigateurs)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24FB8CF-01C7-4A9E-9B20-34E1D93265A5}"/>
              </a:ext>
            </a:extLst>
          </p:cNvPr>
          <p:cNvSpPr txBox="1"/>
          <p:nvPr/>
        </p:nvSpPr>
        <p:spPr>
          <a:xfrm>
            <a:off x="9817537" y="1017700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immédiate sans compilation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74E59E0-99A6-8D03-9C8B-426D6DCD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553938C-06CA-1614-5078-A7D665127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35791" y="2541880"/>
            <a:ext cx="609604" cy="60960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CEDD352-907E-D909-DCD1-201C83BCA91A}"/>
              </a:ext>
            </a:extLst>
          </p:cNvPr>
          <p:cNvSpPr txBox="1"/>
          <p:nvPr/>
        </p:nvSpPr>
        <p:spPr>
          <a:xfrm>
            <a:off x="-2788812" y="2405762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882F5B-A918-E3E8-FCFE-5E3C6B3484D9}"/>
              </a:ext>
            </a:extLst>
          </p:cNvPr>
          <p:cNvSpPr txBox="1"/>
          <p:nvPr/>
        </p:nvSpPr>
        <p:spPr>
          <a:xfrm>
            <a:off x="9817537" y="156317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</p:spTree>
    <p:extLst>
      <p:ext uri="{BB962C8B-B14F-4D97-AF65-F5344CB8AC3E}">
        <p14:creationId xmlns:p14="http://schemas.microsoft.com/office/powerpoint/2010/main" val="3080822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A88C8B26-39DE-B606-A1D9-A7D00011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7FF6A51A-4104-B974-4205-56CA1B77EDC0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E93D156E-13D7-5387-111B-2312B4765CA7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0432E4EC-E0B4-7F9A-D62F-AD19A1285579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EC5723B4-D59C-39EB-1477-151D1A95BF86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AE473161-F83A-7F8C-E300-76FD762B02B4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E565E13-5C91-21B5-EBCC-CDEB2CB12126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951BB2E-D5F5-88DE-35ED-5D18DC01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A10F7E3-7CDD-C57C-C81F-23EAF22B3F7D}"/>
              </a:ext>
            </a:extLst>
          </p:cNvPr>
          <p:cNvSpPr txBox="1"/>
          <p:nvPr/>
        </p:nvSpPr>
        <p:spPr>
          <a:xfrm>
            <a:off x="9653516" y="2080215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F13C843-3264-909F-F6D7-D0E86483542A}"/>
              </a:ext>
            </a:extLst>
          </p:cNvPr>
          <p:cNvSpPr txBox="1"/>
          <p:nvPr/>
        </p:nvSpPr>
        <p:spPr>
          <a:xfrm>
            <a:off x="5519666" y="148061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E76FC041-2150-DA23-374C-68504220B39A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 flipV="1">
            <a:off x="5057836" y="1711450"/>
            <a:ext cx="461830" cy="11677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96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6EF87B68-08D7-211B-3295-A8CD7A85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6E52D6EE-D2C8-77F3-BB5D-B1508C2196B8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6009F0FD-F337-3414-D127-6A480B5D0C35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C335C88F-8B2A-61C0-E948-01B9525B7A02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DEBE525B-5F7B-D0B6-6882-E24923776625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9CB225CB-EBAF-96CC-00F2-F97DE92C7CBD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3B8DACD-BB1B-6A88-F4B0-41443EB56E08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FB489F-6BFF-16A8-9174-2760D8463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E063CF6-D25D-C507-A9AD-0CD8A1DC5920}"/>
              </a:ext>
            </a:extLst>
          </p:cNvPr>
          <p:cNvSpPr txBox="1"/>
          <p:nvPr/>
        </p:nvSpPr>
        <p:spPr>
          <a:xfrm>
            <a:off x="5519666" y="206804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2A67D49-40AE-6488-D6B8-A109CFD775F9}"/>
              </a:ext>
            </a:extLst>
          </p:cNvPr>
          <p:cNvSpPr txBox="1"/>
          <p:nvPr/>
        </p:nvSpPr>
        <p:spPr>
          <a:xfrm>
            <a:off x="9634466" y="257175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d’optimisation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F414A3C-6EAE-7728-A364-04C0F3E49077}"/>
              </a:ext>
            </a:extLst>
          </p:cNvPr>
          <p:cNvSpPr txBox="1"/>
          <p:nvPr/>
        </p:nvSpPr>
        <p:spPr>
          <a:xfrm>
            <a:off x="5519666" y="148061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cxnSp>
        <p:nvCxnSpPr>
          <p:cNvPr id="2" name="Connecteur : en angle 1">
            <a:extLst>
              <a:ext uri="{FF2B5EF4-FFF2-40B4-BE49-F238E27FC236}">
                <a16:creationId xmlns:a16="http://schemas.microsoft.com/office/drawing/2014/main" id="{51F1944B-F52B-8AAA-0C1B-73C0615BBC9E}"/>
              </a:ext>
            </a:extLst>
          </p:cNvPr>
          <p:cNvCxnSpPr/>
          <p:nvPr/>
        </p:nvCxnSpPr>
        <p:spPr>
          <a:xfrm flipV="1">
            <a:off x="5057836" y="1711450"/>
            <a:ext cx="461830" cy="11677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C4FB34CD-5684-2534-FFFA-355741A46C36}"/>
              </a:ext>
            </a:extLst>
          </p:cNvPr>
          <p:cNvCxnSpPr>
            <a:stCxn id="17" idx="3"/>
            <a:endCxn id="5" idx="1"/>
          </p:cNvCxnSpPr>
          <p:nvPr/>
        </p:nvCxnSpPr>
        <p:spPr>
          <a:xfrm flipV="1">
            <a:off x="5057836" y="2298877"/>
            <a:ext cx="461830" cy="5803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52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210FEEC5-660C-EA82-06E3-433E79DD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7B58FD25-BE20-3496-66C8-4EDD47BD4EB8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49884BC6-339F-3242-36C0-E069706E9CD6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44CB8079-0CD3-6333-F174-BF9E1AA22EA9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72CC48E8-7ADE-2180-9B7A-28D8BA73643A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576B36FC-D88A-2690-3DF9-DD41AFBBFCFE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5F0ED4C-D113-248E-8F1D-415E5F292551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539B3D-03CD-53E7-A3B1-EC125211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F708B56-F2F3-97ED-1957-FFA307B94C95}"/>
              </a:ext>
            </a:extLst>
          </p:cNvPr>
          <p:cNvSpPr txBox="1"/>
          <p:nvPr/>
        </p:nvSpPr>
        <p:spPr>
          <a:xfrm>
            <a:off x="5519666" y="206804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930693-00FB-A46E-DD92-CE66C2B3E0FA}"/>
              </a:ext>
            </a:extLst>
          </p:cNvPr>
          <p:cNvSpPr txBox="1"/>
          <p:nvPr/>
        </p:nvSpPr>
        <p:spPr>
          <a:xfrm>
            <a:off x="5519666" y="265547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d’optimisation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B5FB6D-78F7-BAA4-A6CD-ED3B42025E6C}"/>
              </a:ext>
            </a:extLst>
          </p:cNvPr>
          <p:cNvSpPr txBox="1"/>
          <p:nvPr/>
        </p:nvSpPr>
        <p:spPr>
          <a:xfrm>
            <a:off x="9863066" y="329638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Erreurs détectées à l’exécution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BD58378-A6D6-0DCD-C025-EF1CC1B66202}"/>
              </a:ext>
            </a:extLst>
          </p:cNvPr>
          <p:cNvSpPr txBox="1"/>
          <p:nvPr/>
        </p:nvSpPr>
        <p:spPr>
          <a:xfrm>
            <a:off x="5519666" y="148061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cxnSp>
        <p:nvCxnSpPr>
          <p:cNvPr id="2" name="Connecteur : en angle 1">
            <a:extLst>
              <a:ext uri="{FF2B5EF4-FFF2-40B4-BE49-F238E27FC236}">
                <a16:creationId xmlns:a16="http://schemas.microsoft.com/office/drawing/2014/main" id="{68ACF1A8-CB88-693E-092F-A1262D047EBD}"/>
              </a:ext>
            </a:extLst>
          </p:cNvPr>
          <p:cNvCxnSpPr/>
          <p:nvPr/>
        </p:nvCxnSpPr>
        <p:spPr>
          <a:xfrm flipV="1">
            <a:off x="5057836" y="1711450"/>
            <a:ext cx="461830" cy="11677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CB241A5E-118D-6C28-3A88-576DEF6C5B39}"/>
              </a:ext>
            </a:extLst>
          </p:cNvPr>
          <p:cNvCxnSpPr/>
          <p:nvPr/>
        </p:nvCxnSpPr>
        <p:spPr>
          <a:xfrm flipV="1">
            <a:off x="5057836" y="2298877"/>
            <a:ext cx="461830" cy="5803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D38A1DC8-F652-C5EC-1247-EA3E7CE681D0}"/>
              </a:ext>
            </a:extLst>
          </p:cNvPr>
          <p:cNvCxnSpPr/>
          <p:nvPr/>
        </p:nvCxnSpPr>
        <p:spPr>
          <a:xfrm>
            <a:off x="5057836" y="2879247"/>
            <a:ext cx="461830" cy="70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596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3856B311-9B5F-3FD6-7764-EEC10E3A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14AE73F3-56D4-8B73-D2A5-97600675B295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F1EE6663-B5DF-FCE4-DC61-7952206C898D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60E21796-4368-EA73-02D5-04151DA07A51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06FEA154-70FB-3A21-BBE0-FE32E19FEFE0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DB530191-580D-C39F-59D7-931B173E1A00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0E24ACD-C4E6-5D1D-DE26-98F64D68E98F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5309BC-4664-7557-3468-02BB1139B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7A695BB-BE1A-98BF-19E6-225B9FB582CE}"/>
              </a:ext>
            </a:extLst>
          </p:cNvPr>
          <p:cNvSpPr txBox="1"/>
          <p:nvPr/>
        </p:nvSpPr>
        <p:spPr>
          <a:xfrm>
            <a:off x="5519666" y="206804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AC6BDC-D432-4887-231E-72C9328ED812}"/>
              </a:ext>
            </a:extLst>
          </p:cNvPr>
          <p:cNvSpPr txBox="1"/>
          <p:nvPr/>
        </p:nvSpPr>
        <p:spPr>
          <a:xfrm>
            <a:off x="5519666" y="265547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d’optimisation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C962B0-0F69-2968-1849-16D063A205E8}"/>
              </a:ext>
            </a:extLst>
          </p:cNvPr>
          <p:cNvSpPr txBox="1"/>
          <p:nvPr/>
        </p:nvSpPr>
        <p:spPr>
          <a:xfrm>
            <a:off x="5519666" y="328027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Erreurs détectées à l’exécution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0448ABE-6793-642D-3CB0-BC75AE22F5F8}"/>
              </a:ext>
            </a:extLst>
          </p:cNvPr>
          <p:cNvSpPr txBox="1"/>
          <p:nvPr/>
        </p:nvSpPr>
        <p:spPr>
          <a:xfrm>
            <a:off x="9786866" y="3943177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Peut poser problème sur gros projets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5314F89-2E88-FA38-02A3-87595E2A64DB}"/>
              </a:ext>
            </a:extLst>
          </p:cNvPr>
          <p:cNvSpPr txBox="1"/>
          <p:nvPr/>
        </p:nvSpPr>
        <p:spPr>
          <a:xfrm>
            <a:off x="5519666" y="148061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cxnSp>
        <p:nvCxnSpPr>
          <p:cNvPr id="2" name="Connecteur : en angle 1">
            <a:extLst>
              <a:ext uri="{FF2B5EF4-FFF2-40B4-BE49-F238E27FC236}">
                <a16:creationId xmlns:a16="http://schemas.microsoft.com/office/drawing/2014/main" id="{910B0E55-0AA9-B28C-031F-78F55ED48225}"/>
              </a:ext>
            </a:extLst>
          </p:cNvPr>
          <p:cNvCxnSpPr/>
          <p:nvPr/>
        </p:nvCxnSpPr>
        <p:spPr>
          <a:xfrm flipV="1">
            <a:off x="5057836" y="1711450"/>
            <a:ext cx="461830" cy="11677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2E262927-F1E1-7276-F553-B39637C40610}"/>
              </a:ext>
            </a:extLst>
          </p:cNvPr>
          <p:cNvCxnSpPr/>
          <p:nvPr/>
        </p:nvCxnSpPr>
        <p:spPr>
          <a:xfrm flipV="1">
            <a:off x="5057836" y="2298877"/>
            <a:ext cx="461830" cy="5803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86439FCB-2356-D5A8-4AC5-B821322E137F}"/>
              </a:ext>
            </a:extLst>
          </p:cNvPr>
          <p:cNvCxnSpPr>
            <a:stCxn id="17" idx="3"/>
            <a:endCxn id="10" idx="1"/>
          </p:cNvCxnSpPr>
          <p:nvPr/>
        </p:nvCxnSpPr>
        <p:spPr>
          <a:xfrm>
            <a:off x="5057836" y="2879247"/>
            <a:ext cx="461830" cy="70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B3188B37-BDA0-C531-0998-8C0221B5EFB4}"/>
              </a:ext>
            </a:extLst>
          </p:cNvPr>
          <p:cNvCxnSpPr>
            <a:stCxn id="17" idx="3"/>
            <a:endCxn id="12" idx="1"/>
          </p:cNvCxnSpPr>
          <p:nvPr/>
        </p:nvCxnSpPr>
        <p:spPr>
          <a:xfrm>
            <a:off x="5057836" y="2879247"/>
            <a:ext cx="461830" cy="6318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02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3DDDA2E7-EFE0-88FB-6C9F-D310833E7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CAF07484-BE2D-0BFF-C23F-64746D5CDAED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87EF2D24-CB98-5240-AB2D-FFF51E4AE3B0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8EEFD2B9-DF7C-D0D6-D378-0FA1AFEF7B0C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B10B817A-ECDD-B01B-A8F4-AA7439AB714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03E09398-8251-7486-6E42-3F367EF8F831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5ABB953-A550-D0A1-35A6-C46630331A5C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E21259-F13E-960C-B84E-299F5EDF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91E5F9D-B2C6-077C-5377-F62EF4A159A4}"/>
              </a:ext>
            </a:extLst>
          </p:cNvPr>
          <p:cNvSpPr txBox="1"/>
          <p:nvPr/>
        </p:nvSpPr>
        <p:spPr>
          <a:xfrm>
            <a:off x="5519666" y="206804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151EAA-4553-39CE-A3E1-1F199BDD831E}"/>
              </a:ext>
            </a:extLst>
          </p:cNvPr>
          <p:cNvSpPr txBox="1"/>
          <p:nvPr/>
        </p:nvSpPr>
        <p:spPr>
          <a:xfrm>
            <a:off x="5519666" y="265547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d’optimisation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906875C-F303-6570-A9A5-E7660F4F2AD2}"/>
              </a:ext>
            </a:extLst>
          </p:cNvPr>
          <p:cNvSpPr txBox="1"/>
          <p:nvPr/>
        </p:nvSpPr>
        <p:spPr>
          <a:xfrm>
            <a:off x="5519666" y="328027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Erreurs détectées à l’exécution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A8E28D2-81A7-8D7B-2256-E2507B755327}"/>
              </a:ext>
            </a:extLst>
          </p:cNvPr>
          <p:cNvSpPr txBox="1"/>
          <p:nvPr/>
        </p:nvSpPr>
        <p:spPr>
          <a:xfrm>
            <a:off x="5519666" y="3905077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Peut poser problème sur gros projets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80255E6-2DB4-F9B0-5E5C-366227CC76B6}"/>
              </a:ext>
            </a:extLst>
          </p:cNvPr>
          <p:cNvSpPr txBox="1"/>
          <p:nvPr/>
        </p:nvSpPr>
        <p:spPr>
          <a:xfrm>
            <a:off x="5519666" y="148061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cxnSp>
        <p:nvCxnSpPr>
          <p:cNvPr id="2" name="Connecteur : en angle 1">
            <a:extLst>
              <a:ext uri="{FF2B5EF4-FFF2-40B4-BE49-F238E27FC236}">
                <a16:creationId xmlns:a16="http://schemas.microsoft.com/office/drawing/2014/main" id="{AA3E4BA5-078D-72EB-9A9B-E640EC343E31}"/>
              </a:ext>
            </a:extLst>
          </p:cNvPr>
          <p:cNvCxnSpPr/>
          <p:nvPr/>
        </p:nvCxnSpPr>
        <p:spPr>
          <a:xfrm flipV="1">
            <a:off x="5057836" y="1711450"/>
            <a:ext cx="461830" cy="11677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93D16EEB-AB55-4C36-E5E6-3759FC804E1A}"/>
              </a:ext>
            </a:extLst>
          </p:cNvPr>
          <p:cNvCxnSpPr/>
          <p:nvPr/>
        </p:nvCxnSpPr>
        <p:spPr>
          <a:xfrm flipV="1">
            <a:off x="5057836" y="2298877"/>
            <a:ext cx="461830" cy="5803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457B7360-7831-C143-7810-A8937550902A}"/>
              </a:ext>
            </a:extLst>
          </p:cNvPr>
          <p:cNvCxnSpPr/>
          <p:nvPr/>
        </p:nvCxnSpPr>
        <p:spPr>
          <a:xfrm>
            <a:off x="5057836" y="2879247"/>
            <a:ext cx="461830" cy="70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8B6859BD-EEDF-BE76-B532-FB00CFAD3D8B}"/>
              </a:ext>
            </a:extLst>
          </p:cNvPr>
          <p:cNvCxnSpPr>
            <a:stCxn id="17" idx="3"/>
            <a:endCxn id="12" idx="1"/>
          </p:cNvCxnSpPr>
          <p:nvPr/>
        </p:nvCxnSpPr>
        <p:spPr>
          <a:xfrm>
            <a:off x="5057836" y="2879247"/>
            <a:ext cx="461830" cy="6318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3EAF6A05-911F-541C-C9EF-5FE4D6A65697}"/>
              </a:ext>
            </a:extLst>
          </p:cNvPr>
          <p:cNvCxnSpPr>
            <a:stCxn id="17" idx="3"/>
            <a:endCxn id="13" idx="1"/>
          </p:cNvCxnSpPr>
          <p:nvPr/>
        </p:nvCxnSpPr>
        <p:spPr>
          <a:xfrm>
            <a:off x="5057836" y="2879247"/>
            <a:ext cx="461830" cy="14413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E752BBED-4E01-AD3E-5772-4CE70A1324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84" t="20329" r="-19084" b="5683"/>
          <a:stretch>
            <a:fillRect/>
          </a:stretch>
        </p:blipFill>
        <p:spPr>
          <a:xfrm>
            <a:off x="9852598" y="1187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</p:pic>
      <p:sp>
        <p:nvSpPr>
          <p:cNvPr id="19" name="Google Shape;282;p36">
            <a:extLst>
              <a:ext uri="{FF2B5EF4-FFF2-40B4-BE49-F238E27FC236}">
                <a16:creationId xmlns:a16="http://schemas.microsoft.com/office/drawing/2014/main" id="{072E6A3E-F8B2-932E-4D8D-3729FD16D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651" y="5886762"/>
            <a:ext cx="5216015" cy="29037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Avantages et Inconvénients des Langages compilés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20" name="Google Shape;301;p38">
            <a:extLst>
              <a:ext uri="{FF2B5EF4-FFF2-40B4-BE49-F238E27FC236}">
                <a16:creationId xmlns:a16="http://schemas.microsoft.com/office/drawing/2014/main" id="{5CC71F64-5D2D-3619-E260-50C373847496}"/>
              </a:ext>
            </a:extLst>
          </p:cNvPr>
          <p:cNvSpPr txBox="1">
            <a:spLocks/>
          </p:cNvSpPr>
          <p:nvPr/>
        </p:nvSpPr>
        <p:spPr>
          <a:xfrm>
            <a:off x="-1791644" y="447752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09391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CA41B312-3634-CFBE-53D0-F2EF89C2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2A3DD63B-80AF-CB57-067C-DBCAA150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9369B12D-5215-3A41-0807-F8820266F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074" y="1344258"/>
            <a:ext cx="5216015" cy="29037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Avantages et Inconvénients des Langages compilés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684E9E0C-AA2C-56C2-330F-4AB7B96EBA63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388071A3-054D-8A73-8EEF-57373FE0A29E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D9BEDC6C-8D17-0A9E-11F2-CF2A13899178}"/>
              </a:ext>
            </a:extLst>
          </p:cNvPr>
          <p:cNvSpPr>
            <a:spLocks noChangeAspect="1"/>
          </p:cNvSpPr>
          <p:nvPr/>
        </p:nvSpPr>
        <p:spPr>
          <a:xfrm>
            <a:off x="1523349" y="4095450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EAE329A2-183C-8DC9-BE65-63D21D636B8A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F8ED60AA-84BB-2BBF-74D5-5064BE2F6799}"/>
              </a:ext>
            </a:extLst>
          </p:cNvPr>
          <p:cNvSpPr/>
          <p:nvPr/>
        </p:nvSpPr>
        <p:spPr>
          <a:xfrm>
            <a:off x="10235303" y="76880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22462E1C-481B-0687-C085-BE1EC411E13C}"/>
              </a:ext>
            </a:extLst>
          </p:cNvPr>
          <p:cNvSpPr txBox="1">
            <a:spLocks/>
          </p:cNvSpPr>
          <p:nvPr/>
        </p:nvSpPr>
        <p:spPr>
          <a:xfrm>
            <a:off x="263074" y="485676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A3DD77D-A499-93E1-4113-ECB76E21BDC5}"/>
              </a:ext>
            </a:extLst>
          </p:cNvPr>
          <p:cNvSpPr txBox="1"/>
          <p:nvPr/>
        </p:nvSpPr>
        <p:spPr>
          <a:xfrm>
            <a:off x="10539194" y="19375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plus lente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9E7A1B3-0179-417F-8F80-5603A24A0C3B}"/>
              </a:ext>
            </a:extLst>
          </p:cNvPr>
          <p:cNvSpPr txBox="1"/>
          <p:nvPr/>
        </p:nvSpPr>
        <p:spPr>
          <a:xfrm>
            <a:off x="10539194" y="252498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d’optimisation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DAC6339-01A5-A4BF-BA18-F3FB23E55AF5}"/>
              </a:ext>
            </a:extLst>
          </p:cNvPr>
          <p:cNvSpPr txBox="1"/>
          <p:nvPr/>
        </p:nvSpPr>
        <p:spPr>
          <a:xfrm>
            <a:off x="10539194" y="314978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Erreurs détectées à l’exécution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812FBB1-35BD-EEB0-4942-411BD9D9E25E}"/>
              </a:ext>
            </a:extLst>
          </p:cNvPr>
          <p:cNvSpPr txBox="1"/>
          <p:nvPr/>
        </p:nvSpPr>
        <p:spPr>
          <a:xfrm>
            <a:off x="10539194" y="3774587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Peut poser problème sur gros projets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F7249C5-C12D-0B25-89E2-BC9A99D7FA71}"/>
              </a:ext>
            </a:extLst>
          </p:cNvPr>
          <p:cNvSpPr txBox="1"/>
          <p:nvPr/>
        </p:nvSpPr>
        <p:spPr>
          <a:xfrm>
            <a:off x="10539194" y="1350127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Performances plus faibles</a:t>
            </a:r>
          </a:p>
        </p:txBody>
      </p:sp>
      <p:sp>
        <p:nvSpPr>
          <p:cNvPr id="26" name="Google Shape;414;p44">
            <a:extLst>
              <a:ext uri="{FF2B5EF4-FFF2-40B4-BE49-F238E27FC236}">
                <a16:creationId xmlns:a16="http://schemas.microsoft.com/office/drawing/2014/main" id="{AD69460C-2D0C-9FDA-1C54-C60222744DBB}"/>
              </a:ext>
            </a:extLst>
          </p:cNvPr>
          <p:cNvSpPr/>
          <p:nvPr/>
        </p:nvSpPr>
        <p:spPr>
          <a:xfrm>
            <a:off x="-5156837" y="2471518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22D943D-541B-8722-237E-94293AD2D44E}"/>
              </a:ext>
            </a:extLst>
          </p:cNvPr>
          <p:cNvSpPr txBox="1"/>
          <p:nvPr/>
        </p:nvSpPr>
        <p:spPr>
          <a:xfrm>
            <a:off x="-4112539" y="2661395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AD68F77B-B8E2-3F21-372F-5883BFD1B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11939" y="2616416"/>
            <a:ext cx="609604" cy="609604"/>
          </a:xfrm>
          <a:prstGeom prst="rect">
            <a:avLst/>
          </a:prstGeom>
        </p:spPr>
      </p:pic>
      <p:sp>
        <p:nvSpPr>
          <p:cNvPr id="29" name="Google Shape;282;p36">
            <a:extLst>
              <a:ext uri="{FF2B5EF4-FFF2-40B4-BE49-F238E27FC236}">
                <a16:creationId xmlns:a16="http://schemas.microsoft.com/office/drawing/2014/main" id="{8E9CDF1B-8C17-6CBF-488B-4E282E260B60}"/>
              </a:ext>
            </a:extLst>
          </p:cNvPr>
          <p:cNvSpPr txBox="1">
            <a:spLocks/>
          </p:cNvSpPr>
          <p:nvPr/>
        </p:nvSpPr>
        <p:spPr>
          <a:xfrm>
            <a:off x="623816" y="-999779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interprétés</a:t>
            </a:r>
          </a:p>
        </p:txBody>
      </p:sp>
      <p:sp>
        <p:nvSpPr>
          <p:cNvPr id="48" name="Google Shape;301;p38">
            <a:extLst>
              <a:ext uri="{FF2B5EF4-FFF2-40B4-BE49-F238E27FC236}">
                <a16:creationId xmlns:a16="http://schemas.microsoft.com/office/drawing/2014/main" id="{3CB3750A-81A3-D61C-BB90-62E5DCAF5371}"/>
              </a:ext>
            </a:extLst>
          </p:cNvPr>
          <p:cNvSpPr txBox="1">
            <a:spLocks/>
          </p:cNvSpPr>
          <p:nvPr/>
        </p:nvSpPr>
        <p:spPr>
          <a:xfrm>
            <a:off x="0" y="-108182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9386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B8B09BFE-D55F-6F50-E534-C87467CB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FCC3964A-79C0-B012-CCE1-042F05FF910E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3776CBF4-BA36-6B79-798E-D48697617584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94F7CA0D-32A0-2C55-09D4-38AF27508F85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8" name="Google Shape;301;p38">
            <a:extLst>
              <a:ext uri="{FF2B5EF4-FFF2-40B4-BE49-F238E27FC236}">
                <a16:creationId xmlns:a16="http://schemas.microsoft.com/office/drawing/2014/main" id="{09428B17-758E-27EB-BCD9-669D8612C8CE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6E56CB-829A-E9EF-14EB-0EF5848554B0}"/>
              </a:ext>
            </a:extLst>
          </p:cNvPr>
          <p:cNvSpPr txBox="1"/>
          <p:nvPr/>
        </p:nvSpPr>
        <p:spPr>
          <a:xfrm>
            <a:off x="-5684175" y="1116221"/>
            <a:ext cx="46672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Inconvénients des </a:t>
            </a:r>
            <a:endParaRPr lang="fr-FR"/>
          </a:p>
        </p:txBody>
      </p: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896EE2CB-9286-5A66-4392-97BE9835C4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272146" y="1101534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E4C05C7E-71E9-7379-A543-88460FCC9D4B}"/>
              </a:ext>
            </a:extLst>
          </p:cNvPr>
          <p:cNvSpPr txBox="1"/>
          <p:nvPr/>
        </p:nvSpPr>
        <p:spPr>
          <a:xfrm>
            <a:off x="9833515" y="100849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sp>
        <p:nvSpPr>
          <p:cNvPr id="35" name="Google Shape;414;p44">
            <a:extLst>
              <a:ext uri="{FF2B5EF4-FFF2-40B4-BE49-F238E27FC236}">
                <a16:creationId xmlns:a16="http://schemas.microsoft.com/office/drawing/2014/main" id="{84FF4349-C80D-4894-5B66-B2DDAD8AEC8A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4D3A6F2A-228D-E65A-8F7D-D95611E9B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F4040F0-6BA4-FAE0-B962-20487AE0A9A7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531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A671E3C6-6A67-E00D-BC51-C3AC11F1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DE22E880-084C-CC06-8C08-2990C0B3240C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FE950DA5-0DCF-FCAE-0AEF-5792DB639B16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C293B230-5DE0-9046-A44F-C2C03C476094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CAF4D2-4497-02C9-313E-94F86AC1C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B2603643-9FEB-C61B-6741-F00917461EF0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13F6D66-9215-F827-4EC6-0D638000A866}"/>
              </a:ext>
            </a:extLst>
          </p:cNvPr>
          <p:cNvSpPr txBox="1"/>
          <p:nvPr/>
        </p:nvSpPr>
        <p:spPr>
          <a:xfrm>
            <a:off x="10312837" y="1621935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FBA64B7-29C7-771E-C8ED-748848A9A3F9}"/>
              </a:ext>
            </a:extLst>
          </p:cNvPr>
          <p:cNvSpPr txBox="1"/>
          <p:nvPr/>
        </p:nvSpPr>
        <p:spPr>
          <a:xfrm>
            <a:off x="5055037" y="116027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1404D3C8-835E-E833-D7A5-0060C1BB7823}"/>
              </a:ext>
            </a:extLst>
          </p:cNvPr>
          <p:cNvCxnSpPr>
            <a:cxnSpLocks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25ED8D0A-DD36-D309-537F-CFE0B11D1AD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37AE6129-157B-F0A4-47C4-BA41E13E428D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154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5A8F7AA9-16AA-CB08-BCDA-3AFF9E8C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92375651-9BC8-B414-8B30-406046A5F7D2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23C29DB1-4211-75BC-DFE4-2604797E7358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D07B39C3-A9B4-29A3-3DF0-06CE78431FB8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44FBA66-AC53-E687-B4E7-8DE7E4F03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B2C61021-D794-6B84-7372-EFD7D3572048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38F22C1-5926-57D0-BD8C-947DDBDE068C}"/>
              </a:ext>
            </a:extLst>
          </p:cNvPr>
          <p:cNvSpPr txBox="1"/>
          <p:nvPr/>
        </p:nvSpPr>
        <p:spPr>
          <a:xfrm>
            <a:off x="5055037" y="176719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B71B008-FF9C-FC90-6E44-0C0B5E62FE70}"/>
              </a:ext>
            </a:extLst>
          </p:cNvPr>
          <p:cNvSpPr txBox="1"/>
          <p:nvPr/>
        </p:nvSpPr>
        <p:spPr>
          <a:xfrm>
            <a:off x="9718898" y="2400405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des erreurs avant exécution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D4110C5-9B86-BBF0-FFF4-C59E61167B67}"/>
              </a:ext>
            </a:extLst>
          </p:cNvPr>
          <p:cNvSpPr txBox="1"/>
          <p:nvPr/>
        </p:nvSpPr>
        <p:spPr>
          <a:xfrm>
            <a:off x="5055037" y="116027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B5CDB524-4220-A504-9658-A2B093991F4B}"/>
              </a:ext>
            </a:extLst>
          </p:cNvPr>
          <p:cNvCxnSpPr>
            <a:cxnSpLocks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3BE93323-ED5B-BA83-621E-BE15676C635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088964" y="1998023"/>
            <a:ext cx="966073" cy="8486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6D512F3E-4F4D-E2C1-3336-DA336E33C917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48CE83E8-9436-6F74-B8F7-DAA7E115C641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0679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81FD76F8-04B9-1A31-0CC0-E1E623B7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BE350E5A-2D05-C260-778F-EE8E8E32BE65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73939F49-E2CF-7762-BEF2-4657A8BDF530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09BEA16E-997A-2D2F-5812-0265433A29CA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02CA5A-E50A-01FE-F885-DDD96A4B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EF6B739A-F816-BD07-15E4-DC653BE142AF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0D0033-552B-13C9-5A28-6BC92C200C8C}"/>
              </a:ext>
            </a:extLst>
          </p:cNvPr>
          <p:cNvSpPr txBox="1"/>
          <p:nvPr/>
        </p:nvSpPr>
        <p:spPr>
          <a:xfrm>
            <a:off x="5055037" y="176719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9D22859-8E31-4578-C48F-EA41834236D5}"/>
              </a:ext>
            </a:extLst>
          </p:cNvPr>
          <p:cNvSpPr txBox="1"/>
          <p:nvPr/>
        </p:nvSpPr>
        <p:spPr>
          <a:xfrm>
            <a:off x="5055037" y="2271918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des erreurs avant exécution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AADCED1-5F8E-7143-F4D2-43F86F34E1C5}"/>
              </a:ext>
            </a:extLst>
          </p:cNvPr>
          <p:cNvSpPr txBox="1"/>
          <p:nvPr/>
        </p:nvSpPr>
        <p:spPr>
          <a:xfrm>
            <a:off x="9741337" y="3231402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Plus stable pour les grosses applications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0610987-C16E-D237-66DD-034B55FF58EE}"/>
              </a:ext>
            </a:extLst>
          </p:cNvPr>
          <p:cNvSpPr txBox="1"/>
          <p:nvPr/>
        </p:nvSpPr>
        <p:spPr>
          <a:xfrm>
            <a:off x="5055037" y="116027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203DB6CC-0DDD-ED70-54EB-E2E617E58551}"/>
              </a:ext>
            </a:extLst>
          </p:cNvPr>
          <p:cNvCxnSpPr>
            <a:cxnSpLocks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B32AC47F-208E-A5C7-F28B-7B83C9448B29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088964" y="1998023"/>
            <a:ext cx="966073" cy="8486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C65063F5-30C6-A2B6-435B-D98A80B46580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088964" y="2687417"/>
            <a:ext cx="966073" cy="159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CDB36E42-C0E9-E975-BABE-C31DE5E282DF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7BB33F4C-70A4-AB9D-5C92-059E01C33206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7471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10135147-B6EB-FE96-2487-CF0D9940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2812E995-2BC2-135A-5CD4-10AC5D2DC3AD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0842D31E-5510-CA26-5A4E-D79519FE49EF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303CC853-63E8-953F-5B8B-2F1F83205744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64254D-40DF-EB50-52F9-E8782E84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2802E7D-AAB9-3D01-C5B5-9AA0D45F6090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4704C5C-16B5-FC4C-FF8C-ED19A99A3FF6}"/>
              </a:ext>
            </a:extLst>
          </p:cNvPr>
          <p:cNvSpPr txBox="1"/>
          <p:nvPr/>
        </p:nvSpPr>
        <p:spPr>
          <a:xfrm>
            <a:off x="5055037" y="176719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3B0A7D0-A9B2-ECF5-EF09-77761A3282A2}"/>
              </a:ext>
            </a:extLst>
          </p:cNvPr>
          <p:cNvSpPr txBox="1"/>
          <p:nvPr/>
        </p:nvSpPr>
        <p:spPr>
          <a:xfrm>
            <a:off x="5055037" y="2271918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des erreurs avant exécution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4785668-9922-5697-DBF2-EA3889FCCF67}"/>
              </a:ext>
            </a:extLst>
          </p:cNvPr>
          <p:cNvSpPr txBox="1"/>
          <p:nvPr/>
        </p:nvSpPr>
        <p:spPr>
          <a:xfrm>
            <a:off x="5055037" y="3224304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Plus stable pour les grosses applications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FD8D4DF-2287-0D6D-E9FD-D2F7BE68EE6F}"/>
              </a:ext>
            </a:extLst>
          </p:cNvPr>
          <p:cNvSpPr txBox="1"/>
          <p:nvPr/>
        </p:nvSpPr>
        <p:spPr>
          <a:xfrm>
            <a:off x="9741337" y="430992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gestion des ressources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F65D728-2B9A-E2CE-E977-582A9287E5EE}"/>
              </a:ext>
            </a:extLst>
          </p:cNvPr>
          <p:cNvSpPr txBox="1"/>
          <p:nvPr/>
        </p:nvSpPr>
        <p:spPr>
          <a:xfrm>
            <a:off x="5055037" y="116027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3D935D98-AD2B-ACF2-2005-3D701884346A}"/>
              </a:ext>
            </a:extLst>
          </p:cNvPr>
          <p:cNvCxnSpPr>
            <a:cxnSpLocks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0707FBFD-EFCB-C2A9-5533-78F75B757D2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088964" y="1998023"/>
            <a:ext cx="966073" cy="8486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EB970954-1457-45A2-4F4E-CB0D343542B6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088964" y="2687417"/>
            <a:ext cx="966073" cy="159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753D245-2A21-4968-305B-A90BEA817416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4088964" y="2846682"/>
            <a:ext cx="966073" cy="7931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70DAB876-7F24-E6A0-994A-6EFAE96A9937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06A5ACF5-5609-F7A1-1FC1-9591CD385A87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4112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14E448B2-033A-D5EC-E22C-9B0267B5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DE3F4688-06DD-D048-2272-71FEBF531AF6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ECF44D8A-73F2-9021-543A-61DBE2329248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4C75A6E7-98EF-8F50-8199-93427A9658FD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F32C780-ED7D-7AFB-FDDB-C2277F71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4372BFB1-F43E-1A97-03CA-3696B34EBC2F}"/>
              </a:ext>
            </a:extLst>
          </p:cNvPr>
          <p:cNvSpPr txBox="1"/>
          <p:nvPr/>
        </p:nvSpPr>
        <p:spPr>
          <a:xfrm>
            <a:off x="1300152" y="2461961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B950960-5697-7BF4-F28C-7E05190C5503}"/>
              </a:ext>
            </a:extLst>
          </p:cNvPr>
          <p:cNvSpPr txBox="1"/>
          <p:nvPr/>
        </p:nvSpPr>
        <p:spPr>
          <a:xfrm>
            <a:off x="5055037" y="176719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C31EF89-D70D-4AC1-2E78-7E2A362F216C}"/>
              </a:ext>
            </a:extLst>
          </p:cNvPr>
          <p:cNvSpPr txBox="1"/>
          <p:nvPr/>
        </p:nvSpPr>
        <p:spPr>
          <a:xfrm>
            <a:off x="5055037" y="2271918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des erreurs avant exécution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6F1D20-38E0-5606-6C7A-B2B6672578A1}"/>
              </a:ext>
            </a:extLst>
          </p:cNvPr>
          <p:cNvSpPr txBox="1"/>
          <p:nvPr/>
        </p:nvSpPr>
        <p:spPr>
          <a:xfrm>
            <a:off x="5055037" y="3224304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Plus stable pour les grosses applications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856CF55-BF1F-5814-CB3E-3233C4FD7F43}"/>
              </a:ext>
            </a:extLst>
          </p:cNvPr>
          <p:cNvSpPr txBox="1"/>
          <p:nvPr/>
        </p:nvSpPr>
        <p:spPr>
          <a:xfrm>
            <a:off x="5055037" y="417669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gestion des ressources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ED00CAE-7464-51F9-A1C1-CF4593E2D8E6}"/>
              </a:ext>
            </a:extLst>
          </p:cNvPr>
          <p:cNvSpPr txBox="1"/>
          <p:nvPr/>
        </p:nvSpPr>
        <p:spPr>
          <a:xfrm>
            <a:off x="5055037" y="116027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A00072FE-D53A-6518-0BDA-55A3B691512E}"/>
              </a:ext>
            </a:extLst>
          </p:cNvPr>
          <p:cNvCxnSpPr>
            <a:cxnSpLocks/>
          </p:cNvCxnSpPr>
          <p:nvPr/>
        </p:nvCxnSpPr>
        <p:spPr>
          <a:xfrm flipV="1">
            <a:off x="4088964" y="1386392"/>
            <a:ext cx="966073" cy="146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C37D9163-1138-3806-E785-7092D9489D43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088964" y="1998023"/>
            <a:ext cx="966073" cy="8486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6CA89AFE-09FB-741F-847B-02ABFEB1FE12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088964" y="2687417"/>
            <a:ext cx="966073" cy="159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28E25E7C-23F4-12C7-30FC-3BCF76C51759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4088964" y="2846682"/>
            <a:ext cx="966073" cy="7931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5E54B8DE-EEA6-4768-4218-1B2CF74E5B5F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4088964" y="2846682"/>
            <a:ext cx="966073" cy="15608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 25">
            <a:extLst>
              <a:ext uri="{FF2B5EF4-FFF2-40B4-BE49-F238E27FC236}">
                <a16:creationId xmlns:a16="http://schemas.microsoft.com/office/drawing/2014/main" id="{6EAC9837-D397-94B3-AF22-26CF207A8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56" y="5143500"/>
            <a:ext cx="609604" cy="60960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42E001E0-880C-80D6-17A9-ABD5B144A21B}"/>
              </a:ext>
            </a:extLst>
          </p:cNvPr>
          <p:cNvSpPr txBox="1"/>
          <p:nvPr/>
        </p:nvSpPr>
        <p:spPr>
          <a:xfrm>
            <a:off x="1126200" y="5444984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E7475D71-25B7-4703-87BE-5AEEEBEE402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" name="Google Shape;301;p38">
            <a:extLst>
              <a:ext uri="{FF2B5EF4-FFF2-40B4-BE49-F238E27FC236}">
                <a16:creationId xmlns:a16="http://schemas.microsoft.com/office/drawing/2014/main" id="{BF8B712A-6AD0-576A-21A2-6B3642948045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5252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8E854BCF-2D90-695A-2F39-671CEE5D4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71BD0352-AE36-EB62-EDC9-0B3FA2ACC819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11367BFC-E7C5-D12E-21BC-9E050766947B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5FAF8F95-AB71-1070-A0F1-6E51FE03C5C6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21C9952-AD6D-E8F3-7DDC-29358060DC95}"/>
              </a:ext>
            </a:extLst>
          </p:cNvPr>
          <p:cNvSpPr txBox="1"/>
          <p:nvPr/>
        </p:nvSpPr>
        <p:spPr>
          <a:xfrm>
            <a:off x="1300152" y="2601100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7C4F63-2CB0-F2A1-E86D-82483393B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387A0C-5AEE-4321-7C64-6FB021916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35791" y="2541880"/>
            <a:ext cx="609604" cy="60960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786545A-C556-CF1B-57B2-DD130BF3D526}"/>
              </a:ext>
            </a:extLst>
          </p:cNvPr>
          <p:cNvSpPr txBox="1"/>
          <p:nvPr/>
        </p:nvSpPr>
        <p:spPr>
          <a:xfrm>
            <a:off x="-2788812" y="2405762"/>
            <a:ext cx="2788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Avantages</a:t>
            </a:r>
            <a:r>
              <a:rPr kumimoji="0" lang="fr-FR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ckwell Extra Bold" panose="02060903040505020403" pitchFamily="18" charset="0"/>
                <a:cs typeface="Poppins SemiBold"/>
                <a:sym typeface="Poppins SemiBold"/>
              </a:rPr>
              <a:t> </a:t>
            </a:r>
            <a:endParaRPr lang="fr-FR"/>
          </a:p>
        </p:txBody>
      </p:sp>
      <p:sp>
        <p:nvSpPr>
          <p:cNvPr id="2" name="Google Shape;282;p36">
            <a:extLst>
              <a:ext uri="{FF2B5EF4-FFF2-40B4-BE49-F238E27FC236}">
                <a16:creationId xmlns:a16="http://schemas.microsoft.com/office/drawing/2014/main" id="{5527A35B-C0F2-CBC4-611E-DCC39A953FEE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3" name="Google Shape;301;p38">
            <a:extLst>
              <a:ext uri="{FF2B5EF4-FFF2-40B4-BE49-F238E27FC236}">
                <a16:creationId xmlns:a16="http://schemas.microsoft.com/office/drawing/2014/main" id="{97724A33-0EB5-DA2D-B866-892129C49522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FFDDF1-A937-08B0-87BB-46EAE3276B3A}"/>
              </a:ext>
            </a:extLst>
          </p:cNvPr>
          <p:cNvSpPr txBox="1"/>
          <p:nvPr/>
        </p:nvSpPr>
        <p:spPr>
          <a:xfrm>
            <a:off x="10069489" y="177165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optimisé pour la machine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0B5BA6-CD46-B1F2-1107-C58C1ED378B8}"/>
              </a:ext>
            </a:extLst>
          </p:cNvPr>
          <p:cNvSpPr txBox="1"/>
          <p:nvPr/>
        </p:nvSpPr>
        <p:spPr>
          <a:xfrm>
            <a:off x="10069489" y="2276380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des erreurs avant exécution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B03313-F7B2-8964-9A18-23F44400A396}"/>
              </a:ext>
            </a:extLst>
          </p:cNvPr>
          <p:cNvSpPr txBox="1"/>
          <p:nvPr/>
        </p:nvSpPr>
        <p:spPr>
          <a:xfrm>
            <a:off x="10069489" y="3228766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Plus stable pour les grosses applications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FE0F12-30B6-48FE-BA63-63E263523D64}"/>
              </a:ext>
            </a:extLst>
          </p:cNvPr>
          <p:cNvSpPr txBox="1"/>
          <p:nvPr/>
        </p:nvSpPr>
        <p:spPr>
          <a:xfrm>
            <a:off x="10069489" y="418115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gestion des ressources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77CA352-3BF8-0062-8F9C-3230BB0CA6EC}"/>
              </a:ext>
            </a:extLst>
          </p:cNvPr>
          <p:cNvSpPr txBox="1"/>
          <p:nvPr/>
        </p:nvSpPr>
        <p:spPr>
          <a:xfrm>
            <a:off x="10069489" y="116473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Exécution très rapide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FE96F86-309A-B42B-0679-535116AEE221}"/>
              </a:ext>
            </a:extLst>
          </p:cNvPr>
          <p:cNvSpPr txBox="1">
            <a:spLocks/>
          </p:cNvSpPr>
          <p:nvPr/>
        </p:nvSpPr>
        <p:spPr>
          <a:xfrm>
            <a:off x="10069489" y="1284756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</p:spTree>
    <p:extLst>
      <p:ext uri="{BB962C8B-B14F-4D97-AF65-F5344CB8AC3E}">
        <p14:creationId xmlns:p14="http://schemas.microsoft.com/office/powerpoint/2010/main" val="1576192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C90919FD-D4E9-365F-9BC9-E7EAF200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9B3B82ED-FEDE-0634-58F3-718981CE1CA0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AE2236CD-BF49-8D51-5DD9-3251359B414D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8EA1888E-88DD-AA13-60B4-E84274BA6DAE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C3E54D9-2DF5-6F68-0317-FCD4657AAEA0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CC0185-6AE4-52D7-4672-1EDF420F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744F9B2-16B3-16BE-7582-57C51A437364}"/>
              </a:ext>
            </a:extLst>
          </p:cNvPr>
          <p:cNvSpPr txBox="1">
            <a:spLocks/>
          </p:cNvSpPr>
          <p:nvPr/>
        </p:nvSpPr>
        <p:spPr>
          <a:xfrm>
            <a:off x="10017310" y="216614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Cycle de développement plus lent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F5CC47-44BC-FB9A-4F2F-CCAAF2CB3145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64DAA9F9-B116-36BC-8CEF-CE15C1627719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9836E353-9184-9C8D-907A-08F5D20FD347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BE5F798A-4028-4975-0CDA-5767527F9510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 flipV="1">
            <a:off x="5057836" y="1627787"/>
            <a:ext cx="328480" cy="1251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88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B6BF53DC-782A-8DF1-8DCC-A780A037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C6E1ED7D-C669-CC1F-EB67-B1F24E77C952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94B9A08F-7B7B-6C18-64B7-8F13D750A396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57EB4FA9-D16B-7EF7-72C9-496822DA638C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0F0A5B0-1272-171F-125B-36E238F0E09E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DA2F0C-922E-91A1-C7A0-20912172F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F563ACA-4F31-F8E5-75CB-915A966BFE7A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Cycle de développement plus lent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F7BC5D-872C-7522-D29F-84916CE9995F}"/>
              </a:ext>
            </a:extLst>
          </p:cNvPr>
          <p:cNvSpPr txBox="1">
            <a:spLocks/>
          </p:cNvSpPr>
          <p:nvPr/>
        </p:nvSpPr>
        <p:spPr>
          <a:xfrm>
            <a:off x="10105799" y="2879247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flexible pour tester rapidement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FFEE12B-D64D-02A0-89AA-BE1250CF9164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464E263E-AB7A-54B0-4127-D6FF5A4772B0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6201F42E-9A07-F7D7-A588-09E87D7F0921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910F55CA-1F7B-C1D8-3227-BCB537F74842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 flipV="1">
            <a:off x="5057836" y="1627787"/>
            <a:ext cx="328480" cy="1251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7A933541-2017-5656-C142-AF7E19863C9D}"/>
              </a:ext>
            </a:extLst>
          </p:cNvPr>
          <p:cNvCxnSpPr>
            <a:stCxn id="17" idx="3"/>
            <a:endCxn id="5" idx="1"/>
          </p:cNvCxnSpPr>
          <p:nvPr/>
        </p:nvCxnSpPr>
        <p:spPr>
          <a:xfrm flipV="1">
            <a:off x="5057836" y="2336535"/>
            <a:ext cx="328480" cy="542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77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B9648CC6-30A9-8D32-0143-AAA2C842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0A7E1F7D-EB63-47EA-958C-AE863B78FE5A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6611F055-C1B5-AB5F-B220-FBD16A43EFEA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552D54B3-1603-8F6B-D375-16C1DBB8688D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EEE205A-DE24-CF76-CE45-50F69D199953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009A1F-DB67-888A-F907-9F0C87FC2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F8C6F6B-B345-585B-0368-0FE64D42309E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Cycle de développement plus lent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69CA4F-D88A-3595-ED30-79A974232C9E}"/>
              </a:ext>
            </a:extLst>
          </p:cNvPr>
          <p:cNvSpPr txBox="1">
            <a:spLocks/>
          </p:cNvSpPr>
          <p:nvPr/>
        </p:nvSpPr>
        <p:spPr>
          <a:xfrm>
            <a:off x="5386316" y="2774902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flexible pour tester rapidement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8F3CF5-884A-28D1-50F2-5A5F78163D0C}"/>
              </a:ext>
            </a:extLst>
          </p:cNvPr>
          <p:cNvSpPr txBox="1">
            <a:spLocks/>
          </p:cNvSpPr>
          <p:nvPr/>
        </p:nvSpPr>
        <p:spPr>
          <a:xfrm>
            <a:off x="10017310" y="3996692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Dépend parfois du système (compatibilité)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1BF2BF-8C1A-29F6-DA40-EE88D9A57909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4B1B01AB-0B6C-3EEF-8EC7-C4D9FC6DC35C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DCAF5D9D-4CB9-D820-DAF1-F4A3F81AF8B0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3C50C914-92F2-E883-2991-7E1C265DB7A8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 flipV="1">
            <a:off x="5057836" y="1627787"/>
            <a:ext cx="328480" cy="1251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02E5AC0D-37F4-13AB-5E6B-717D92B2EA8A}"/>
              </a:ext>
            </a:extLst>
          </p:cNvPr>
          <p:cNvCxnSpPr>
            <a:stCxn id="17" idx="3"/>
            <a:endCxn id="5" idx="1"/>
          </p:cNvCxnSpPr>
          <p:nvPr/>
        </p:nvCxnSpPr>
        <p:spPr>
          <a:xfrm flipV="1">
            <a:off x="5057836" y="2336535"/>
            <a:ext cx="328480" cy="542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C184DA42-82A6-6E1D-C238-4F6158371C51}"/>
              </a:ext>
            </a:extLst>
          </p:cNvPr>
          <p:cNvCxnSpPr>
            <a:stCxn id="17" idx="3"/>
            <a:endCxn id="10" idx="1"/>
          </p:cNvCxnSpPr>
          <p:nvPr/>
        </p:nvCxnSpPr>
        <p:spPr>
          <a:xfrm>
            <a:off x="5057836" y="2879247"/>
            <a:ext cx="328480" cy="3111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77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2A517D00-89CD-29BB-152D-B5CE9D93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75786568-256A-8EF0-595A-FAC4B8BFC9C6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13457F7B-18DB-CDCA-9072-8AF36BC2150B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D6A85B76-8E9C-DE4E-BEF5-5B826E0DC1F8}"/>
              </a:ext>
            </a:extLst>
          </p:cNvPr>
          <p:cNvSpPr/>
          <p:nvPr/>
        </p:nvSpPr>
        <p:spPr>
          <a:xfrm>
            <a:off x="255854" y="2396982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65A880-DA68-F89B-92B3-7636FF287B4E}"/>
              </a:ext>
            </a:extLst>
          </p:cNvPr>
          <p:cNvSpPr txBox="1"/>
          <p:nvPr/>
        </p:nvSpPr>
        <p:spPr>
          <a:xfrm>
            <a:off x="1300152" y="2586859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062658-B7D6-3C9A-3843-5C2D0E59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2" y="2541880"/>
            <a:ext cx="609604" cy="6096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61AC222-257F-42A8-E747-B81B42B5B4FF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Cycle de développement plus lent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EB3407-979A-B4F0-D682-ECE552D3E9E3}"/>
              </a:ext>
            </a:extLst>
          </p:cNvPr>
          <p:cNvSpPr txBox="1">
            <a:spLocks/>
          </p:cNvSpPr>
          <p:nvPr/>
        </p:nvSpPr>
        <p:spPr>
          <a:xfrm>
            <a:off x="5386316" y="2774902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flexible pour tester rapidement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223F78-02EC-C673-3111-75D92DE7F6CA}"/>
              </a:ext>
            </a:extLst>
          </p:cNvPr>
          <p:cNvSpPr txBox="1">
            <a:spLocks/>
          </p:cNvSpPr>
          <p:nvPr/>
        </p:nvSpPr>
        <p:spPr>
          <a:xfrm>
            <a:off x="5386316" y="3790215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Dépend parfois du système (compatibilité)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8C96F6D-7FA2-31CB-8B3D-D8D5241DF4BD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E725A818-5238-51C6-3007-84B1B51867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84" t="20329" r="-19084" b="5683"/>
          <a:stretch>
            <a:fillRect/>
          </a:stretch>
        </p:blipFill>
        <p:spPr>
          <a:xfrm>
            <a:off x="9852598" y="1187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</p:pic>
      <p:sp>
        <p:nvSpPr>
          <p:cNvPr id="20" name="Google Shape;301;p38">
            <a:extLst>
              <a:ext uri="{FF2B5EF4-FFF2-40B4-BE49-F238E27FC236}">
                <a16:creationId xmlns:a16="http://schemas.microsoft.com/office/drawing/2014/main" id="{3BE5D589-6848-09FC-F403-CEA47BE7BF6D}"/>
              </a:ext>
            </a:extLst>
          </p:cNvPr>
          <p:cNvSpPr txBox="1">
            <a:spLocks/>
          </p:cNvSpPr>
          <p:nvPr/>
        </p:nvSpPr>
        <p:spPr>
          <a:xfrm>
            <a:off x="-1791644" y="447752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09B11B30-D14C-F8FA-D1FE-11485E50D4B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58985164-A6EA-0B59-84F5-DC6680B67DBC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9BD95DDD-64F7-AAEE-6DC6-E013958D7F23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 flipV="1">
            <a:off x="5057836" y="1627787"/>
            <a:ext cx="328480" cy="12514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F52CCD4E-EAFE-7A7D-6222-F54D7DE6E177}"/>
              </a:ext>
            </a:extLst>
          </p:cNvPr>
          <p:cNvCxnSpPr>
            <a:stCxn id="17" idx="3"/>
            <a:endCxn id="5" idx="1"/>
          </p:cNvCxnSpPr>
          <p:nvPr/>
        </p:nvCxnSpPr>
        <p:spPr>
          <a:xfrm flipV="1">
            <a:off x="5057836" y="2336535"/>
            <a:ext cx="328480" cy="5427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5ECA4E62-A1FE-5877-5A9B-F941616856CE}"/>
              </a:ext>
            </a:extLst>
          </p:cNvPr>
          <p:cNvCxnSpPr>
            <a:stCxn id="17" idx="3"/>
            <a:endCxn id="10" idx="1"/>
          </p:cNvCxnSpPr>
          <p:nvPr/>
        </p:nvCxnSpPr>
        <p:spPr>
          <a:xfrm>
            <a:off x="5057836" y="2879247"/>
            <a:ext cx="328480" cy="3111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2E1B36DD-A8CB-C908-9030-0F46B84746A2}"/>
              </a:ext>
            </a:extLst>
          </p:cNvPr>
          <p:cNvCxnSpPr>
            <a:stCxn id="17" idx="3"/>
            <a:endCxn id="12" idx="1"/>
          </p:cNvCxnSpPr>
          <p:nvPr/>
        </p:nvCxnSpPr>
        <p:spPr>
          <a:xfrm>
            <a:off x="5057836" y="2879247"/>
            <a:ext cx="328480" cy="13264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282;p36">
            <a:extLst>
              <a:ext uri="{FF2B5EF4-FFF2-40B4-BE49-F238E27FC236}">
                <a16:creationId xmlns:a16="http://schemas.microsoft.com/office/drawing/2014/main" id="{F6504630-C30B-E452-1B1E-3623A1745BF6}"/>
              </a:ext>
            </a:extLst>
          </p:cNvPr>
          <p:cNvSpPr txBox="1">
            <a:spLocks/>
          </p:cNvSpPr>
          <p:nvPr/>
        </p:nvSpPr>
        <p:spPr>
          <a:xfrm>
            <a:off x="170301" y="5444310"/>
            <a:ext cx="5216015" cy="2903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5400">
                <a:latin typeface="Rockwell Extra Bold" panose="02060903040505020403" pitchFamily="18" charset="0"/>
              </a:rPr>
              <a:t>JavaScript : typage</a:t>
            </a:r>
          </a:p>
        </p:txBody>
      </p:sp>
    </p:spTree>
    <p:extLst>
      <p:ext uri="{BB962C8B-B14F-4D97-AF65-F5344CB8AC3E}">
        <p14:creationId xmlns:p14="http://schemas.microsoft.com/office/powerpoint/2010/main" val="432935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0E4F0EFA-3A09-90D6-3EF0-2AE4E57E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531E5280-B5F9-DA24-327C-0DD1BEA2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2E46F032-83FA-0585-7996-60BF14F84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074" y="1344258"/>
            <a:ext cx="5216015" cy="29037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5400">
                <a:latin typeface="Rockwell Extra Bold" panose="02060903040505020403" pitchFamily="18" charset="0"/>
              </a:rPr>
              <a:t>JavaScript : typage</a:t>
            </a:r>
            <a:endParaRPr sz="5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5D7B5BDD-D9CD-7040-A764-14C6135493BC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22E1DB3A-96BC-3464-E8EB-306C019A4808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C6377909-2E86-18A0-24C7-00EBA49C1F30}"/>
              </a:ext>
            </a:extLst>
          </p:cNvPr>
          <p:cNvSpPr>
            <a:spLocks noChangeAspect="1"/>
          </p:cNvSpPr>
          <p:nvPr/>
        </p:nvSpPr>
        <p:spPr>
          <a:xfrm>
            <a:off x="1523349" y="4095450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955FC64D-4D54-8F2B-7AA7-00A8A0A9FC30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917BBEF5-206E-6ACA-180A-9A20F1549E2D}"/>
              </a:ext>
            </a:extLst>
          </p:cNvPr>
          <p:cNvSpPr/>
          <p:nvPr/>
        </p:nvSpPr>
        <p:spPr>
          <a:xfrm>
            <a:off x="10743303" y="3495735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D4AE9381-ED43-E68E-C5C3-E58788A1F60F}"/>
              </a:ext>
            </a:extLst>
          </p:cNvPr>
          <p:cNvSpPr txBox="1">
            <a:spLocks/>
          </p:cNvSpPr>
          <p:nvPr/>
        </p:nvSpPr>
        <p:spPr>
          <a:xfrm>
            <a:off x="263074" y="485676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26" name="Google Shape;414;p44">
            <a:extLst>
              <a:ext uri="{FF2B5EF4-FFF2-40B4-BE49-F238E27FC236}">
                <a16:creationId xmlns:a16="http://schemas.microsoft.com/office/drawing/2014/main" id="{A29DDAA0-A82D-3AAB-78F8-E3E7804CB72E}"/>
              </a:ext>
            </a:extLst>
          </p:cNvPr>
          <p:cNvSpPr/>
          <p:nvPr/>
        </p:nvSpPr>
        <p:spPr>
          <a:xfrm>
            <a:off x="-5156837" y="2471518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52F1A71-E6C6-5908-20E9-03BD4C1B1104}"/>
              </a:ext>
            </a:extLst>
          </p:cNvPr>
          <p:cNvSpPr txBox="1"/>
          <p:nvPr/>
        </p:nvSpPr>
        <p:spPr>
          <a:xfrm>
            <a:off x="-4112539" y="2661395"/>
            <a:ext cx="375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Inconvénients</a:t>
            </a:r>
            <a:endParaRPr lang="fr-FR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4906C4E-9C78-C338-57DD-4E4F48BCB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11939" y="2616416"/>
            <a:ext cx="609604" cy="609604"/>
          </a:xfrm>
          <a:prstGeom prst="rect">
            <a:avLst/>
          </a:prstGeom>
        </p:spPr>
      </p:pic>
      <p:sp>
        <p:nvSpPr>
          <p:cNvPr id="29" name="Google Shape;282;p36">
            <a:extLst>
              <a:ext uri="{FF2B5EF4-FFF2-40B4-BE49-F238E27FC236}">
                <a16:creationId xmlns:a16="http://schemas.microsoft.com/office/drawing/2014/main" id="{0F8F94AE-4822-5610-A7E8-511B6D349D5A}"/>
              </a:ext>
            </a:extLst>
          </p:cNvPr>
          <p:cNvSpPr txBox="1">
            <a:spLocks/>
          </p:cNvSpPr>
          <p:nvPr/>
        </p:nvSpPr>
        <p:spPr>
          <a:xfrm>
            <a:off x="623816" y="-999779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compilés</a:t>
            </a:r>
          </a:p>
        </p:txBody>
      </p:sp>
      <p:sp>
        <p:nvSpPr>
          <p:cNvPr id="48" name="Google Shape;301;p38">
            <a:extLst>
              <a:ext uri="{FF2B5EF4-FFF2-40B4-BE49-F238E27FC236}">
                <a16:creationId xmlns:a16="http://schemas.microsoft.com/office/drawing/2014/main" id="{30BBF866-A1B8-C503-9215-F5CD2D1AAB1A}"/>
              </a:ext>
            </a:extLst>
          </p:cNvPr>
          <p:cNvSpPr txBox="1">
            <a:spLocks/>
          </p:cNvSpPr>
          <p:nvPr/>
        </p:nvSpPr>
        <p:spPr>
          <a:xfrm>
            <a:off x="0" y="-108182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04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FB2C73-77D8-6629-7D7B-421CDFC582B5}"/>
              </a:ext>
            </a:extLst>
          </p:cNvPr>
          <p:cNvSpPr txBox="1"/>
          <p:nvPr/>
        </p:nvSpPr>
        <p:spPr>
          <a:xfrm>
            <a:off x="-5156837" y="1165461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00C589-C058-4519-A9F7-30A1B8FA58BA}"/>
              </a:ext>
            </a:extLst>
          </p:cNvPr>
          <p:cNvSpPr txBox="1">
            <a:spLocks/>
          </p:cNvSpPr>
          <p:nvPr/>
        </p:nvSpPr>
        <p:spPr>
          <a:xfrm>
            <a:off x="9999600" y="206452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Cycle de développement plus lent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37AC83-BCF5-FBB8-03A1-09A4CA3DC79D}"/>
              </a:ext>
            </a:extLst>
          </p:cNvPr>
          <p:cNvSpPr txBox="1">
            <a:spLocks/>
          </p:cNvSpPr>
          <p:nvPr/>
        </p:nvSpPr>
        <p:spPr>
          <a:xfrm>
            <a:off x="9999600" y="2733729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Moins flexible pour tester rapidement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81C98D-67BF-DDC9-BCE0-1D392021B4E3}"/>
              </a:ext>
            </a:extLst>
          </p:cNvPr>
          <p:cNvSpPr txBox="1">
            <a:spLocks/>
          </p:cNvSpPr>
          <p:nvPr/>
        </p:nvSpPr>
        <p:spPr>
          <a:xfrm>
            <a:off x="9999600" y="3749042"/>
            <a:ext cx="3757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Dépend parfois du système (compatibilité)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04953FB-6E79-1DE1-0328-4EB8D27C1995}"/>
              </a:ext>
            </a:extLst>
          </p:cNvPr>
          <p:cNvSpPr txBox="1">
            <a:spLocks/>
          </p:cNvSpPr>
          <p:nvPr/>
        </p:nvSpPr>
        <p:spPr>
          <a:xfrm>
            <a:off x="9999600" y="135578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Temps de compilation nécessaire</a:t>
            </a:r>
          </a:p>
        </p:txBody>
      </p:sp>
    </p:spTree>
    <p:extLst>
      <p:ext uri="{BB962C8B-B14F-4D97-AF65-F5344CB8AC3E}">
        <p14:creationId xmlns:p14="http://schemas.microsoft.com/office/powerpoint/2010/main" val="4283431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/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9994321E-8964-B14D-D472-29C0AC165DEB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E55F52-F88A-47BD-4FD5-7EF4BEFF5830}"/>
              </a:ext>
            </a:extLst>
          </p:cNvPr>
          <p:cNvSpPr txBox="1"/>
          <p:nvPr/>
        </p:nvSpPr>
        <p:spPr>
          <a:xfrm>
            <a:off x="2169535" y="1198075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pic>
        <p:nvPicPr>
          <p:cNvPr id="11" name="Google Shape;240;p33">
            <a:extLst>
              <a:ext uri="{FF2B5EF4-FFF2-40B4-BE49-F238E27FC236}">
                <a16:creationId xmlns:a16="http://schemas.microsoft.com/office/drawing/2014/main" id="{2A086072-E211-B2EE-1AB1-A8FE07F43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98997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BAC9AAAA-D0E2-DF32-A2E6-21706BBB2E23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BC64557D-AD7A-E79E-DB08-AB654A931D82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6BC112B-0D38-969C-A25E-9AF474C40BB6}"/>
              </a:ext>
            </a:extLst>
          </p:cNvPr>
          <p:cNvSpPr txBox="1"/>
          <p:nvPr/>
        </p:nvSpPr>
        <p:spPr>
          <a:xfrm>
            <a:off x="3130281" y="5986671"/>
            <a:ext cx="2883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Typage dynamique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51CF8B45-7CA6-A58B-37A1-B09EEDCA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4D2CADC8-17F1-7B02-367F-85BA98A5E93B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C2CBBD8E-17E4-F797-CDC6-54E3BABECB05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0EB1290D-B99A-B8CD-024B-377E82B251FF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3D3187A9-F2EF-B8D6-770A-967868470BDF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6C734165-E96C-4815-2A87-300F47D904D4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EA829FD-D36E-FDF6-59F8-335E44037F9F}"/>
              </a:ext>
            </a:extLst>
          </p:cNvPr>
          <p:cNvSpPr txBox="1"/>
          <p:nvPr/>
        </p:nvSpPr>
        <p:spPr>
          <a:xfrm>
            <a:off x="2169535" y="1198075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22D330C0-62F6-9EFC-4ECF-F7F31F28E597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CDA5E811-93D7-31BB-CEC0-98011A183A1D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ECE9FED-05D4-D60C-A1AB-1063C01E347C}"/>
              </a:ext>
            </a:extLst>
          </p:cNvPr>
          <p:cNvSpPr txBox="1"/>
          <p:nvPr/>
        </p:nvSpPr>
        <p:spPr>
          <a:xfrm>
            <a:off x="3168432" y="2218018"/>
            <a:ext cx="2883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Typage dynamique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8D38D4-3E56-BF0C-F7A3-5A144A8CCC3B}"/>
              </a:ext>
            </a:extLst>
          </p:cNvPr>
          <p:cNvSpPr txBox="1"/>
          <p:nvPr/>
        </p:nvSpPr>
        <p:spPr>
          <a:xfrm>
            <a:off x="1001914" y="6345986"/>
            <a:ext cx="3757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Une variable peut changer de type (exécution directe)</a:t>
            </a:r>
          </a:p>
        </p:txBody>
      </p:sp>
    </p:spTree>
    <p:extLst>
      <p:ext uri="{BB962C8B-B14F-4D97-AF65-F5344CB8AC3E}">
        <p14:creationId xmlns:p14="http://schemas.microsoft.com/office/powerpoint/2010/main" val="3000150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9864BFAC-2AFA-6F81-A344-D50703ED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7DAFAF58-2D03-CC6F-626A-55D3237767D0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2B81AE57-A25D-304A-DFC5-C79D0B4A738B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93EA337E-9FE5-2CEA-26D0-AA91A4226A61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4CC698AB-95D5-6860-D2B8-B3E3B22C02DA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9CA3A4F0-F7C8-A17A-699C-EF89D234A36B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78D450-1FF0-59B8-C771-5F7D6835DF75}"/>
              </a:ext>
            </a:extLst>
          </p:cNvPr>
          <p:cNvSpPr txBox="1"/>
          <p:nvPr/>
        </p:nvSpPr>
        <p:spPr>
          <a:xfrm>
            <a:off x="2169535" y="1198075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4925400C-A01D-3248-133A-A75D3D5DEB37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2218F693-A478-EC19-1EA2-20BE920FB2C9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A4B145F-9836-D366-D652-51CFE133C554}"/>
              </a:ext>
            </a:extLst>
          </p:cNvPr>
          <p:cNvSpPr txBox="1"/>
          <p:nvPr/>
        </p:nvSpPr>
        <p:spPr>
          <a:xfrm>
            <a:off x="3168432" y="2218018"/>
            <a:ext cx="2883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Typage dynamique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772AA06-B5E7-F828-8DD9-9B07E1BC8A67}"/>
              </a:ext>
            </a:extLst>
          </p:cNvPr>
          <p:cNvSpPr txBox="1"/>
          <p:nvPr/>
        </p:nvSpPr>
        <p:spPr>
          <a:xfrm>
            <a:off x="1001914" y="3336922"/>
            <a:ext cx="3757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Une variable peut changer de type (exécution directe)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57ADB2E-6BDB-1944-584D-BFAEA0906853}"/>
              </a:ext>
            </a:extLst>
          </p:cNvPr>
          <p:cNvSpPr txBox="1"/>
          <p:nvPr/>
        </p:nvSpPr>
        <p:spPr>
          <a:xfrm>
            <a:off x="4759598" y="5604916"/>
            <a:ext cx="2883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Pas de déclaration de type obligatoire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7D15C283-4A9F-1E8E-1BF3-398E649DEAD4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5400000">
            <a:off x="3509168" y="2235938"/>
            <a:ext cx="472573" cy="17293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043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01E706BF-C27C-43D1-3F34-7B647BE0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E7BD249A-4BAB-473E-2164-44BBC6EA7CD7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C243A2CB-5CFA-5484-05B8-6616B66BFCFA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AC592975-D980-C22A-97BB-E8541F0127C3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2B302566-007B-81DD-40BA-0E83B4426B46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F9828C42-7901-AF2F-F92A-CB35129A3EEB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B8A004-7926-9983-411E-0BFD4701ED15}"/>
              </a:ext>
            </a:extLst>
          </p:cNvPr>
          <p:cNvSpPr txBox="1"/>
          <p:nvPr/>
        </p:nvSpPr>
        <p:spPr>
          <a:xfrm>
            <a:off x="2169535" y="1198075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8275CD47-3CE7-26CE-B2F1-ED0EF0804D4A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D83643FF-8E08-BE79-9B79-09D579369F4C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8F4BD9-2B09-F5FF-C8D2-3D19B3303E4B}"/>
              </a:ext>
            </a:extLst>
          </p:cNvPr>
          <p:cNvSpPr txBox="1"/>
          <p:nvPr/>
        </p:nvSpPr>
        <p:spPr>
          <a:xfrm>
            <a:off x="3168432" y="2218018"/>
            <a:ext cx="2883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Typage dynamique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5B61D3C-1CED-E0E4-5BE2-E6C16DC963E4}"/>
              </a:ext>
            </a:extLst>
          </p:cNvPr>
          <p:cNvSpPr txBox="1"/>
          <p:nvPr/>
        </p:nvSpPr>
        <p:spPr>
          <a:xfrm>
            <a:off x="1001914" y="3336922"/>
            <a:ext cx="3757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Une variable peut changer de type (exécution directe)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AF96A5-59FC-56D0-536A-FFA08177B2C5}"/>
              </a:ext>
            </a:extLst>
          </p:cNvPr>
          <p:cNvSpPr txBox="1"/>
          <p:nvPr/>
        </p:nvSpPr>
        <p:spPr>
          <a:xfrm>
            <a:off x="4759598" y="3336922"/>
            <a:ext cx="2883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Pas de déclaration de type obligatoire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C6F3F2F5-563F-6ECA-5433-6D1FD5A2AA89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5400000">
            <a:off x="3509168" y="2235938"/>
            <a:ext cx="472573" cy="17293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2A9EC71E-805F-AE7D-AC08-E590B3504FC8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rot="16200000" flipH="1">
            <a:off x="5169448" y="2305052"/>
            <a:ext cx="472573" cy="15911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BB0A085-DFAA-B3C2-4BF9-EE3799B65820}"/>
              </a:ext>
            </a:extLst>
          </p:cNvPr>
          <p:cNvSpPr/>
          <p:nvPr/>
        </p:nvSpPr>
        <p:spPr>
          <a:xfrm>
            <a:off x="3004091" y="5870675"/>
            <a:ext cx="3212120" cy="155958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EFB62C-0472-700B-9FF6-AF822EFE00C7}"/>
              </a:ext>
            </a:extLst>
          </p:cNvPr>
          <p:cNvSpPr txBox="1"/>
          <p:nvPr/>
        </p:nvSpPr>
        <p:spPr>
          <a:xfrm>
            <a:off x="9795682" y="1231570"/>
            <a:ext cx="1541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u="sng">
                <a:latin typeface="Agency FB" panose="020B0503020202020204" pitchFamily="34" charset="0"/>
              </a:rPr>
              <a:t>Exemple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71C4173-B6FA-E8CD-6845-B885A4C872B3}"/>
              </a:ext>
            </a:extLst>
          </p:cNvPr>
          <p:cNvSpPr txBox="1"/>
          <p:nvPr/>
        </p:nvSpPr>
        <p:spPr>
          <a:xfrm>
            <a:off x="3667358" y="6127557"/>
            <a:ext cx="2162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let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9933"/>
                </a:solidFill>
                <a:latin typeface="Agency FB" panose="020B0503020202020204" pitchFamily="34" charset="0"/>
              </a:rPr>
              <a:t>10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</a:p>
          <a:p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66D492"/>
                </a:solidFill>
                <a:latin typeface="Agency FB" panose="020B0503020202020204" pitchFamily="34" charset="0"/>
              </a:rPr>
              <a:t>"bonjour“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  <a:endParaRPr lang="fr-FR" sz="2800" b="1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67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C0F98A85-90FA-E675-0BA8-D1980B16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E5E5A35-50AC-E51C-7310-371F8C679AE8}"/>
              </a:ext>
            </a:extLst>
          </p:cNvPr>
          <p:cNvSpPr/>
          <p:nvPr/>
        </p:nvSpPr>
        <p:spPr>
          <a:xfrm>
            <a:off x="2965940" y="2314868"/>
            <a:ext cx="3212120" cy="155958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77627C7A-A9F5-CD78-38D2-33DCB0E1AE81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A7DF7BBB-D710-D676-5B51-691297481494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641E0E65-006E-A683-316D-AC5583CAB279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87D7C4F5-AADA-968C-6384-0E6F797EFEA4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642D51AA-B598-0C76-9389-EEA03B43361B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AE67C88-0E36-3CC2-5CD1-D63A2B5E28AE}"/>
              </a:ext>
            </a:extLst>
          </p:cNvPr>
          <p:cNvSpPr txBox="1"/>
          <p:nvPr/>
        </p:nvSpPr>
        <p:spPr>
          <a:xfrm>
            <a:off x="-5856865" y="1294925"/>
            <a:ext cx="480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JavaScript est </a:t>
            </a:r>
            <a:r>
              <a:rPr lang="fr-FR" sz="3600" b="1">
                <a:latin typeface="Agency FB" panose="020B0503020202020204" pitchFamily="34" charset="0"/>
              </a:rPr>
              <a:t>faiblement typé</a:t>
            </a: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333FE9C7-D6EA-390E-D5ED-FBE7FB057C25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11069E0C-0F09-20DA-847C-A754DA52508C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CE4C102-19FD-EC50-9B64-3F05DBABB5D5}"/>
              </a:ext>
            </a:extLst>
          </p:cNvPr>
          <p:cNvSpPr txBox="1"/>
          <p:nvPr/>
        </p:nvSpPr>
        <p:spPr>
          <a:xfrm>
            <a:off x="-4857968" y="2314868"/>
            <a:ext cx="2883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Typage dynamique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23F5143-EC0C-8E54-F1AB-B961FF2DFC03}"/>
              </a:ext>
            </a:extLst>
          </p:cNvPr>
          <p:cNvSpPr txBox="1"/>
          <p:nvPr/>
        </p:nvSpPr>
        <p:spPr>
          <a:xfrm>
            <a:off x="-7024486" y="3433772"/>
            <a:ext cx="3757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Une variable peut changer de type (exécution directe)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D2F471B-3F65-775A-E2DF-B667DAC8393C}"/>
              </a:ext>
            </a:extLst>
          </p:cNvPr>
          <p:cNvSpPr txBox="1"/>
          <p:nvPr/>
        </p:nvSpPr>
        <p:spPr>
          <a:xfrm>
            <a:off x="-3266802" y="3433772"/>
            <a:ext cx="2883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Pas de déclaration de type obligatoire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66FC27A-0039-9846-F011-FBC6E37C79B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5400000">
            <a:off x="-4517232" y="2332788"/>
            <a:ext cx="472573" cy="17293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8DBAEA40-EC65-0E0C-6911-7770EACADFA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rot="16200000" flipH="1">
            <a:off x="-2856952" y="2401902"/>
            <a:ext cx="472573" cy="15911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D2EE3AFD-E64E-86D3-F9F2-A5578999CE14}"/>
              </a:ext>
            </a:extLst>
          </p:cNvPr>
          <p:cNvSpPr txBox="1"/>
          <p:nvPr/>
        </p:nvSpPr>
        <p:spPr>
          <a:xfrm>
            <a:off x="3801282" y="1269050"/>
            <a:ext cx="1541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u="sng">
                <a:latin typeface="Agency FB" panose="020B0503020202020204" pitchFamily="34" charset="0"/>
              </a:rPr>
              <a:t>Exemple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267324-1229-C491-1026-6959D96DBD57}"/>
              </a:ext>
            </a:extLst>
          </p:cNvPr>
          <p:cNvSpPr txBox="1"/>
          <p:nvPr/>
        </p:nvSpPr>
        <p:spPr>
          <a:xfrm>
            <a:off x="3629207" y="2571750"/>
            <a:ext cx="2162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let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9933"/>
                </a:solidFill>
                <a:latin typeface="Agency FB" panose="020B0503020202020204" pitchFamily="34" charset="0"/>
              </a:rPr>
              <a:t>10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</a:p>
          <a:p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66D492"/>
                </a:solidFill>
                <a:latin typeface="Agency FB" panose="020B0503020202020204" pitchFamily="34" charset="0"/>
              </a:rPr>
              <a:t>"bonjour“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  <a:endParaRPr lang="fr-FR" sz="2800" b="1">
              <a:latin typeface="Agency FB" panose="020B0503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F0A23F-BE15-8686-3A6F-6A3B3A7F2B6A}"/>
              </a:ext>
            </a:extLst>
          </p:cNvPr>
          <p:cNvSpPr txBox="1"/>
          <p:nvPr/>
        </p:nvSpPr>
        <p:spPr>
          <a:xfrm>
            <a:off x="-8279733" y="1294924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84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78429078-FB82-49D2-7C56-7FF38CE1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3A388543-B70B-66D2-DB64-81860F64921B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A60C13F6-353F-44E6-CA04-D550F2A3F7F4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C5329CB1-4730-76C3-9026-EFC48F33E553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6F712027-6F47-A961-4E61-D42B6AF596A3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DE5F6CFE-E01C-8CDD-E0B1-69B0CAA1BCAE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F0FDBB-1F00-992D-4157-17980032B1C9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FF0C5932-F683-3561-6588-971039D32094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38E41564-DD36-91CC-6CCC-DD706D02874E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0EF72F3-7CFC-311A-6FC8-BB39B5EEC0FA}"/>
              </a:ext>
            </a:extLst>
          </p:cNvPr>
          <p:cNvSpPr txBox="1"/>
          <p:nvPr/>
        </p:nvSpPr>
        <p:spPr>
          <a:xfrm>
            <a:off x="-5665669" y="224858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08E7CBC-EBD3-06D5-B06A-A1C58CE64D80}"/>
              </a:ext>
            </a:extLst>
          </p:cNvPr>
          <p:cNvSpPr/>
          <p:nvPr/>
        </p:nvSpPr>
        <p:spPr>
          <a:xfrm>
            <a:off x="3004091" y="5870675"/>
            <a:ext cx="3212120" cy="155958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597F47-22A5-882C-2298-01F82AF07EC1}"/>
              </a:ext>
            </a:extLst>
          </p:cNvPr>
          <p:cNvSpPr txBox="1"/>
          <p:nvPr/>
        </p:nvSpPr>
        <p:spPr>
          <a:xfrm>
            <a:off x="9795682" y="1231570"/>
            <a:ext cx="1541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u="sng">
                <a:latin typeface="Agency FB" panose="020B0503020202020204" pitchFamily="34" charset="0"/>
              </a:rPr>
              <a:t>Exemple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258512E-01E1-364A-9122-015AD0987A04}"/>
              </a:ext>
            </a:extLst>
          </p:cNvPr>
          <p:cNvSpPr txBox="1"/>
          <p:nvPr/>
        </p:nvSpPr>
        <p:spPr>
          <a:xfrm>
            <a:off x="3667358" y="6127557"/>
            <a:ext cx="2162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let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9933"/>
                </a:solidFill>
                <a:latin typeface="Agency FB" panose="020B0503020202020204" pitchFamily="34" charset="0"/>
              </a:rPr>
              <a:t>10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</a:p>
          <a:p>
            <a:r>
              <a:rPr lang="en-US" sz="2800" b="1">
                <a:solidFill>
                  <a:srgbClr val="9995FA"/>
                </a:solidFill>
                <a:latin typeface="Agency FB" panose="020B0503020202020204" pitchFamily="34" charset="0"/>
              </a:rPr>
              <a:t>x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FFA3CE"/>
                </a:solidFill>
                <a:latin typeface="Agency FB" panose="020B0503020202020204" pitchFamily="34" charset="0"/>
              </a:rPr>
              <a:t>=</a:t>
            </a:r>
            <a:r>
              <a:rPr lang="en-US" sz="2800" b="1">
                <a:latin typeface="Agency FB" panose="020B0503020202020204" pitchFamily="34" charset="0"/>
              </a:rPr>
              <a:t> </a:t>
            </a:r>
            <a:r>
              <a:rPr lang="en-US" sz="2800" b="1">
                <a:solidFill>
                  <a:srgbClr val="66D492"/>
                </a:solidFill>
                <a:latin typeface="Agency FB" panose="020B0503020202020204" pitchFamily="34" charset="0"/>
              </a:rPr>
              <a:t>"bonjour“ </a:t>
            </a:r>
            <a:r>
              <a:rPr lang="en-US" sz="2800" b="1">
                <a:latin typeface="Agency FB" panose="020B0503020202020204" pitchFamily="34" charset="0"/>
              </a:rPr>
              <a:t>;</a:t>
            </a:r>
            <a:endParaRPr lang="fr-FR" sz="2800" b="1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47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40436400-D860-C831-2A69-2C8BB5EA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B71566EA-F983-7B12-8D46-61030666B83B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69BD9F5E-D2A3-C73A-7B2C-3AC0E025F9BD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034835E3-06B3-81D3-0CC0-753F2D7F55BA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7ED11D03-8403-7181-A7D1-B8A0EEC1EF47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964A2F77-94B2-B72E-52B0-92E1BAE34252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7C3900-29C9-4455-319D-1ACF1C9B0163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157B26BB-75E9-2022-6FAA-9AA64E3F9836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3DA37931-378D-5333-042C-7273E0BFBB4A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4C2F6A-2CDC-15DC-CFF9-B3E5D3BB6C4F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2CF5EDA-6315-9579-6907-506B4CB1FC39}"/>
              </a:ext>
            </a:extLst>
          </p:cNvPr>
          <p:cNvSpPr txBox="1"/>
          <p:nvPr/>
        </p:nvSpPr>
        <p:spPr>
          <a:xfrm>
            <a:off x="-6756552" y="3475755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</p:spTree>
    <p:extLst>
      <p:ext uri="{BB962C8B-B14F-4D97-AF65-F5344CB8AC3E}">
        <p14:creationId xmlns:p14="http://schemas.microsoft.com/office/powerpoint/2010/main" val="1792131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EE9D1263-DE67-83FF-F1F8-DDC2CA75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5F52AA54-444A-9B1C-E6E9-EA74A4511154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2790995A-56BA-C6CE-0876-25F4750C0A10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25379C5A-7B27-FB2F-A536-9C1DEF3293B5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982E759C-1674-409A-357E-3F1C60B3DF7A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E718065A-4230-BF46-97B6-942314254CA8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1074F5-0C86-DB1F-CC13-4ECA40B3D230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0277016B-FB5C-BF16-1D6B-55F9B37091D7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C4A3AF74-77F9-73ED-063F-D8B8C988CE64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11E6403-B512-DB8C-E879-95FB8E02EB9C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668FA6B-59BD-4781-079E-A686C76D8517}"/>
              </a:ext>
            </a:extLst>
          </p:cNvPr>
          <p:cNvSpPr txBox="1"/>
          <p:nvPr/>
        </p:nvSpPr>
        <p:spPr>
          <a:xfrm>
            <a:off x="1473048" y="3326101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6CF17206-F2F1-5F01-C2F3-22803DD3B65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3517082" y="2271183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EE8011E-E91D-0766-B2D7-6BF129FE3BC1}"/>
              </a:ext>
            </a:extLst>
          </p:cNvPr>
          <p:cNvSpPr txBox="1"/>
          <p:nvPr/>
        </p:nvSpPr>
        <p:spPr>
          <a:xfrm>
            <a:off x="-1863143" y="4095421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</p:spTree>
    <p:extLst>
      <p:ext uri="{BB962C8B-B14F-4D97-AF65-F5344CB8AC3E}">
        <p14:creationId xmlns:p14="http://schemas.microsoft.com/office/powerpoint/2010/main" val="3288981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74E8A2C9-AA7E-3AFE-481D-3B330880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111D1765-82D0-5C37-F533-0BFE44417719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A821B159-5E3B-5599-A4A3-124F69B386D7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1116BCE3-E2A3-4298-A568-1984E82495F9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E1EFC3E0-5EF4-E7E2-A020-3CFF08FE7352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68F7685E-C7B2-C81C-AA28-177F3D174C39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F2CE8AC-8C15-949B-33BC-19A24EA045B7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16E0C9F0-8B0E-B4C0-B456-DC850E8AF572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1EC1AB02-74D5-4263-F5F5-8DF904EECE52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A09B3F3-A6D2-249C-D5C9-ACE927F843F8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FD2CB7F-E4E6-886C-CC0C-ACBBF5E700DD}"/>
              </a:ext>
            </a:extLst>
          </p:cNvPr>
          <p:cNvSpPr txBox="1"/>
          <p:nvPr/>
        </p:nvSpPr>
        <p:spPr>
          <a:xfrm>
            <a:off x="1473048" y="3326101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F17A03-944D-3D49-1663-625C9073C57F}"/>
              </a:ext>
            </a:extLst>
          </p:cNvPr>
          <p:cNvSpPr txBox="1"/>
          <p:nvPr/>
        </p:nvSpPr>
        <p:spPr>
          <a:xfrm>
            <a:off x="9733217" y="3326100"/>
            <a:ext cx="3207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dynamique (faible)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00267F54-A379-7E73-06C9-4DF08A024E8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3517082" y="2271183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D5442084-7F5F-5433-0037-A4D2648E98DB}"/>
              </a:ext>
            </a:extLst>
          </p:cNvPr>
          <p:cNvSpPr txBox="1"/>
          <p:nvPr/>
        </p:nvSpPr>
        <p:spPr>
          <a:xfrm>
            <a:off x="2697080" y="4115019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557F1168-D72D-1E09-F38A-C04510E09F14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3065983" y="3701337"/>
            <a:ext cx="265698" cy="561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776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3A2A43E1-0DB0-8F1B-2B0E-042B3403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10671296-784F-FB4E-86DA-CDD66EB29035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AFB2EF90-B578-C9A7-78CB-50290C970030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13AC594D-7043-12EB-CB12-CB6717945EA7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CECA94AF-101E-D809-4F93-0B915540B309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97532FA4-A7C8-2BB0-AF1A-B08C98B2E2C3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81DAFE-B64B-4D45-A4C4-90BC29DDAAA7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0848EEDF-A00B-4C5D-CF82-00B300861312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A0B1FCCB-E19D-B61B-7682-21C0DB579BED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D0A50D-ADC3-5C0A-7371-77C0A07115FD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543E965-8918-A508-218E-64809472F27F}"/>
              </a:ext>
            </a:extLst>
          </p:cNvPr>
          <p:cNvSpPr txBox="1"/>
          <p:nvPr/>
        </p:nvSpPr>
        <p:spPr>
          <a:xfrm>
            <a:off x="1473048" y="3326101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5BBBA5B-452F-D760-2A9A-8373E1499EFD}"/>
              </a:ext>
            </a:extLst>
          </p:cNvPr>
          <p:cNvSpPr txBox="1"/>
          <p:nvPr/>
        </p:nvSpPr>
        <p:spPr>
          <a:xfrm>
            <a:off x="4463150" y="3332194"/>
            <a:ext cx="3207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dynamique (faible)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8B1CA0BE-51C0-DA2D-3FBF-50DDB838BE2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3517082" y="2271183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D17D1176-B873-FD2D-0473-E315631EBD1F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5088561" y="2353703"/>
            <a:ext cx="461929" cy="1495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750D01DA-B4FA-8866-6D51-EC6FFA8FEC05}"/>
              </a:ext>
            </a:extLst>
          </p:cNvPr>
          <p:cNvSpPr txBox="1"/>
          <p:nvPr/>
        </p:nvSpPr>
        <p:spPr>
          <a:xfrm>
            <a:off x="2697080" y="4115019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E0EFADC-42C4-ABFE-4203-9E85876C9435}"/>
              </a:ext>
            </a:extLst>
          </p:cNvPr>
          <p:cNvSpPr txBox="1"/>
          <p:nvPr/>
        </p:nvSpPr>
        <p:spPr>
          <a:xfrm>
            <a:off x="10369865" y="4115019"/>
            <a:ext cx="1723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flexible</a:t>
            </a:r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464E0C42-1C2E-24F9-1702-D85139E23C90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3065983" y="3701337"/>
            <a:ext cx="265698" cy="561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161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E8060F07-E51E-B2A5-E5AD-CE198331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E1CAFB8A-752E-E3EA-1442-6119C98091ED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474A2DBB-82A6-07C6-73CA-0A3BB79D8EEB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89715797-EFDE-85BA-07B9-30A3061EB4BE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49499DF5-D828-A477-8EA1-2575936A69F5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D5592B88-EE82-2754-61A5-49DDB764B4E3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AB8123-24F8-E984-4D72-0E1BC2DADAD7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26D57B22-4ECC-F5A4-7668-D86EA15A1214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62BB3338-E190-E03B-73D5-6085F1F53B94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4FB6D6B-A304-003B-3B82-AE27D123BBD3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6B2AAB5-0B98-4686-7DAC-F6D50917581B}"/>
              </a:ext>
            </a:extLst>
          </p:cNvPr>
          <p:cNvSpPr txBox="1"/>
          <p:nvPr/>
        </p:nvSpPr>
        <p:spPr>
          <a:xfrm>
            <a:off x="1473048" y="3326101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9E4289C-9892-D0B2-2067-1EFB3F5C565C}"/>
              </a:ext>
            </a:extLst>
          </p:cNvPr>
          <p:cNvSpPr txBox="1"/>
          <p:nvPr/>
        </p:nvSpPr>
        <p:spPr>
          <a:xfrm>
            <a:off x="4463150" y="3332194"/>
            <a:ext cx="3207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dynamique (faible)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5B7198B6-A584-EDC0-1924-FF45F98F01E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3517082" y="2271183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B47148E1-BB6C-EB8C-BE8C-749126A4B3AB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5088561" y="2353703"/>
            <a:ext cx="461929" cy="1495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9C120881-460A-DE87-1D9C-1BA85C0E7938}"/>
              </a:ext>
            </a:extLst>
          </p:cNvPr>
          <p:cNvSpPr txBox="1"/>
          <p:nvPr/>
        </p:nvSpPr>
        <p:spPr>
          <a:xfrm>
            <a:off x="2697080" y="4115019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CF72738-A7CE-1CE2-81C2-EF85A4299E48}"/>
              </a:ext>
            </a:extLst>
          </p:cNvPr>
          <p:cNvSpPr txBox="1"/>
          <p:nvPr/>
        </p:nvSpPr>
        <p:spPr>
          <a:xfrm>
            <a:off x="4634298" y="4118365"/>
            <a:ext cx="1723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flexible</a:t>
            </a: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F8CFE800-DAF5-D2BB-8F95-9972F84A7011}"/>
              </a:ext>
            </a:extLst>
          </p:cNvPr>
          <p:cNvCxnSpPr>
            <a:stCxn id="16" idx="2"/>
            <a:endCxn id="24" idx="0"/>
          </p:cNvCxnSpPr>
          <p:nvPr/>
        </p:nvCxnSpPr>
        <p:spPr>
          <a:xfrm rot="5400000">
            <a:off x="5650129" y="3701442"/>
            <a:ext cx="262951" cy="5708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BDB4439C-E6AF-2F47-D7BE-54E02F1EC004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3065983" y="3701337"/>
            <a:ext cx="265698" cy="561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15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E518398D-001F-8D23-5137-6CB753F1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2A9D418E-BBDB-68AB-9422-38D39D008CA2}"/>
              </a:ext>
            </a:extLst>
          </p:cNvPr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>
            <a:extLst>
              <a:ext uri="{FF2B5EF4-FFF2-40B4-BE49-F238E27FC236}">
                <a16:creationId xmlns:a16="http://schemas.microsoft.com/office/drawing/2014/main" id="{8E7CCED4-DE86-D54C-B2C3-AE0E24AAE4E2}"/>
              </a:ext>
            </a:extLst>
          </p:cNvPr>
          <p:cNvSpPr/>
          <p:nvPr/>
        </p:nvSpPr>
        <p:spPr>
          <a:xfrm>
            <a:off x="6593465" y="39989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2224E53A-8956-B9D3-BF66-6309F23F371F}"/>
              </a:ext>
            </a:extLst>
          </p:cNvPr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>
            <a:extLst>
              <a:ext uri="{FF2B5EF4-FFF2-40B4-BE49-F238E27FC236}">
                <a16:creationId xmlns:a16="http://schemas.microsoft.com/office/drawing/2014/main" id="{C61B1FF3-9798-85F2-7244-FFF2821AB881}"/>
              </a:ext>
            </a:extLst>
          </p:cNvPr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2;p33">
            <a:extLst>
              <a:ext uri="{FF2B5EF4-FFF2-40B4-BE49-F238E27FC236}">
                <a16:creationId xmlns:a16="http://schemas.microsoft.com/office/drawing/2014/main" id="{711A6667-D98C-74B1-18D8-8A4E0915AD44}"/>
              </a:ext>
            </a:extLst>
          </p:cNvPr>
          <p:cNvSpPr>
            <a:spLocks noChangeAspect="1"/>
          </p:cNvSpPr>
          <p:nvPr/>
        </p:nvSpPr>
        <p:spPr>
          <a:xfrm>
            <a:off x="1605900" y="5870675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AC361B-D5CC-EA9A-AA6F-07E8BD5FE8FD}"/>
              </a:ext>
            </a:extLst>
          </p:cNvPr>
          <p:cNvSpPr txBox="1"/>
          <p:nvPr/>
        </p:nvSpPr>
        <p:spPr>
          <a:xfrm>
            <a:off x="661966" y="1273963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12" name="Google Shape;282;p36">
            <a:extLst>
              <a:ext uri="{FF2B5EF4-FFF2-40B4-BE49-F238E27FC236}">
                <a16:creationId xmlns:a16="http://schemas.microsoft.com/office/drawing/2014/main" id="{F272918B-C6AC-630F-E387-6C14C8C44713}"/>
              </a:ext>
            </a:extLst>
          </p:cNvPr>
          <p:cNvSpPr txBox="1">
            <a:spLocks/>
          </p:cNvSpPr>
          <p:nvPr/>
        </p:nvSpPr>
        <p:spPr>
          <a:xfrm>
            <a:off x="2003382" y="265052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13" name="Google Shape;301;p38">
            <a:extLst>
              <a:ext uri="{FF2B5EF4-FFF2-40B4-BE49-F238E27FC236}">
                <a16:creationId xmlns:a16="http://schemas.microsoft.com/office/drawing/2014/main" id="{41E30D27-5FCC-88D8-A4B0-1F4E22B2C28D}"/>
              </a:ext>
            </a:extLst>
          </p:cNvPr>
          <p:cNvSpPr txBox="1">
            <a:spLocks/>
          </p:cNvSpPr>
          <p:nvPr/>
        </p:nvSpPr>
        <p:spPr>
          <a:xfrm>
            <a:off x="1233750" y="193179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1C1BE4-EED6-CC3A-9064-1DD943835DB4}"/>
              </a:ext>
            </a:extLst>
          </p:cNvPr>
          <p:cNvSpPr txBox="1"/>
          <p:nvPr/>
        </p:nvSpPr>
        <p:spPr>
          <a:xfrm>
            <a:off x="2592959" y="2223934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EA7C126-74BE-9C76-C108-1B982C30B5C0}"/>
              </a:ext>
            </a:extLst>
          </p:cNvPr>
          <p:cNvSpPr txBox="1"/>
          <p:nvPr/>
        </p:nvSpPr>
        <p:spPr>
          <a:xfrm>
            <a:off x="1473048" y="3326101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FE7C93A-39EF-944E-EB6A-B1A8E91D35B5}"/>
              </a:ext>
            </a:extLst>
          </p:cNvPr>
          <p:cNvSpPr txBox="1"/>
          <p:nvPr/>
        </p:nvSpPr>
        <p:spPr>
          <a:xfrm>
            <a:off x="4463150" y="3332194"/>
            <a:ext cx="3207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dynamique (faible)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18E0F1D-DB33-FC4B-84DB-5E6B33450EE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3517082" y="2271183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0DFCBBE5-1BFC-B3D7-48EA-CF21C24D178A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5088561" y="2353703"/>
            <a:ext cx="461929" cy="1495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1E99AFD-4707-62CA-3607-624F7E6F311B}"/>
              </a:ext>
            </a:extLst>
          </p:cNvPr>
          <p:cNvSpPr txBox="1"/>
          <p:nvPr/>
        </p:nvSpPr>
        <p:spPr>
          <a:xfrm>
            <a:off x="2697080" y="4115019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08E2900-0762-1659-5BC5-5E7D5C8A8CB5}"/>
              </a:ext>
            </a:extLst>
          </p:cNvPr>
          <p:cNvSpPr txBox="1"/>
          <p:nvPr/>
        </p:nvSpPr>
        <p:spPr>
          <a:xfrm>
            <a:off x="4634298" y="4118365"/>
            <a:ext cx="1723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flexible</a:t>
            </a: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FF721309-91D2-A17B-0DDA-7370080B3A63}"/>
              </a:ext>
            </a:extLst>
          </p:cNvPr>
          <p:cNvCxnSpPr>
            <a:stCxn id="16" idx="2"/>
            <a:endCxn id="24" idx="0"/>
          </p:cNvCxnSpPr>
          <p:nvPr/>
        </p:nvCxnSpPr>
        <p:spPr>
          <a:xfrm rot="5400000">
            <a:off x="5650129" y="3701442"/>
            <a:ext cx="262951" cy="5708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BC974E0C-9DE6-D4B1-10C0-5400387F2DDB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 rot="16200000" flipH="1">
            <a:off x="3065983" y="3701337"/>
            <a:ext cx="265698" cy="561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240;p33">
            <a:extLst>
              <a:ext uri="{FF2B5EF4-FFF2-40B4-BE49-F238E27FC236}">
                <a16:creationId xmlns:a16="http://schemas.microsoft.com/office/drawing/2014/main" id="{F3771FD4-EEA8-FA8A-3FAF-DE0EB182FB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053384" y="100099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6406F9B7-B202-7EAA-8525-D20385C3C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95" y="5268595"/>
            <a:ext cx="6065155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Avantages des langages typés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10" name="Google Shape;301;p38">
            <a:extLst>
              <a:ext uri="{FF2B5EF4-FFF2-40B4-BE49-F238E27FC236}">
                <a16:creationId xmlns:a16="http://schemas.microsoft.com/office/drawing/2014/main" id="{CACFF30E-CEE7-BA1D-EA77-1E4FFEDB1561}"/>
              </a:ext>
            </a:extLst>
          </p:cNvPr>
          <p:cNvSpPr txBox="1">
            <a:spLocks/>
          </p:cNvSpPr>
          <p:nvPr/>
        </p:nvSpPr>
        <p:spPr>
          <a:xfrm>
            <a:off x="-1845525" y="385063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6370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538F15B5-67CA-BED6-83F9-48A07252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B238E409-BD3B-F9C0-F475-E05275CE7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63967BC1-9E69-CD0B-117D-07C1A06D5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670" y="1315836"/>
            <a:ext cx="6065155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Avantages des Langages typés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3631D4BC-44D8-D7E5-E4FC-07C5CD0B3C4F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D64F48D2-6E5A-C433-8E1D-D29F28FF7E60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69FCE372-2093-DCB9-4259-EF4A5A346DE2}"/>
              </a:ext>
            </a:extLst>
          </p:cNvPr>
          <p:cNvSpPr>
            <a:spLocks noChangeAspect="1"/>
          </p:cNvSpPr>
          <p:nvPr/>
        </p:nvSpPr>
        <p:spPr>
          <a:xfrm>
            <a:off x="1523349" y="4095450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A3868AA2-4E8A-3A0A-3E5F-32F5B7B142A7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427B4C01-A918-14C7-E9D8-BB85927F9E85}"/>
              </a:ext>
            </a:extLst>
          </p:cNvPr>
          <p:cNvSpPr/>
          <p:nvPr/>
        </p:nvSpPr>
        <p:spPr>
          <a:xfrm>
            <a:off x="10235303" y="76880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DC6CC0AB-CD1D-11CC-6BD6-D3225EFFB72C}"/>
              </a:ext>
            </a:extLst>
          </p:cNvPr>
          <p:cNvSpPr txBox="1">
            <a:spLocks/>
          </p:cNvSpPr>
          <p:nvPr/>
        </p:nvSpPr>
        <p:spPr>
          <a:xfrm>
            <a:off x="263074" y="485676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D07D3DC-45BA-58D0-0A73-3A449381AB25}"/>
              </a:ext>
            </a:extLst>
          </p:cNvPr>
          <p:cNvSpPr txBox="1"/>
          <p:nvPr/>
        </p:nvSpPr>
        <p:spPr>
          <a:xfrm>
            <a:off x="-8431584" y="992670"/>
            <a:ext cx="789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>
                <a:latin typeface="Agency FB" panose="020B0503020202020204" pitchFamily="34" charset="0"/>
              </a:rPr>
              <a:t>Typage = type des données (nombre, texte, booléen…)</a:t>
            </a:r>
            <a:endParaRPr lang="fr-FR" sz="3600" b="1">
              <a:latin typeface="Agency FB" panose="020B0503020202020204" pitchFamily="34" charset="0"/>
            </a:endParaRPr>
          </a:p>
        </p:txBody>
      </p:sp>
      <p:sp>
        <p:nvSpPr>
          <p:cNvPr id="25" name="Google Shape;282;p36">
            <a:extLst>
              <a:ext uri="{FF2B5EF4-FFF2-40B4-BE49-F238E27FC236}">
                <a16:creationId xmlns:a16="http://schemas.microsoft.com/office/drawing/2014/main" id="{A2E1993F-E066-C687-EE9F-FBFB295F5857}"/>
              </a:ext>
            </a:extLst>
          </p:cNvPr>
          <p:cNvSpPr txBox="1">
            <a:spLocks/>
          </p:cNvSpPr>
          <p:nvPr/>
        </p:nvSpPr>
        <p:spPr>
          <a:xfrm>
            <a:off x="1830216" y="-1100538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JavaScript : typage</a:t>
            </a:r>
          </a:p>
        </p:txBody>
      </p:sp>
      <p:sp>
        <p:nvSpPr>
          <p:cNvPr id="30" name="Google Shape;301;p38">
            <a:extLst>
              <a:ext uri="{FF2B5EF4-FFF2-40B4-BE49-F238E27FC236}">
                <a16:creationId xmlns:a16="http://schemas.microsoft.com/office/drawing/2014/main" id="{8824E1ED-458D-73F8-695A-9281E461A5BF}"/>
              </a:ext>
            </a:extLst>
          </p:cNvPr>
          <p:cNvSpPr txBox="1">
            <a:spLocks/>
          </p:cNvSpPr>
          <p:nvPr/>
        </p:nvSpPr>
        <p:spPr>
          <a:xfrm>
            <a:off x="1060584" y="-1172411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05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AC28A0F-1771-7384-B671-08090A35B149}"/>
              </a:ext>
            </a:extLst>
          </p:cNvPr>
          <p:cNvSpPr txBox="1"/>
          <p:nvPr/>
        </p:nvSpPr>
        <p:spPr>
          <a:xfrm>
            <a:off x="-6500591" y="1942641"/>
            <a:ext cx="395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u="sng">
                <a:latin typeface="Agency FB" panose="020B0503020202020204" pitchFamily="34" charset="0"/>
              </a:rPr>
              <a:t>Deux grandes catégories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44BCACE-F8A7-2766-3701-6141865A45EE}"/>
              </a:ext>
            </a:extLst>
          </p:cNvPr>
          <p:cNvSpPr txBox="1"/>
          <p:nvPr/>
        </p:nvSpPr>
        <p:spPr>
          <a:xfrm>
            <a:off x="-7620502" y="3044808"/>
            <a:ext cx="2889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statique (fort)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B2C1D9B-B313-8AF5-2817-FA67132857BC}"/>
              </a:ext>
            </a:extLst>
          </p:cNvPr>
          <p:cNvSpPr txBox="1"/>
          <p:nvPr/>
        </p:nvSpPr>
        <p:spPr>
          <a:xfrm>
            <a:off x="-4630400" y="3050901"/>
            <a:ext cx="3207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Typage dynamique (faible)</a:t>
            </a:r>
          </a:p>
        </p:txBody>
      </p: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AEAB3943-C8DB-1FCC-D6AE-1A840BB96C3F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rot="5400000">
            <a:off x="-5576468" y="1989890"/>
            <a:ext cx="455836" cy="165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199F8A90-09CA-0641-6D7D-FB5D9E8ACE83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rot="16200000" flipH="1">
            <a:off x="-4004989" y="2072410"/>
            <a:ext cx="461929" cy="1495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EA004929-C259-95E8-B428-710C21274CDC}"/>
              </a:ext>
            </a:extLst>
          </p:cNvPr>
          <p:cNvSpPr txBox="1"/>
          <p:nvPr/>
        </p:nvSpPr>
        <p:spPr>
          <a:xfrm>
            <a:off x="-6396470" y="3833726"/>
            <a:ext cx="156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fixé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6BF095F-8DA3-3D4B-9A5A-35F4E68880F8}"/>
              </a:ext>
            </a:extLst>
          </p:cNvPr>
          <p:cNvSpPr txBox="1"/>
          <p:nvPr/>
        </p:nvSpPr>
        <p:spPr>
          <a:xfrm>
            <a:off x="-4459252" y="3837072"/>
            <a:ext cx="1723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>
                <a:latin typeface="Agency FB" panose="020B0503020202020204" pitchFamily="34" charset="0"/>
              </a:rPr>
              <a:t>Type flexible</a:t>
            </a:r>
          </a:p>
        </p:txBody>
      </p:sp>
      <p:cxnSp>
        <p:nvCxnSpPr>
          <p:cNvPr id="38" name="Connecteur : en angle 37">
            <a:extLst>
              <a:ext uri="{FF2B5EF4-FFF2-40B4-BE49-F238E27FC236}">
                <a16:creationId xmlns:a16="http://schemas.microsoft.com/office/drawing/2014/main" id="{E7811175-1BC8-47EE-AF4E-805D2ED77B19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 rot="5400000">
            <a:off x="-3443421" y="3420149"/>
            <a:ext cx="262951" cy="5708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F183C486-9600-1D51-1C6D-2B371761D1E0}"/>
              </a:ext>
            </a:extLst>
          </p:cNvPr>
          <p:cNvCxnSpPr>
            <a:stCxn id="32" idx="2"/>
            <a:endCxn id="36" idx="0"/>
          </p:cNvCxnSpPr>
          <p:nvPr/>
        </p:nvCxnSpPr>
        <p:spPr>
          <a:xfrm rot="16200000" flipH="1">
            <a:off x="-6027567" y="3420044"/>
            <a:ext cx="265698" cy="561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414;p44">
            <a:extLst>
              <a:ext uri="{FF2B5EF4-FFF2-40B4-BE49-F238E27FC236}">
                <a16:creationId xmlns:a16="http://schemas.microsoft.com/office/drawing/2014/main" id="{21EB2661-BEF8-C510-1434-BFB1612917CD}"/>
              </a:ext>
            </a:extLst>
          </p:cNvPr>
          <p:cNvSpPr/>
          <p:nvPr/>
        </p:nvSpPr>
        <p:spPr>
          <a:xfrm>
            <a:off x="-4229908" y="2265855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55E7E10-D5BB-47F4-F749-CCD4CDF5DF2F}"/>
              </a:ext>
            </a:extLst>
          </p:cNvPr>
          <p:cNvSpPr txBox="1"/>
          <p:nvPr/>
        </p:nvSpPr>
        <p:spPr>
          <a:xfrm>
            <a:off x="-3185610" y="2455732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60AB098E-998D-2B0A-A20E-870CD2262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03115" y="2406109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16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D87FA707-E8C0-F404-BBCF-E91A3358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B359F722-331C-A8A6-E019-9395B71B2BC1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634A9E90-8701-66AC-D6DC-94F15240D26C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5B80AA7E-3475-DE98-06AB-4E524676820C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6880EF5-E6EC-989D-C290-CC29B4C5456E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pic>
        <p:nvPicPr>
          <p:cNvPr id="18" name="Google Shape;240;p33">
            <a:extLst>
              <a:ext uri="{FF2B5EF4-FFF2-40B4-BE49-F238E27FC236}">
                <a16:creationId xmlns:a16="http://schemas.microsoft.com/office/drawing/2014/main" id="{5E8C7323-72B5-5790-6B98-BDEA361B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9852598" y="1187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D9C65B17-FBAB-9333-2917-EE0AF57018D0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3948184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5845ABE8-5B7E-040D-D5BC-DCA969602412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0FBCCDF9-9C1C-1469-27B2-F694F4AC6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F2923944-7FFC-9B95-4488-39F595B5ABD1}"/>
              </a:ext>
            </a:extLst>
          </p:cNvPr>
          <p:cNvSpPr txBox="1">
            <a:spLocks/>
          </p:cNvSpPr>
          <p:nvPr/>
        </p:nvSpPr>
        <p:spPr>
          <a:xfrm>
            <a:off x="10814659" y="118705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</p:spTree>
    <p:extLst>
      <p:ext uri="{BB962C8B-B14F-4D97-AF65-F5344CB8AC3E}">
        <p14:creationId xmlns:p14="http://schemas.microsoft.com/office/powerpoint/2010/main" val="3522834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96C6E678-3FB6-793F-F160-B4B2EF8F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360F630D-2E18-C216-DFCF-92A54A092AB3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1C875476-957C-28D5-7D8F-A27E505B4E3B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D09A8D69-D01A-30D7-274E-2CABC3FE81C7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438F794-0EDC-E28D-F6BC-137992F9CAC5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CD59FDD-5311-ECF4-0EDC-C2A476ED4A06}"/>
              </a:ext>
            </a:extLst>
          </p:cNvPr>
          <p:cNvSpPr txBox="1">
            <a:spLocks/>
          </p:cNvSpPr>
          <p:nvPr/>
        </p:nvSpPr>
        <p:spPr>
          <a:xfrm>
            <a:off x="9972830" y="219628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45B1858-C109-E098-2FA0-34820867803C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97E81D1C-6A48-70D5-9723-A5D149395294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C861C957-8647-24B2-4C47-8DF10ABED799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ED48303A-3B25-D577-9F05-2908B5AC3770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4509868" y="1627787"/>
            <a:ext cx="876448" cy="1281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A74352C0-D6A5-1649-17C4-F5E0672CD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82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CEC7175D-7C95-8C1B-C499-43D72BE2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DB14454C-5AA2-4BE4-A62C-25567B7207A2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201136C3-C879-5BCE-F2FC-E1527FEC33E5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4E0A61E9-A9EE-B45F-445F-890FAA52AEC8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E11D6A5-8533-6455-3B28-7229660CF863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E3322E-A16D-C60F-E296-80AB1515E238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F1E779-288F-8862-752C-45DA3D95BE8F}"/>
              </a:ext>
            </a:extLst>
          </p:cNvPr>
          <p:cNvSpPr txBox="1">
            <a:spLocks/>
          </p:cNvSpPr>
          <p:nvPr/>
        </p:nvSpPr>
        <p:spPr>
          <a:xfrm>
            <a:off x="9595459" y="274010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lisibilité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3EFE9CA-1FE3-3C72-D27C-BDDDF1608748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4771B417-69D0-2D61-12D1-611BB8DB7A65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12E189E9-8FD7-04B9-2050-812E71B4B485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9A7DB02-4295-F694-E279-FA810B4B108B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4509868" y="1627787"/>
            <a:ext cx="876448" cy="1281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8A8E31DC-7676-0211-9562-EF31F3202C13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09868" y="2336535"/>
            <a:ext cx="876448" cy="5728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609606C5-5F90-E360-7BCD-92608649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07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B706B979-765A-A983-A44D-596BD903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9E01D05B-C9A1-44E7-9555-B04E3B461F70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E6C566D1-7B96-DE5E-6A4D-C9FDA0CF645A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4E786BF7-1F8D-3519-A183-52AE690F9E65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879E37D-5995-C9B3-0092-5C43C9194516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F2A116D-9897-CC12-0E5E-5DD729E053FA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FC4D3A0-6C1D-27B5-A085-61E3B27E7A67}"/>
              </a:ext>
            </a:extLst>
          </p:cNvPr>
          <p:cNvSpPr txBox="1">
            <a:spLocks/>
          </p:cNvSpPr>
          <p:nvPr/>
        </p:nvSpPr>
        <p:spPr>
          <a:xfrm>
            <a:off x="5386316" y="27749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lisibilité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900E01-287E-D351-46AF-881EBD41F53A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2A7B05F7-8D11-FA55-B216-D344626613EC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0B5E3FE8-AB1D-8B57-8107-B266EBBA3A70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4899F058-5305-FD91-0EAD-6D2ECED3457B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4509868" y="1627787"/>
            <a:ext cx="876448" cy="1281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D8DA6745-769B-167C-2908-87D848ADFB3B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09868" y="2336535"/>
            <a:ext cx="876448" cy="5728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7F143FB0-607C-AE43-AA45-F51B765C99F4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4509868" y="2909378"/>
            <a:ext cx="876448" cy="963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F0E5E3A3-8433-34E0-7C98-4CE4456C9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089B13E-83C9-5DD8-8197-6AA33F5BACEC}"/>
              </a:ext>
            </a:extLst>
          </p:cNvPr>
          <p:cNvSpPr txBox="1">
            <a:spLocks/>
          </p:cNvSpPr>
          <p:nvPr/>
        </p:nvSpPr>
        <p:spPr>
          <a:xfrm>
            <a:off x="9668031" y="3472643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Maintenance facilitée</a:t>
            </a:r>
          </a:p>
        </p:txBody>
      </p:sp>
    </p:spTree>
    <p:extLst>
      <p:ext uri="{BB962C8B-B14F-4D97-AF65-F5344CB8AC3E}">
        <p14:creationId xmlns:p14="http://schemas.microsoft.com/office/powerpoint/2010/main" val="1889366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99C51C4B-ED22-AF9E-4E92-03CAD3EA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982EDB32-12E4-094B-56AD-7C496B406EA6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D31B4189-900B-500C-708E-AD41D1DC76B6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E7A20BBB-4B8D-7DD5-69EE-162E1C100F06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5C923A9-A360-05AC-85F2-C2F17CAAED00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EAEBF7-EDCD-2539-C427-CFAC3799B647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1DFD92-38E9-3BB2-D320-8F532F659609}"/>
              </a:ext>
            </a:extLst>
          </p:cNvPr>
          <p:cNvSpPr txBox="1">
            <a:spLocks/>
          </p:cNvSpPr>
          <p:nvPr/>
        </p:nvSpPr>
        <p:spPr>
          <a:xfrm>
            <a:off x="5386316" y="27749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lisibilité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80A762D-8987-8758-126A-4ED420BA2636}"/>
              </a:ext>
            </a:extLst>
          </p:cNvPr>
          <p:cNvSpPr txBox="1">
            <a:spLocks/>
          </p:cNvSpPr>
          <p:nvPr/>
        </p:nvSpPr>
        <p:spPr>
          <a:xfrm>
            <a:off x="9479345" y="4132845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pour les projets en équipe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DEB002C-8DBB-AC82-8B8D-C006EDA5D7BC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7369F3C2-E8D5-4A14-13D6-C1BB48323CBD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5C7061A6-6602-DD4E-6A22-3B5FA878BAE2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87D608C7-E16B-72BA-ABCE-09F0811ABDB9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4509868" y="1627787"/>
            <a:ext cx="876448" cy="1281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A0E46113-66AE-FBE7-E10C-8A0CDD53054E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09868" y="2336535"/>
            <a:ext cx="876448" cy="5728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0097BA0C-39F2-76D5-57F5-63B10EFE719A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4509868" y="2909378"/>
            <a:ext cx="876448" cy="963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2CE6E6B1-7F99-6FF5-8B81-7B56BBE2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5A65DF5-B921-299D-469E-73638267A618}"/>
              </a:ext>
            </a:extLst>
          </p:cNvPr>
          <p:cNvSpPr txBox="1">
            <a:spLocks/>
          </p:cNvSpPr>
          <p:nvPr/>
        </p:nvSpPr>
        <p:spPr>
          <a:xfrm>
            <a:off x="5386316" y="3371043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Maintenance facilitée</a:t>
            </a:r>
          </a:p>
        </p:txBody>
      </p:sp>
      <p:cxnSp>
        <p:nvCxnSpPr>
          <p:cNvPr id="7" name="Connecteur : en angle 6">
            <a:extLst>
              <a:ext uri="{FF2B5EF4-FFF2-40B4-BE49-F238E27FC236}">
                <a16:creationId xmlns:a16="http://schemas.microsoft.com/office/drawing/2014/main" id="{535BF311-B03C-46C3-C1E3-00D72EE98D8A}"/>
              </a:ext>
            </a:extLst>
          </p:cNvPr>
          <p:cNvCxnSpPr>
            <a:stCxn id="17" idx="3"/>
            <a:endCxn id="2" idx="1"/>
          </p:cNvCxnSpPr>
          <p:nvPr/>
        </p:nvCxnSpPr>
        <p:spPr>
          <a:xfrm>
            <a:off x="4509868" y="2909378"/>
            <a:ext cx="876448" cy="6924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584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1738711A-ECB5-759B-E023-2EF76BC7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>
            <a:extLst>
              <a:ext uri="{FF2B5EF4-FFF2-40B4-BE49-F238E27FC236}">
                <a16:creationId xmlns:a16="http://schemas.microsoft.com/office/drawing/2014/main" id="{8A751C4E-1A58-EA98-649F-B57C877551DB}"/>
              </a:ext>
            </a:extLst>
          </p:cNvPr>
          <p:cNvSpPr/>
          <p:nvPr/>
        </p:nvSpPr>
        <p:spPr>
          <a:xfrm>
            <a:off x="7118900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4">
            <a:extLst>
              <a:ext uri="{FF2B5EF4-FFF2-40B4-BE49-F238E27FC236}">
                <a16:creationId xmlns:a16="http://schemas.microsoft.com/office/drawing/2014/main" id="{4EA5FBC0-D870-F892-35B1-2B8C0B85B10E}"/>
              </a:ext>
            </a:extLst>
          </p:cNvPr>
          <p:cNvSpPr/>
          <p:nvPr/>
        </p:nvSpPr>
        <p:spPr>
          <a:xfrm>
            <a:off x="8115325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>
            <a:extLst>
              <a:ext uri="{FF2B5EF4-FFF2-40B4-BE49-F238E27FC236}">
                <a16:creationId xmlns:a16="http://schemas.microsoft.com/office/drawing/2014/main" id="{694433FB-A838-E8E6-3EDB-BB1306DFF4D4}"/>
              </a:ext>
            </a:extLst>
          </p:cNvPr>
          <p:cNvSpPr/>
          <p:nvPr/>
        </p:nvSpPr>
        <p:spPr>
          <a:xfrm>
            <a:off x="571093" y="2427113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0D3F00D-F2F6-28B4-BB6E-3D103808DB1F}"/>
              </a:ext>
            </a:extLst>
          </p:cNvPr>
          <p:cNvSpPr txBox="1"/>
          <p:nvPr/>
        </p:nvSpPr>
        <p:spPr>
          <a:xfrm>
            <a:off x="1615391" y="2616990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18EE22-DB3D-89E5-E191-6B1A97DF10E1}"/>
              </a:ext>
            </a:extLst>
          </p:cNvPr>
          <p:cNvSpPr txBox="1">
            <a:spLocks/>
          </p:cNvSpPr>
          <p:nvPr/>
        </p:nvSpPr>
        <p:spPr>
          <a:xfrm>
            <a:off x="5386316" y="21057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023394C-E34B-CA97-24A9-929DEE2D2E8F}"/>
              </a:ext>
            </a:extLst>
          </p:cNvPr>
          <p:cNvSpPr txBox="1">
            <a:spLocks/>
          </p:cNvSpPr>
          <p:nvPr/>
        </p:nvSpPr>
        <p:spPr>
          <a:xfrm>
            <a:off x="5386316" y="2774902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lisibilité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BCD9B71-04DA-DCAB-26BE-5C2794879E44}"/>
              </a:ext>
            </a:extLst>
          </p:cNvPr>
          <p:cNvSpPr txBox="1">
            <a:spLocks/>
          </p:cNvSpPr>
          <p:nvPr/>
        </p:nvSpPr>
        <p:spPr>
          <a:xfrm>
            <a:off x="5386316" y="398816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</a:t>
            </a:r>
            <a:r>
              <a:rPr lang="fr-FR" sz="100">
                <a:latin typeface="Agency FB" panose="020B0503020202020204" pitchFamily="34" charset="0"/>
              </a:rPr>
              <a:t> </a:t>
            </a:r>
            <a:r>
              <a:rPr lang="fr-FR" sz="2400">
                <a:latin typeface="Agency FB" panose="020B0503020202020204" pitchFamily="34" charset="0"/>
              </a:rPr>
              <a:t>r les projets en équipe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895A9C-F834-291C-23D5-68E099F110A5}"/>
              </a:ext>
            </a:extLst>
          </p:cNvPr>
          <p:cNvSpPr txBox="1">
            <a:spLocks/>
          </p:cNvSpPr>
          <p:nvPr/>
        </p:nvSpPr>
        <p:spPr>
          <a:xfrm>
            <a:off x="5386316" y="1396954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9" name="Google Shape;282;p36">
            <a:extLst>
              <a:ext uri="{FF2B5EF4-FFF2-40B4-BE49-F238E27FC236}">
                <a16:creationId xmlns:a16="http://schemas.microsoft.com/office/drawing/2014/main" id="{63278E81-17C0-1EE0-F7C7-A671E6BF258B}"/>
              </a:ext>
            </a:extLst>
          </p:cNvPr>
          <p:cNvSpPr txBox="1">
            <a:spLocks/>
          </p:cNvSpPr>
          <p:nvPr/>
        </p:nvSpPr>
        <p:spPr>
          <a:xfrm>
            <a:off x="623816" y="380200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15" name="Google Shape;301;p38">
            <a:extLst>
              <a:ext uri="{FF2B5EF4-FFF2-40B4-BE49-F238E27FC236}">
                <a16:creationId xmlns:a16="http://schemas.microsoft.com/office/drawing/2014/main" id="{A786037C-8676-A08F-FB3E-BA5432FAEBF8}"/>
              </a:ext>
            </a:extLst>
          </p:cNvPr>
          <p:cNvSpPr txBox="1">
            <a:spLocks/>
          </p:cNvSpPr>
          <p:nvPr/>
        </p:nvSpPr>
        <p:spPr>
          <a:xfrm>
            <a:off x="0" y="298150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63417FDE-4ACA-BCA8-6732-2F4600863FA1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4509868" y="1627787"/>
            <a:ext cx="876448" cy="1281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8C201672-8079-7E3E-BA94-E4B79202E1A5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09868" y="2336535"/>
            <a:ext cx="876448" cy="5728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F3A4BA01-235E-FB05-FD01-E656C331C748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4509868" y="2909378"/>
            <a:ext cx="876448" cy="963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D07427F5-B790-D8CD-11BF-582F76B53AEF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>
            <a:off x="4509868" y="2909378"/>
            <a:ext cx="876448" cy="13096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4F2C5602-DB44-45C2-3A3E-9FDE07B91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86" y="2567367"/>
            <a:ext cx="609604" cy="60960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3833083-2BB7-3B24-3C69-4E8B31EDAF1C}"/>
              </a:ext>
            </a:extLst>
          </p:cNvPr>
          <p:cNvSpPr txBox="1">
            <a:spLocks/>
          </p:cNvSpPr>
          <p:nvPr/>
        </p:nvSpPr>
        <p:spPr>
          <a:xfrm>
            <a:off x="5386316" y="3371043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Maintenance facilitée</a:t>
            </a:r>
          </a:p>
        </p:txBody>
      </p:sp>
      <p:cxnSp>
        <p:nvCxnSpPr>
          <p:cNvPr id="7" name="Connecteur : en angle 6">
            <a:extLst>
              <a:ext uri="{FF2B5EF4-FFF2-40B4-BE49-F238E27FC236}">
                <a16:creationId xmlns:a16="http://schemas.microsoft.com/office/drawing/2014/main" id="{CBA73A18-0E8B-9B1A-306A-06322E061277}"/>
              </a:ext>
            </a:extLst>
          </p:cNvPr>
          <p:cNvCxnSpPr>
            <a:stCxn id="17" idx="3"/>
            <a:endCxn id="2" idx="1"/>
          </p:cNvCxnSpPr>
          <p:nvPr/>
        </p:nvCxnSpPr>
        <p:spPr>
          <a:xfrm>
            <a:off x="4509868" y="2909378"/>
            <a:ext cx="876448" cy="6924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240;p33">
            <a:extLst>
              <a:ext uri="{FF2B5EF4-FFF2-40B4-BE49-F238E27FC236}">
                <a16:creationId xmlns:a16="http://schemas.microsoft.com/office/drawing/2014/main" id="{5F0B4AFA-4EC4-64EC-3584-CE2158FE77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84" t="20329" r="-19084" b="5683"/>
          <a:stretch>
            <a:fillRect/>
          </a:stretch>
        </p:blipFill>
        <p:spPr>
          <a:xfrm>
            <a:off x="9970406" y="1184843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</p:pic>
      <p:sp>
        <p:nvSpPr>
          <p:cNvPr id="4" name="Google Shape;282;p36">
            <a:extLst>
              <a:ext uri="{FF2B5EF4-FFF2-40B4-BE49-F238E27FC236}">
                <a16:creationId xmlns:a16="http://schemas.microsoft.com/office/drawing/2014/main" id="{20BD75CE-A55A-AB6D-FE66-62BDF46A5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241" y="5674502"/>
            <a:ext cx="6065155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Évolution de JavaScript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6" name="Google Shape;301;p38">
            <a:extLst>
              <a:ext uri="{FF2B5EF4-FFF2-40B4-BE49-F238E27FC236}">
                <a16:creationId xmlns:a16="http://schemas.microsoft.com/office/drawing/2014/main" id="{0FBDDF33-3C30-FCAF-3112-02477793F1D0}"/>
              </a:ext>
            </a:extLst>
          </p:cNvPr>
          <p:cNvSpPr txBox="1">
            <a:spLocks/>
          </p:cNvSpPr>
          <p:nvPr/>
        </p:nvSpPr>
        <p:spPr>
          <a:xfrm>
            <a:off x="-1683638" y="295943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  <p:sp>
        <p:nvSpPr>
          <p:cNvPr id="8" name="Google Shape;242;p33">
            <a:extLst>
              <a:ext uri="{FF2B5EF4-FFF2-40B4-BE49-F238E27FC236}">
                <a16:creationId xmlns:a16="http://schemas.microsoft.com/office/drawing/2014/main" id="{04379224-7337-6F1E-E0C9-CD17F6A41763}"/>
              </a:ext>
            </a:extLst>
          </p:cNvPr>
          <p:cNvSpPr>
            <a:spLocks noChangeAspect="1"/>
          </p:cNvSpPr>
          <p:nvPr/>
        </p:nvSpPr>
        <p:spPr>
          <a:xfrm>
            <a:off x="1199992" y="5587076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1;p33">
            <a:extLst>
              <a:ext uri="{FF2B5EF4-FFF2-40B4-BE49-F238E27FC236}">
                <a16:creationId xmlns:a16="http://schemas.microsoft.com/office/drawing/2014/main" id="{888E5997-5BCB-CCB9-DE5A-A7A1C1DFFBE4}"/>
              </a:ext>
            </a:extLst>
          </p:cNvPr>
          <p:cNvSpPr>
            <a:spLocks noChangeAspect="1"/>
          </p:cNvSpPr>
          <p:nvPr/>
        </p:nvSpPr>
        <p:spPr>
          <a:xfrm>
            <a:off x="-2011059" y="5249597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405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7403B543-C914-BCA2-242D-4F802219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40;p33">
            <a:extLst>
              <a:ext uri="{FF2B5EF4-FFF2-40B4-BE49-F238E27FC236}">
                <a16:creationId xmlns:a16="http://schemas.microsoft.com/office/drawing/2014/main" id="{3369B820-76B4-68E2-B3CC-F895F71E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5670650" y="1048050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7" name="Google Shape;282;p36">
            <a:extLst>
              <a:ext uri="{FF2B5EF4-FFF2-40B4-BE49-F238E27FC236}">
                <a16:creationId xmlns:a16="http://schemas.microsoft.com/office/drawing/2014/main" id="{1C4DCBFF-C3E7-AE0A-1DB8-E1A24B0BD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670" y="1315836"/>
            <a:ext cx="6065155" cy="2101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4400">
                <a:latin typeface="Rockwell Extra Bold" panose="02060903040505020403" pitchFamily="18" charset="0"/>
              </a:rPr>
              <a:t>Évolution de JavaScript</a:t>
            </a:r>
            <a:endParaRPr sz="4400">
              <a:latin typeface="Rockwell Extra Bold" panose="02060903040505020403" pitchFamily="18" charset="0"/>
            </a:endParaRPr>
          </a:p>
        </p:txBody>
      </p:sp>
      <p:sp>
        <p:nvSpPr>
          <p:cNvPr id="8" name="Google Shape;237;p33">
            <a:extLst>
              <a:ext uri="{FF2B5EF4-FFF2-40B4-BE49-F238E27FC236}">
                <a16:creationId xmlns:a16="http://schemas.microsoft.com/office/drawing/2014/main" id="{9C4A81C0-E2FE-A3DA-ED88-28A557F1B849}"/>
              </a:ext>
            </a:extLst>
          </p:cNvPr>
          <p:cNvSpPr>
            <a:spLocks noChangeAspect="1"/>
          </p:cNvSpPr>
          <p:nvPr/>
        </p:nvSpPr>
        <p:spPr>
          <a:xfrm>
            <a:off x="5778400" y="635999"/>
            <a:ext cx="828800" cy="8288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9;p33">
            <a:extLst>
              <a:ext uri="{FF2B5EF4-FFF2-40B4-BE49-F238E27FC236}">
                <a16:creationId xmlns:a16="http://schemas.microsoft.com/office/drawing/2014/main" id="{90AC6358-E9C9-996E-F2B4-567B7485C9A3}"/>
              </a:ext>
            </a:extLst>
          </p:cNvPr>
          <p:cNvSpPr/>
          <p:nvPr/>
        </p:nvSpPr>
        <p:spPr>
          <a:xfrm>
            <a:off x="7390225" y="-964201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42;p33">
            <a:extLst>
              <a:ext uri="{FF2B5EF4-FFF2-40B4-BE49-F238E27FC236}">
                <a16:creationId xmlns:a16="http://schemas.microsoft.com/office/drawing/2014/main" id="{FA3888E6-C2F7-E7FA-BCF5-2034A4C2A592}"/>
              </a:ext>
            </a:extLst>
          </p:cNvPr>
          <p:cNvSpPr>
            <a:spLocks noChangeAspect="1"/>
          </p:cNvSpPr>
          <p:nvPr/>
        </p:nvSpPr>
        <p:spPr>
          <a:xfrm>
            <a:off x="1523349" y="4095450"/>
            <a:ext cx="541001" cy="541001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1;p33">
            <a:extLst>
              <a:ext uri="{FF2B5EF4-FFF2-40B4-BE49-F238E27FC236}">
                <a16:creationId xmlns:a16="http://schemas.microsoft.com/office/drawing/2014/main" id="{DA87661C-6CC3-3EB7-25A5-3219A0F9AA58}"/>
              </a:ext>
            </a:extLst>
          </p:cNvPr>
          <p:cNvSpPr>
            <a:spLocks noChangeAspect="1"/>
          </p:cNvSpPr>
          <p:nvPr/>
        </p:nvSpPr>
        <p:spPr>
          <a:xfrm>
            <a:off x="-1081350" y="4123000"/>
            <a:ext cx="2101707" cy="2101999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53;p34">
            <a:extLst>
              <a:ext uri="{FF2B5EF4-FFF2-40B4-BE49-F238E27FC236}">
                <a16:creationId xmlns:a16="http://schemas.microsoft.com/office/drawing/2014/main" id="{0A998878-DE66-B963-8290-8013A95ACC09}"/>
              </a:ext>
            </a:extLst>
          </p:cNvPr>
          <p:cNvSpPr/>
          <p:nvPr/>
        </p:nvSpPr>
        <p:spPr>
          <a:xfrm>
            <a:off x="6752725" y="650285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1;p38">
            <a:extLst>
              <a:ext uri="{FF2B5EF4-FFF2-40B4-BE49-F238E27FC236}">
                <a16:creationId xmlns:a16="http://schemas.microsoft.com/office/drawing/2014/main" id="{F2CF9E77-3B96-C7F2-DB0C-29E68DF40329}"/>
              </a:ext>
            </a:extLst>
          </p:cNvPr>
          <p:cNvSpPr txBox="1">
            <a:spLocks/>
          </p:cNvSpPr>
          <p:nvPr/>
        </p:nvSpPr>
        <p:spPr>
          <a:xfrm>
            <a:off x="263074" y="485676"/>
            <a:ext cx="1260275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0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  <p:sp>
        <p:nvSpPr>
          <p:cNvPr id="25" name="Google Shape;282;p36">
            <a:extLst>
              <a:ext uri="{FF2B5EF4-FFF2-40B4-BE49-F238E27FC236}">
                <a16:creationId xmlns:a16="http://schemas.microsoft.com/office/drawing/2014/main" id="{5F490AA4-2316-A48A-35DB-1F929B1CCEAA}"/>
              </a:ext>
            </a:extLst>
          </p:cNvPr>
          <p:cNvSpPr txBox="1">
            <a:spLocks/>
          </p:cNvSpPr>
          <p:nvPr/>
        </p:nvSpPr>
        <p:spPr>
          <a:xfrm>
            <a:off x="1830216" y="-1100538"/>
            <a:ext cx="7896368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Langages typés</a:t>
            </a:r>
          </a:p>
        </p:txBody>
      </p:sp>
      <p:sp>
        <p:nvSpPr>
          <p:cNvPr id="30" name="Google Shape;301;p38">
            <a:extLst>
              <a:ext uri="{FF2B5EF4-FFF2-40B4-BE49-F238E27FC236}">
                <a16:creationId xmlns:a16="http://schemas.microsoft.com/office/drawing/2014/main" id="{6CDAFCF3-FD32-F3B2-52BE-60D235AB4E00}"/>
              </a:ext>
            </a:extLst>
          </p:cNvPr>
          <p:cNvSpPr txBox="1">
            <a:spLocks/>
          </p:cNvSpPr>
          <p:nvPr/>
        </p:nvSpPr>
        <p:spPr>
          <a:xfrm>
            <a:off x="1060584" y="-1172411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06</a:t>
            </a:r>
          </a:p>
        </p:txBody>
      </p:sp>
      <p:sp>
        <p:nvSpPr>
          <p:cNvPr id="40" name="Google Shape;414;p44">
            <a:extLst>
              <a:ext uri="{FF2B5EF4-FFF2-40B4-BE49-F238E27FC236}">
                <a16:creationId xmlns:a16="http://schemas.microsoft.com/office/drawing/2014/main" id="{9D31367E-FA0D-76E3-464F-A7E9FE7F5626}"/>
              </a:ext>
            </a:extLst>
          </p:cNvPr>
          <p:cNvSpPr/>
          <p:nvPr/>
        </p:nvSpPr>
        <p:spPr>
          <a:xfrm>
            <a:off x="-4229908" y="2265855"/>
            <a:ext cx="899400" cy="899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287FDE8-563C-3960-EF48-B3687CB019A8}"/>
              </a:ext>
            </a:extLst>
          </p:cNvPr>
          <p:cNvSpPr txBox="1"/>
          <p:nvPr/>
        </p:nvSpPr>
        <p:spPr>
          <a:xfrm>
            <a:off x="-3185610" y="2455732"/>
            <a:ext cx="289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>
                <a:latin typeface="Rockwell Extra Bold" panose="02060903040505020403" pitchFamily="18" charset="0"/>
              </a:rPr>
              <a:t>Avantages</a:t>
            </a:r>
            <a:endParaRPr lang="fr-FR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232EE6A7-FDDB-6AB4-1F22-9321C6584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03115" y="2406109"/>
            <a:ext cx="609604" cy="60960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409224F-5AA8-5955-875D-5AF177A7CCF7}"/>
              </a:ext>
            </a:extLst>
          </p:cNvPr>
          <p:cNvSpPr txBox="1">
            <a:spLocks/>
          </p:cNvSpPr>
          <p:nvPr/>
        </p:nvSpPr>
        <p:spPr>
          <a:xfrm>
            <a:off x="10763851" y="212528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Code plus fiable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236974-7F33-40AA-2B40-042646945723}"/>
              </a:ext>
            </a:extLst>
          </p:cNvPr>
          <p:cNvSpPr txBox="1">
            <a:spLocks/>
          </p:cNvSpPr>
          <p:nvPr/>
        </p:nvSpPr>
        <p:spPr>
          <a:xfrm>
            <a:off x="10763851" y="2794489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Meilleure lisibilité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DCD762-A94B-3384-F095-DE04C23DD49B}"/>
              </a:ext>
            </a:extLst>
          </p:cNvPr>
          <p:cNvSpPr txBox="1">
            <a:spLocks/>
          </p:cNvSpPr>
          <p:nvPr/>
        </p:nvSpPr>
        <p:spPr>
          <a:xfrm>
            <a:off x="10763851" y="4007748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Idéal pou</a:t>
            </a:r>
            <a:r>
              <a:rPr lang="fr-FR" sz="100">
                <a:latin typeface="Agency FB" panose="020B0503020202020204" pitchFamily="34" charset="0"/>
              </a:rPr>
              <a:t> </a:t>
            </a:r>
            <a:r>
              <a:rPr lang="fr-FR" sz="2400">
                <a:latin typeface="Agency FB" panose="020B0503020202020204" pitchFamily="34" charset="0"/>
              </a:rPr>
              <a:t>r les projets en équipe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796670-A21F-BABA-70D3-3E17E587620C}"/>
              </a:ext>
            </a:extLst>
          </p:cNvPr>
          <p:cNvSpPr txBox="1">
            <a:spLocks/>
          </p:cNvSpPr>
          <p:nvPr/>
        </p:nvSpPr>
        <p:spPr>
          <a:xfrm>
            <a:off x="10763851" y="1416541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Détection d’erreurs plus tôt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DB9BDCE-0B3A-B8E6-CCC5-B6A1C5B5D1D4}"/>
              </a:ext>
            </a:extLst>
          </p:cNvPr>
          <p:cNvSpPr txBox="1">
            <a:spLocks/>
          </p:cNvSpPr>
          <p:nvPr/>
        </p:nvSpPr>
        <p:spPr>
          <a:xfrm>
            <a:off x="10763851" y="3390630"/>
            <a:ext cx="3757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Agency FB" panose="020B0503020202020204" pitchFamily="34" charset="0"/>
              </a:rPr>
              <a:t>Maintenance facilitée</a:t>
            </a:r>
          </a:p>
        </p:txBody>
      </p: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C339476B-0501-62C1-2155-96DFD0D6C620}"/>
              </a:ext>
            </a:extLst>
          </p:cNvPr>
          <p:cNvGrpSpPr/>
          <p:nvPr/>
        </p:nvGrpSpPr>
        <p:grpSpPr>
          <a:xfrm>
            <a:off x="9877003" y="2316337"/>
            <a:ext cx="11430397" cy="637499"/>
            <a:chOff x="221582" y="1875602"/>
            <a:chExt cx="11430397" cy="637499"/>
          </a:xfrm>
        </p:grpSpPr>
        <p:grpSp>
          <p:nvGrpSpPr>
            <p:cNvPr id="78" name="Google Shape;3546;p76">
              <a:extLst>
                <a:ext uri="{FF2B5EF4-FFF2-40B4-BE49-F238E27FC236}">
                  <a16:creationId xmlns:a16="http://schemas.microsoft.com/office/drawing/2014/main" id="{794DA441-1CF6-AFC6-6670-5A361E54CE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100" name="Google Shape;3547;p76">
                <a:extLst>
                  <a:ext uri="{FF2B5EF4-FFF2-40B4-BE49-F238E27FC236}">
                    <a16:creationId xmlns:a16="http://schemas.microsoft.com/office/drawing/2014/main" id="{C19BF81B-A501-41ED-BB3F-D83B3EF1D581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16" name="Google Shape;3548;p76">
                  <a:extLst>
                    <a:ext uri="{FF2B5EF4-FFF2-40B4-BE49-F238E27FC236}">
                      <a16:creationId xmlns:a16="http://schemas.microsoft.com/office/drawing/2014/main" id="{272449E6-D00B-0A9A-79B8-61D78C309FFD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7" name="Google Shape;3549;p76">
                  <a:extLst>
                    <a:ext uri="{FF2B5EF4-FFF2-40B4-BE49-F238E27FC236}">
                      <a16:creationId xmlns:a16="http://schemas.microsoft.com/office/drawing/2014/main" id="{BB3486D9-DEC4-0E0E-0FEA-4445E8DEC9F5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118" name="Google Shape;3550;p76">
                    <a:extLst>
                      <a:ext uri="{FF2B5EF4-FFF2-40B4-BE49-F238E27FC236}">
                        <a16:creationId xmlns:a16="http://schemas.microsoft.com/office/drawing/2014/main" id="{8AC836FC-D178-FE38-192A-4FC23BF93A94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19" name="Google Shape;3551;p76">
                    <a:extLst>
                      <a:ext uri="{FF2B5EF4-FFF2-40B4-BE49-F238E27FC236}">
                        <a16:creationId xmlns:a16="http://schemas.microsoft.com/office/drawing/2014/main" id="{5570B9BF-1F9B-D570-1795-EC938B89F3FF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1" name="Google Shape;3552;p76">
                <a:extLst>
                  <a:ext uri="{FF2B5EF4-FFF2-40B4-BE49-F238E27FC236}">
                    <a16:creationId xmlns:a16="http://schemas.microsoft.com/office/drawing/2014/main" id="{2EF13C5A-2161-D3C5-ACFA-D3F3543D20BB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12" name="Google Shape;3553;p76">
                  <a:extLst>
                    <a:ext uri="{FF2B5EF4-FFF2-40B4-BE49-F238E27FC236}">
                      <a16:creationId xmlns:a16="http://schemas.microsoft.com/office/drawing/2014/main" id="{8CFC95DB-A3C1-B273-1D73-DA1C7A21729F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3" name="Google Shape;3554;p76">
                  <a:extLst>
                    <a:ext uri="{FF2B5EF4-FFF2-40B4-BE49-F238E27FC236}">
                      <a16:creationId xmlns:a16="http://schemas.microsoft.com/office/drawing/2014/main" id="{AB53C90C-3720-ECAB-4C0E-0F779B881991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14" name="Google Shape;3555;p76">
                    <a:extLst>
                      <a:ext uri="{FF2B5EF4-FFF2-40B4-BE49-F238E27FC236}">
                        <a16:creationId xmlns:a16="http://schemas.microsoft.com/office/drawing/2014/main" id="{814D2837-F230-B58B-2512-4393D53179E2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15" name="Google Shape;3556;p76">
                    <a:extLst>
                      <a:ext uri="{FF2B5EF4-FFF2-40B4-BE49-F238E27FC236}">
                        <a16:creationId xmlns:a16="http://schemas.microsoft.com/office/drawing/2014/main" id="{6CB66388-01D4-E70B-C308-1C95924D09C8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2" name="Google Shape;3557;p76">
                <a:extLst>
                  <a:ext uri="{FF2B5EF4-FFF2-40B4-BE49-F238E27FC236}">
                    <a16:creationId xmlns:a16="http://schemas.microsoft.com/office/drawing/2014/main" id="{96A3067C-776D-13FB-96DE-BCD8E3439529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08" name="Google Shape;3558;p76">
                  <a:extLst>
                    <a:ext uri="{FF2B5EF4-FFF2-40B4-BE49-F238E27FC236}">
                      <a16:creationId xmlns:a16="http://schemas.microsoft.com/office/drawing/2014/main" id="{7F83BFA9-2233-F776-27B4-3F688B5A63B9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3559;p76">
                  <a:extLst>
                    <a:ext uri="{FF2B5EF4-FFF2-40B4-BE49-F238E27FC236}">
                      <a16:creationId xmlns:a16="http://schemas.microsoft.com/office/drawing/2014/main" id="{4BBA93AD-8A9C-50F3-09A3-C634BC3B09C7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10" name="Google Shape;3560;p76">
                    <a:extLst>
                      <a:ext uri="{FF2B5EF4-FFF2-40B4-BE49-F238E27FC236}">
                        <a16:creationId xmlns:a16="http://schemas.microsoft.com/office/drawing/2014/main" id="{01C9C0A5-7681-1F23-6FCF-18CBDE50B7EC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11" name="Google Shape;3561;p76">
                    <a:extLst>
                      <a:ext uri="{FF2B5EF4-FFF2-40B4-BE49-F238E27FC236}">
                        <a16:creationId xmlns:a16="http://schemas.microsoft.com/office/drawing/2014/main" id="{BFA1E1FF-926B-1520-0812-7D25DED0474A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3" name="Google Shape;3562;p76">
                <a:extLst>
                  <a:ext uri="{FF2B5EF4-FFF2-40B4-BE49-F238E27FC236}">
                    <a16:creationId xmlns:a16="http://schemas.microsoft.com/office/drawing/2014/main" id="{D180A231-0E22-5E11-8774-ACA3E3979526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104" name="Google Shape;3563;p76">
                  <a:extLst>
                    <a:ext uri="{FF2B5EF4-FFF2-40B4-BE49-F238E27FC236}">
                      <a16:creationId xmlns:a16="http://schemas.microsoft.com/office/drawing/2014/main" id="{010626EC-C87F-3621-57A8-34E5E325573E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5" name="Google Shape;3564;p76">
                  <a:extLst>
                    <a:ext uri="{FF2B5EF4-FFF2-40B4-BE49-F238E27FC236}">
                      <a16:creationId xmlns:a16="http://schemas.microsoft.com/office/drawing/2014/main" id="{B0317A4B-E29D-6AA7-132D-57FF07112300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06" name="Google Shape;3565;p76">
                    <a:extLst>
                      <a:ext uri="{FF2B5EF4-FFF2-40B4-BE49-F238E27FC236}">
                        <a16:creationId xmlns:a16="http://schemas.microsoft.com/office/drawing/2014/main" id="{53F4F382-2E60-5B6C-FC31-274FE9850E93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7" name="Google Shape;3566;p76">
                    <a:extLst>
                      <a:ext uri="{FF2B5EF4-FFF2-40B4-BE49-F238E27FC236}">
                        <a16:creationId xmlns:a16="http://schemas.microsoft.com/office/drawing/2014/main" id="{D3E59FE6-4602-608F-38B0-1480D7B46FF7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9" name="Google Shape;3546;p76">
              <a:extLst>
                <a:ext uri="{FF2B5EF4-FFF2-40B4-BE49-F238E27FC236}">
                  <a16:creationId xmlns:a16="http://schemas.microsoft.com/office/drawing/2014/main" id="{2DEF31EB-5182-B512-7076-3F5AA6D207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80" name="Google Shape;3547;p76">
                <a:extLst>
                  <a:ext uri="{FF2B5EF4-FFF2-40B4-BE49-F238E27FC236}">
                    <a16:creationId xmlns:a16="http://schemas.microsoft.com/office/drawing/2014/main" id="{589A2AC7-7242-F75E-7F2E-AC59EEEC7106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96" name="Google Shape;3548;p76">
                  <a:extLst>
                    <a:ext uri="{FF2B5EF4-FFF2-40B4-BE49-F238E27FC236}">
                      <a16:creationId xmlns:a16="http://schemas.microsoft.com/office/drawing/2014/main" id="{A4D296C5-2E7B-049F-0006-422B4F19EE6D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7" name="Google Shape;3549;p76">
                  <a:extLst>
                    <a:ext uri="{FF2B5EF4-FFF2-40B4-BE49-F238E27FC236}">
                      <a16:creationId xmlns:a16="http://schemas.microsoft.com/office/drawing/2014/main" id="{6492B2DE-8E15-FE46-B853-7CA746DE0F25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98" name="Google Shape;3550;p76">
                    <a:extLst>
                      <a:ext uri="{FF2B5EF4-FFF2-40B4-BE49-F238E27FC236}">
                        <a16:creationId xmlns:a16="http://schemas.microsoft.com/office/drawing/2014/main" id="{8B74D4E8-3F51-0B91-B730-932B6468B5B7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99" name="Google Shape;3551;p76">
                    <a:extLst>
                      <a:ext uri="{FF2B5EF4-FFF2-40B4-BE49-F238E27FC236}">
                        <a16:creationId xmlns:a16="http://schemas.microsoft.com/office/drawing/2014/main" id="{45170363-5DF3-7273-96B8-BD97CE064EB8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1" name="Google Shape;3552;p76">
                <a:extLst>
                  <a:ext uri="{FF2B5EF4-FFF2-40B4-BE49-F238E27FC236}">
                    <a16:creationId xmlns:a16="http://schemas.microsoft.com/office/drawing/2014/main" id="{37F8F902-05D5-B415-9552-CE3EBC72001F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92" name="Google Shape;3553;p76">
                  <a:extLst>
                    <a:ext uri="{FF2B5EF4-FFF2-40B4-BE49-F238E27FC236}">
                      <a16:creationId xmlns:a16="http://schemas.microsoft.com/office/drawing/2014/main" id="{C7EA00B5-E7AD-CE43-11BB-7FD9DA0108FA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3" name="Google Shape;3554;p76">
                  <a:extLst>
                    <a:ext uri="{FF2B5EF4-FFF2-40B4-BE49-F238E27FC236}">
                      <a16:creationId xmlns:a16="http://schemas.microsoft.com/office/drawing/2014/main" id="{A1204679-66E7-4999-7F63-09C2F5D900D5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94" name="Google Shape;3555;p76">
                    <a:extLst>
                      <a:ext uri="{FF2B5EF4-FFF2-40B4-BE49-F238E27FC236}">
                        <a16:creationId xmlns:a16="http://schemas.microsoft.com/office/drawing/2014/main" id="{518DA7A3-E290-B2DC-1327-8A3B35989AF2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95" name="Google Shape;3556;p76">
                    <a:extLst>
                      <a:ext uri="{FF2B5EF4-FFF2-40B4-BE49-F238E27FC236}">
                        <a16:creationId xmlns:a16="http://schemas.microsoft.com/office/drawing/2014/main" id="{14918FF2-15F1-07ED-3A5C-0783170DD81E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2" name="Google Shape;3557;p76">
                <a:extLst>
                  <a:ext uri="{FF2B5EF4-FFF2-40B4-BE49-F238E27FC236}">
                    <a16:creationId xmlns:a16="http://schemas.microsoft.com/office/drawing/2014/main" id="{A0532C4E-EA1E-09D0-70B0-D582A45E9E48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88" name="Google Shape;3558;p76">
                  <a:extLst>
                    <a:ext uri="{FF2B5EF4-FFF2-40B4-BE49-F238E27FC236}">
                      <a16:creationId xmlns:a16="http://schemas.microsoft.com/office/drawing/2014/main" id="{E976B995-2D37-7D80-E739-CB0E53E8B66B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9" name="Google Shape;3559;p76">
                  <a:extLst>
                    <a:ext uri="{FF2B5EF4-FFF2-40B4-BE49-F238E27FC236}">
                      <a16:creationId xmlns:a16="http://schemas.microsoft.com/office/drawing/2014/main" id="{0C2C6B20-D5CE-EE66-49CF-4336BD192DBD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0" name="Google Shape;3560;p76">
                    <a:extLst>
                      <a:ext uri="{FF2B5EF4-FFF2-40B4-BE49-F238E27FC236}">
                        <a16:creationId xmlns:a16="http://schemas.microsoft.com/office/drawing/2014/main" id="{8617DAFB-826C-233B-4543-224F4270FC42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91" name="Google Shape;3561;p76">
                    <a:extLst>
                      <a:ext uri="{FF2B5EF4-FFF2-40B4-BE49-F238E27FC236}">
                        <a16:creationId xmlns:a16="http://schemas.microsoft.com/office/drawing/2014/main" id="{138D671B-B631-9F65-F5C3-F6F495E85A16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3" name="Google Shape;3562;p76">
                <a:extLst>
                  <a:ext uri="{FF2B5EF4-FFF2-40B4-BE49-F238E27FC236}">
                    <a16:creationId xmlns:a16="http://schemas.microsoft.com/office/drawing/2014/main" id="{918CCB4E-981A-8F6A-43E0-0E990AFEE246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84" name="Google Shape;3563;p76">
                  <a:extLst>
                    <a:ext uri="{FF2B5EF4-FFF2-40B4-BE49-F238E27FC236}">
                      <a16:creationId xmlns:a16="http://schemas.microsoft.com/office/drawing/2014/main" id="{3DD33FB1-BA93-2B0D-51AC-AA4F682E9C43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5" name="Google Shape;3564;p76">
                  <a:extLst>
                    <a:ext uri="{FF2B5EF4-FFF2-40B4-BE49-F238E27FC236}">
                      <a16:creationId xmlns:a16="http://schemas.microsoft.com/office/drawing/2014/main" id="{9B3E99AF-8340-52B4-835C-06619EB0520F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86" name="Google Shape;3565;p76">
                    <a:extLst>
                      <a:ext uri="{FF2B5EF4-FFF2-40B4-BE49-F238E27FC236}">
                        <a16:creationId xmlns:a16="http://schemas.microsoft.com/office/drawing/2014/main" id="{37E0C1EB-5803-609D-7BA1-10D0798AACD3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87" name="Google Shape;3566;p76">
                    <a:extLst>
                      <a:ext uri="{FF2B5EF4-FFF2-40B4-BE49-F238E27FC236}">
                        <a16:creationId xmlns:a16="http://schemas.microsoft.com/office/drawing/2014/main" id="{7C1370B8-115E-5A40-DD14-E79E541AB91B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37014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/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/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/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/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/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02C51357-183A-5489-8488-207B26806905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40897BE1-5384-18C2-D4FC-C275C3606F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378F4866-4BCC-1C6A-3038-3EB5F4CE3D74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AF1CFF33-336D-3951-9D5C-1E1C717872BC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2D9C224F-44A7-4034-4F47-C239BA7C98FA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62D9C4BB-CEF5-A551-2AAB-37A1D62E4301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83C7E142-4DB2-C4DE-6708-28F8CBD4678E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45DE3242-B2DA-AB27-4DBD-22A85498D95D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BD1D652E-0C50-3889-20F6-37745AE37218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98CE30E2-1FFA-D0B1-8A02-F2010465ED55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6B9CA1BB-4FEC-9CD8-C414-E887E165A3A0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D2DC700D-C9D7-CAC8-E0FF-488EE5C31736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BC19ED25-3778-87D0-80D1-405EE564BA37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A6FB4E5B-00DF-E01F-493F-857A391084FA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FC0629EF-2CA4-0739-44BF-CAF1421B0A46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39891AC5-B907-B325-1A5E-0C1C3D89790E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3C686ED8-376E-AC2E-6B42-86C9B595B64F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FF7AFF7C-23CF-5A09-5D86-B8DA099F807F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FB6D0524-04D5-CD13-12E5-013C0A94E91B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1E0D4E5C-B6E3-291E-A174-6E22677C6B96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0B6A3482-14E2-A3FC-20D0-17DB1CB47B8D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DFCF9D4A-69F5-AE6F-FFCA-3C139D6030E4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ED862FE8-56E8-FDC6-5968-28B7717198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26E40DD9-D59F-3AA8-A95A-6EF3C57A3957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0EF4B7A6-3D8E-125F-A358-E61FC8173A68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23E67B27-D6E7-1F53-213D-41BAF74422C0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BFF87A00-8729-3C04-5E48-CE7AA38A1E38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ED165917-54BD-BAAF-53CC-98548F49D7BD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C1C7DF6B-2514-716B-F9F9-B7DA6753C42D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58312727-250F-65BB-5C24-C1607D212F4E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F28CF34C-3C87-2452-3794-481D0B5A726F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8A0C1969-CBCE-6C2D-5C09-B51AFF9498D7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8899F123-94D8-D466-8A27-D7B0FB504915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6DA9D96F-3245-F719-499D-377AF3BC1D01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C3EEC467-C3CF-20E9-AE45-BCAAFC8EBFC3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6096F24A-119D-CA99-9BC7-E124D3AEB73C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D1163AC6-18E8-3D15-9417-F9D2854D6E1A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3518FF29-098C-FE85-3F4E-6AB52E70749E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111F391D-986C-168B-ED7A-5D84A3EEC9BB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2ECD2AAA-C10F-A349-5312-1743B8911560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38F2F6B3-7D0C-C4CB-060D-9908B1C1F278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E23AC9D9-7F1F-3712-CDCC-857CB9D5A355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A124388F-C8F1-3AB4-21D4-E45681543AF2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AD29968E-80EE-33AA-156D-952768F62CA4}"/>
              </a:ext>
            </a:extLst>
          </p:cNvPr>
          <p:cNvSpPr txBox="1"/>
          <p:nvPr/>
        </p:nvSpPr>
        <p:spPr>
          <a:xfrm>
            <a:off x="-3439886" y="954586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45DBF682-1808-C98C-CAF5-66867BC47056}"/>
              </a:ext>
            </a:extLst>
          </p:cNvPr>
          <p:cNvSpPr txBox="1"/>
          <p:nvPr/>
        </p:nvSpPr>
        <p:spPr>
          <a:xfrm>
            <a:off x="-3439886" y="1313937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96BBBFA4-CF73-DD6C-BC96-0E9791D7F150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E84C9307-630A-3331-5C99-20FAC1AD4A96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  <p:pic>
        <p:nvPicPr>
          <p:cNvPr id="931" name="Google Shape;240;p33">
            <a:extLst>
              <a:ext uri="{FF2B5EF4-FFF2-40B4-BE49-F238E27FC236}">
                <a16:creationId xmlns:a16="http://schemas.microsoft.com/office/drawing/2014/main" id="{A71D2842-360A-1B5D-B8D4-2F11F0454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4" t="20329" r="-19084" b="5683"/>
          <a:stretch>
            <a:fillRect/>
          </a:stretch>
        </p:blipFill>
        <p:spPr>
          <a:xfrm>
            <a:off x="10459807" y="1136871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ABA4E41D-12FF-12AB-7CB2-BD43F9F6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>
            <a:extLst>
              <a:ext uri="{FF2B5EF4-FFF2-40B4-BE49-F238E27FC236}">
                <a16:creationId xmlns:a16="http://schemas.microsoft.com/office/drawing/2014/main" id="{6DA767F2-9BA8-F433-E010-123EAF88E4E0}"/>
              </a:ext>
            </a:extLst>
          </p:cNvPr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>
            <a:extLst>
              <a:ext uri="{FF2B5EF4-FFF2-40B4-BE49-F238E27FC236}">
                <a16:creationId xmlns:a16="http://schemas.microsoft.com/office/drawing/2014/main" id="{F0FB4E61-4747-5A6D-E766-982D3BEB211D}"/>
              </a:ext>
            </a:extLst>
          </p:cNvPr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>
            <a:extLst>
              <a:ext uri="{FF2B5EF4-FFF2-40B4-BE49-F238E27FC236}">
                <a16:creationId xmlns:a16="http://schemas.microsoft.com/office/drawing/2014/main" id="{5501E2E0-01CE-F686-F9B7-DE2F96918112}"/>
              </a:ext>
            </a:extLst>
          </p:cNvPr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>
            <a:extLst>
              <a:ext uri="{FF2B5EF4-FFF2-40B4-BE49-F238E27FC236}">
                <a16:creationId xmlns:a16="http://schemas.microsoft.com/office/drawing/2014/main" id="{75654D71-5FF3-76B6-A301-EBF6B54090F9}"/>
              </a:ext>
            </a:extLst>
          </p:cNvPr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>
            <a:extLst>
              <a:ext uri="{FF2B5EF4-FFF2-40B4-BE49-F238E27FC236}">
                <a16:creationId xmlns:a16="http://schemas.microsoft.com/office/drawing/2014/main" id="{D8AF6FAC-FA2F-BFA5-7A04-FC44F2CC2656}"/>
              </a:ext>
            </a:extLst>
          </p:cNvPr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A1CFDADF-407B-C22A-ECCF-ABB43923E222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C1FDC15C-36C4-A7DF-A3F2-DC0268F483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A4CF0669-1849-E844-C368-F78497ECBA5F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D283A86F-8B82-BFD4-300D-94D8018DC821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6F3DAFCE-F28F-43CE-C1EF-0B79C879EAB2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659F8A8E-24D2-8C43-11EB-5658C9775E8F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127CDA55-A45B-428B-4AAD-50D586B8D2B0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D024F06E-7FC2-C8F6-8978-5BAB8FFE0920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4FB9F375-A6D2-3231-ABB9-C6FA35035092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FEBCD6B5-64F0-F88F-4C1B-6990BF28FB7D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2509C229-C777-DEF7-BC73-768A78F2C03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D9A32571-CCB0-EDEC-0E32-84E17B099E12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15B3B25B-6DC9-5876-99EA-653B7382409B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1F11BFB3-1C03-6164-34D4-5B8E052E91BE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F75625E3-8C9A-A717-4D95-2EA6D911529B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C0BEC212-07CE-E75C-760D-5E80BC6B9558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A2B06A1A-A8F5-EA9D-601F-A6DE1A138956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E06CD872-854A-79F7-2BB4-A4B432581E06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AFDF1130-51C2-337C-E0A7-D98DC78F2524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C26C1835-B5AB-6169-8CF5-5339149B30CB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6E0686D8-52B0-DE9B-4032-50EFF2C89911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3EFC533D-C49F-F1BC-0689-85015C50FBEF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FDEF5487-A9E1-A195-A29C-16FB6557CC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6944600A-DC41-61B2-0779-6CF1808B32D9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0AB497A5-9D3C-CF23-4A7B-B230711A493F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E92195F0-445C-5750-9DBC-D2D34F7B4BA2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DBBF65C0-AEEF-E031-3815-85612C44008D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82327184-E7D2-3A29-1B4B-513DAC2422C6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F357BF8E-00CE-97C4-B2E7-3BBD7C18EFF8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70704DA7-E913-3CEF-9BBD-31C46CC3A661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915B8271-58D0-730A-7FD1-19BFFB7B23F1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9F35F7BF-96B4-BDFC-FD40-74BFDC035D5F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78493568-2616-FEB2-FDD3-148B799593C0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4DF8523A-814E-682F-9202-4E4B03F5B1E9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4508CF8D-6CA3-9DC7-43F5-7795B26E0439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AE208FB5-86EB-B34F-C8D3-34E5D53C8506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C0BC80B5-259B-5FC5-D161-39408AED4AD8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06DC4ADB-98A5-DAF7-4ECA-087B246D2AE7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F60FA0CC-F5F3-1434-2BFD-09BDA9A966E9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21383260-18A1-AB55-9D0F-FA210F32A647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21A9A5BB-CBFF-C1AC-DD35-5242A0DC249A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BB46E233-9659-806A-9081-ABABF34B8EF9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EF141F65-B6F7-C23F-CD37-C90C1599412D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9B5B68C1-F51B-485B-7D78-BD31DA7819A8}"/>
              </a:ext>
            </a:extLst>
          </p:cNvPr>
          <p:cNvSpPr txBox="1"/>
          <p:nvPr/>
        </p:nvSpPr>
        <p:spPr>
          <a:xfrm>
            <a:off x="0" y="1084109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56472A32-4F65-5C21-7C70-6C8BD58DEB11}"/>
              </a:ext>
            </a:extLst>
          </p:cNvPr>
          <p:cNvSpPr txBox="1"/>
          <p:nvPr/>
        </p:nvSpPr>
        <p:spPr>
          <a:xfrm>
            <a:off x="0" y="1443460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BB91C87A-9C3D-DE60-F890-9037BC570244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274985C2-F18B-E7B9-7978-579B01E746C9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E8BE32B-1622-01EF-E573-3B8138EFD432}"/>
              </a:ext>
            </a:extLst>
          </p:cNvPr>
          <p:cNvSpPr txBox="1"/>
          <p:nvPr/>
        </p:nvSpPr>
        <p:spPr>
          <a:xfrm>
            <a:off x="743570" y="5347610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5088B33-33AF-DD6F-E3DA-7B6E0893460E}"/>
              </a:ext>
            </a:extLst>
          </p:cNvPr>
          <p:cNvSpPr txBox="1"/>
          <p:nvPr/>
        </p:nvSpPr>
        <p:spPr>
          <a:xfrm>
            <a:off x="743570" y="5706961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Standard stable</a:t>
            </a:r>
          </a:p>
          <a:p>
            <a:r>
              <a:rPr lang="fr-FR" sz="2000">
                <a:latin typeface="Agency FB" panose="020B0503020202020204" pitchFamily="34" charset="0"/>
              </a:rPr>
              <a:t>Compatibilité entre navigateurs</a:t>
            </a:r>
          </a:p>
          <a:p>
            <a:r>
              <a:rPr lang="fr-FR" sz="2000">
                <a:latin typeface="Agency FB" panose="020B0503020202020204" pitchFamily="34" charset="0"/>
              </a:rPr>
              <a:t>Base du JavaScript moderne</a:t>
            </a:r>
          </a:p>
        </p:txBody>
      </p:sp>
    </p:spTree>
    <p:extLst>
      <p:ext uri="{BB962C8B-B14F-4D97-AF65-F5344CB8AC3E}">
        <p14:creationId xmlns:p14="http://schemas.microsoft.com/office/powerpoint/2010/main" val="1814902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B74EB83F-7D84-B86B-03CF-A2A794D7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>
            <a:extLst>
              <a:ext uri="{FF2B5EF4-FFF2-40B4-BE49-F238E27FC236}">
                <a16:creationId xmlns:a16="http://schemas.microsoft.com/office/drawing/2014/main" id="{DA9EB0B8-F19C-217C-21AD-371011BE0720}"/>
              </a:ext>
            </a:extLst>
          </p:cNvPr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>
            <a:extLst>
              <a:ext uri="{FF2B5EF4-FFF2-40B4-BE49-F238E27FC236}">
                <a16:creationId xmlns:a16="http://schemas.microsoft.com/office/drawing/2014/main" id="{1B237347-D6C7-320C-3C6C-998E8A538C2A}"/>
              </a:ext>
            </a:extLst>
          </p:cNvPr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>
            <a:extLst>
              <a:ext uri="{FF2B5EF4-FFF2-40B4-BE49-F238E27FC236}">
                <a16:creationId xmlns:a16="http://schemas.microsoft.com/office/drawing/2014/main" id="{363A851A-32AA-ABC7-5D70-254D365D582D}"/>
              </a:ext>
            </a:extLst>
          </p:cNvPr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>
            <a:extLst>
              <a:ext uri="{FF2B5EF4-FFF2-40B4-BE49-F238E27FC236}">
                <a16:creationId xmlns:a16="http://schemas.microsoft.com/office/drawing/2014/main" id="{FC52C684-BD9F-CD8B-F655-CEF575CC45D7}"/>
              </a:ext>
            </a:extLst>
          </p:cNvPr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>
            <a:extLst>
              <a:ext uri="{FF2B5EF4-FFF2-40B4-BE49-F238E27FC236}">
                <a16:creationId xmlns:a16="http://schemas.microsoft.com/office/drawing/2014/main" id="{C921536F-5B75-1584-E0A0-5EEBC6474424}"/>
              </a:ext>
            </a:extLst>
          </p:cNvPr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115F2901-1929-AFFA-5528-3B1A8EAA6060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B0C4CDC4-5265-CED4-D8DF-123A14F124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C3CFA227-274B-AB91-4B5B-24E13EEA2541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8BF2BB43-7AB9-BA59-4966-CBD2BA768D82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ABE2D8FC-4A75-1D75-8101-C0D6BC19E879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F2939F7D-0188-82A4-DDFF-89C9ED18537C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6A7BC2E8-4EE6-9F7B-A712-B923EB7B7791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8A736ACE-5E8E-A42E-D2E3-8A3B6D646159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99EEC853-6B1D-3784-8772-740559E235D3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0704623C-FF77-2CC6-378E-6F0415CD802C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84DFC1CF-3D39-7A1C-821C-ED532CC70446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2F49D884-725A-2582-D928-776E1D1BE8AF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F5DDA5E8-1578-87FE-6DD1-70219FDB6B33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2AB52BB4-2034-1738-8F1C-F7A771069B18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D691A004-CC70-C592-208B-D76780EA16CE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47BE73DB-9335-FE82-E62A-FE9A8BA2949E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AD423FA9-E72F-2F0D-E36F-6E6C532FB61B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CD5A5779-0F98-5393-D45A-7EB9A8390D39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7CF75850-1031-B8D1-80EC-B4B2660D9764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98B259C2-E3FC-D899-A4DD-A4CEA02697C4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43708826-5213-F7A4-B884-E4590F505AD2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B0E5B841-F673-E49C-561E-008E624CFB31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AB4642C8-799F-3420-64B8-A211E4182D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918059A7-A655-76AF-A856-8A07331EF3B2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A1908E78-54A9-97A8-B0FF-229055F49F1B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23145597-A357-9ED9-62CF-F7DCF4350A38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6E3A3A0D-7BC4-B435-2AA4-3B1B325340BC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2A45CF34-9918-AD4D-4391-2380CEE8BF69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BC61ED43-A542-6F29-11B3-4980F42E86B4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E5083E60-FC2E-2553-7EA4-256FE576007B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509B1CF9-CA4D-2EC6-B2A2-BA392B433BE0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96C6372C-75B1-0034-EC76-0E5E1A047C57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9F32D209-F02E-6FE4-6699-57AF63A538E6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AFF8D605-30F8-D799-AC11-6155F70F191B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202E7191-5119-72DE-2ED5-B61C44BBB29D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E5BEF5DE-3B7D-7EB3-52F8-B1CADE5CB451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0743A920-BF71-07C5-AE25-1DE93D28424B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AF3255D2-DA65-89EA-EF2E-9065C736BB19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9999DA0F-7D9C-7438-0A6B-063D78AEC097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A1155DD4-88CC-B1E3-8B27-35C3E5D8E296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B1106E7E-AC69-4DC1-4BC1-568CECCC3D74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AC93424C-A9FA-08A7-222E-1C90F745ADD9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C36F26B3-9168-458E-C4FB-A4884C2BEDB4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501A05A2-18AD-3DBC-390E-F5751A71532A}"/>
              </a:ext>
            </a:extLst>
          </p:cNvPr>
          <p:cNvSpPr txBox="1"/>
          <p:nvPr/>
        </p:nvSpPr>
        <p:spPr>
          <a:xfrm>
            <a:off x="0" y="1084109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AEABB394-FEE5-72D4-9459-FD3ECD20094A}"/>
              </a:ext>
            </a:extLst>
          </p:cNvPr>
          <p:cNvSpPr txBox="1"/>
          <p:nvPr/>
        </p:nvSpPr>
        <p:spPr>
          <a:xfrm>
            <a:off x="0" y="1443460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1" name="ZoneTexte 920">
            <a:extLst>
              <a:ext uri="{FF2B5EF4-FFF2-40B4-BE49-F238E27FC236}">
                <a16:creationId xmlns:a16="http://schemas.microsoft.com/office/drawing/2014/main" id="{2ADAEDAD-FD2D-416C-B1DE-6A7557C20903}"/>
              </a:ext>
            </a:extLst>
          </p:cNvPr>
          <p:cNvSpPr txBox="1"/>
          <p:nvPr/>
        </p:nvSpPr>
        <p:spPr>
          <a:xfrm>
            <a:off x="860626" y="2937888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922" name="ZoneTexte 921">
            <a:extLst>
              <a:ext uri="{FF2B5EF4-FFF2-40B4-BE49-F238E27FC236}">
                <a16:creationId xmlns:a16="http://schemas.microsoft.com/office/drawing/2014/main" id="{71B1A045-AC06-0DE2-197F-C4F02A5D4E53}"/>
              </a:ext>
            </a:extLst>
          </p:cNvPr>
          <p:cNvSpPr txBox="1"/>
          <p:nvPr/>
        </p:nvSpPr>
        <p:spPr>
          <a:xfrm>
            <a:off x="860626" y="3297239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Standard stable</a:t>
            </a:r>
          </a:p>
          <a:p>
            <a:r>
              <a:rPr lang="fr-FR" sz="2000">
                <a:latin typeface="Agency FB" panose="020B0503020202020204" pitchFamily="34" charset="0"/>
              </a:rPr>
              <a:t>Compatibilité entre navigateurs</a:t>
            </a:r>
          </a:p>
          <a:p>
            <a:r>
              <a:rPr lang="fr-FR" sz="2000">
                <a:latin typeface="Agency FB" panose="020B0503020202020204" pitchFamily="34" charset="0"/>
              </a:rPr>
              <a:t>Base du JavaScript moderne</a:t>
            </a:r>
          </a:p>
        </p:txBody>
      </p:sp>
      <p:sp>
        <p:nvSpPr>
          <p:cNvPr id="923" name="ZoneTexte 922">
            <a:extLst>
              <a:ext uri="{FF2B5EF4-FFF2-40B4-BE49-F238E27FC236}">
                <a16:creationId xmlns:a16="http://schemas.microsoft.com/office/drawing/2014/main" id="{FB855A97-EFB1-485B-CB69-872220EED142}"/>
              </a:ext>
            </a:extLst>
          </p:cNvPr>
          <p:cNvSpPr txBox="1"/>
          <p:nvPr/>
        </p:nvSpPr>
        <p:spPr>
          <a:xfrm>
            <a:off x="10536199" y="853276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ES6 / ES2015</a:t>
            </a:r>
          </a:p>
        </p:txBody>
      </p:sp>
      <p:sp>
        <p:nvSpPr>
          <p:cNvPr id="924" name="ZoneTexte 923">
            <a:extLst>
              <a:ext uri="{FF2B5EF4-FFF2-40B4-BE49-F238E27FC236}">
                <a16:creationId xmlns:a16="http://schemas.microsoft.com/office/drawing/2014/main" id="{F5A3466E-FA0E-0963-B88B-06AC265EF5CD}"/>
              </a:ext>
            </a:extLst>
          </p:cNvPr>
          <p:cNvSpPr txBox="1"/>
          <p:nvPr/>
        </p:nvSpPr>
        <p:spPr>
          <a:xfrm>
            <a:off x="10536199" y="1226674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let / </a:t>
            </a:r>
            <a:r>
              <a:rPr lang="fr-FR" sz="2000" err="1">
                <a:latin typeface="Agency FB" panose="020B0503020202020204" pitchFamily="34" charset="0"/>
              </a:rPr>
              <a:t>const</a:t>
            </a:r>
            <a:r>
              <a:rPr lang="fr-FR" sz="2000">
                <a:latin typeface="Agency FB" panose="020B0503020202020204" pitchFamily="34" charset="0"/>
              </a:rPr>
              <a:t> (remplace var)</a:t>
            </a:r>
          </a:p>
          <a:p>
            <a:r>
              <a:rPr lang="fr-FR" sz="2000">
                <a:latin typeface="Agency FB" panose="020B0503020202020204" pitchFamily="34" charset="0"/>
              </a:rPr>
              <a:t>Fonctions fléchées () =&gt; {}</a:t>
            </a:r>
          </a:p>
          <a:p>
            <a:r>
              <a:rPr lang="fr-FR" sz="2000">
                <a:latin typeface="Agency FB" panose="020B0503020202020204" pitchFamily="34" charset="0"/>
              </a:rPr>
              <a:t>Modules (import/export)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7FF4B612-6690-D79C-9170-B9CD7687E81D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011BA373-4834-3DAF-1129-DE43749EEA57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828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6C0FF2B0-974B-2251-6921-652E9B06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>
            <a:extLst>
              <a:ext uri="{FF2B5EF4-FFF2-40B4-BE49-F238E27FC236}">
                <a16:creationId xmlns:a16="http://schemas.microsoft.com/office/drawing/2014/main" id="{8459BB8E-23E1-A460-2610-ACAACA834E5E}"/>
              </a:ext>
            </a:extLst>
          </p:cNvPr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>
            <a:extLst>
              <a:ext uri="{FF2B5EF4-FFF2-40B4-BE49-F238E27FC236}">
                <a16:creationId xmlns:a16="http://schemas.microsoft.com/office/drawing/2014/main" id="{3AA4D522-E3F7-046F-3A0B-EC70B72C223E}"/>
              </a:ext>
            </a:extLst>
          </p:cNvPr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>
            <a:extLst>
              <a:ext uri="{FF2B5EF4-FFF2-40B4-BE49-F238E27FC236}">
                <a16:creationId xmlns:a16="http://schemas.microsoft.com/office/drawing/2014/main" id="{1C985AD5-731D-C115-1730-696079C64FC2}"/>
              </a:ext>
            </a:extLst>
          </p:cNvPr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>
            <a:extLst>
              <a:ext uri="{FF2B5EF4-FFF2-40B4-BE49-F238E27FC236}">
                <a16:creationId xmlns:a16="http://schemas.microsoft.com/office/drawing/2014/main" id="{5003CE21-77CA-69AB-8E86-9C43970036EF}"/>
              </a:ext>
            </a:extLst>
          </p:cNvPr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>
            <a:extLst>
              <a:ext uri="{FF2B5EF4-FFF2-40B4-BE49-F238E27FC236}">
                <a16:creationId xmlns:a16="http://schemas.microsoft.com/office/drawing/2014/main" id="{86B1AD0C-FDB6-9E5C-3C73-2F53A82762F5}"/>
              </a:ext>
            </a:extLst>
          </p:cNvPr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83BD2255-CD74-80DA-7BCD-18AD2BBD975D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87863A07-6A43-A7D0-5633-B71ED2904C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16C5294B-1B0D-38F3-129C-F7BD50E80672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5D53121E-1747-3C48-F507-39D46BF57264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2BEC42BD-2D3B-AD48-7174-A6FBF10D68C7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CDF91BC6-BE63-60A0-5ABB-EBB515E44DCC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348D8016-A5F3-DD93-EDAA-B6A4E33AD9A2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D7AE074D-52DA-EDD5-9209-DB4325223BF5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AA3279A7-14A0-0566-1D3C-B810D9375B2A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3A5CC8F9-29A6-03E2-F5C2-6585BC64BDC0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89841089-246A-9FDB-3110-78CA1007162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341DF601-BD51-6FCB-31CA-99D97377F8B7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0B71DE96-27BD-7AA4-8F39-F4242273202A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98B49285-D118-AD53-42CC-175B3A1F32E7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4036BDD2-E214-5CE9-C8B1-0A20F0DE3D1D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78ED55F0-6AA3-6FDB-A000-232CC3E7302B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83BBC2D7-0ED1-BF6E-594C-E882082E689C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F0925ACF-FAFF-D86E-DE4C-EB0E14569766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F761114A-3115-E0A5-A792-555A41167A43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955DE836-C8A9-E88B-B43C-C51883506BAE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0BD46903-8E9E-C900-028E-7DA012824002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BE1977DE-BA0E-6461-145E-2924DBC47557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6D9EF80B-B722-F665-AA8F-39AC7FD02D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03CEE5B3-FF0B-8A8C-5A8B-2A2528975C66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140C62EB-85F7-A4AB-520B-F34E443CF1F2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2C823848-5B30-1D1E-52FC-C5BB481EB93F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26DDF722-8255-1945-F42B-7ACF3B5FC39E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C972E2E6-BA3D-8C12-74B0-DF152DAA29DB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9B2490CB-4282-9583-8BFA-CACDB9F245D7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F09A13DE-38AF-AE85-E6DF-F8C1712D45EC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A3403662-C733-E21D-6841-296456C1625C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50435398-6E63-D580-60FB-32C4727FEE9E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3FDAC715-3ECC-15EB-4A4A-F36A0BC43632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C04511E9-085F-07DD-E6A8-5C3D9812DC3E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7421C6DB-8638-CD67-FEF0-EAB41C4382B9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8297CCA3-AE87-8AF5-15AD-FCF63CAFE711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5DC4A36D-9A3F-8C34-6567-210F4BCD9DAF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1C45E406-AD88-4558-2669-C8E356B9956C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3E3084E4-CE6E-C3F7-A026-A090B3C936F5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840352F8-9C08-CE67-02DC-93598DF46888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8420F9B1-EE74-1980-A6DE-7E3ED58FC06F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54DC63A6-319A-6461-055D-43DF3CAEAACD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F9D8EC46-20E0-CB18-480F-C5662FC34BDE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5CD299F6-BB49-2982-BE6C-DA7DE49DE0E4}"/>
              </a:ext>
            </a:extLst>
          </p:cNvPr>
          <p:cNvSpPr txBox="1"/>
          <p:nvPr/>
        </p:nvSpPr>
        <p:spPr>
          <a:xfrm>
            <a:off x="0" y="1084109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873D66B6-2DEC-06BF-8B3E-21E6B50A032B}"/>
              </a:ext>
            </a:extLst>
          </p:cNvPr>
          <p:cNvSpPr txBox="1"/>
          <p:nvPr/>
        </p:nvSpPr>
        <p:spPr>
          <a:xfrm>
            <a:off x="0" y="1443460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1" name="ZoneTexte 920">
            <a:extLst>
              <a:ext uri="{FF2B5EF4-FFF2-40B4-BE49-F238E27FC236}">
                <a16:creationId xmlns:a16="http://schemas.microsoft.com/office/drawing/2014/main" id="{07D26979-B25C-28A8-9669-FE011B50D7B2}"/>
              </a:ext>
            </a:extLst>
          </p:cNvPr>
          <p:cNvSpPr txBox="1"/>
          <p:nvPr/>
        </p:nvSpPr>
        <p:spPr>
          <a:xfrm>
            <a:off x="860626" y="2937888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922" name="ZoneTexte 921">
            <a:extLst>
              <a:ext uri="{FF2B5EF4-FFF2-40B4-BE49-F238E27FC236}">
                <a16:creationId xmlns:a16="http://schemas.microsoft.com/office/drawing/2014/main" id="{BD9A98C7-4BC5-1697-7ACF-99CC5F81CF66}"/>
              </a:ext>
            </a:extLst>
          </p:cNvPr>
          <p:cNvSpPr txBox="1"/>
          <p:nvPr/>
        </p:nvSpPr>
        <p:spPr>
          <a:xfrm>
            <a:off x="860626" y="3297239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Standard stable</a:t>
            </a:r>
          </a:p>
          <a:p>
            <a:r>
              <a:rPr lang="fr-FR" sz="2000">
                <a:latin typeface="Agency FB" panose="020B0503020202020204" pitchFamily="34" charset="0"/>
              </a:rPr>
              <a:t>Compatibilité entre navigateurs</a:t>
            </a:r>
          </a:p>
          <a:p>
            <a:r>
              <a:rPr lang="fr-FR" sz="2000">
                <a:latin typeface="Agency FB" panose="020B0503020202020204" pitchFamily="34" charset="0"/>
              </a:rPr>
              <a:t>Base du JavaScript moderne</a:t>
            </a:r>
          </a:p>
        </p:txBody>
      </p:sp>
      <p:sp>
        <p:nvSpPr>
          <p:cNvPr id="923" name="ZoneTexte 922">
            <a:extLst>
              <a:ext uri="{FF2B5EF4-FFF2-40B4-BE49-F238E27FC236}">
                <a16:creationId xmlns:a16="http://schemas.microsoft.com/office/drawing/2014/main" id="{66E7ED07-5414-BD59-B38A-2C7A31FBABC8}"/>
              </a:ext>
            </a:extLst>
          </p:cNvPr>
          <p:cNvSpPr txBox="1"/>
          <p:nvPr/>
        </p:nvSpPr>
        <p:spPr>
          <a:xfrm>
            <a:off x="3449599" y="795472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ES6 / ES2015</a:t>
            </a:r>
          </a:p>
        </p:txBody>
      </p:sp>
      <p:sp>
        <p:nvSpPr>
          <p:cNvPr id="924" name="ZoneTexte 923">
            <a:extLst>
              <a:ext uri="{FF2B5EF4-FFF2-40B4-BE49-F238E27FC236}">
                <a16:creationId xmlns:a16="http://schemas.microsoft.com/office/drawing/2014/main" id="{6E056D5A-C9CE-56E3-1F3B-3DAA7BCE9A99}"/>
              </a:ext>
            </a:extLst>
          </p:cNvPr>
          <p:cNvSpPr txBox="1"/>
          <p:nvPr/>
        </p:nvSpPr>
        <p:spPr>
          <a:xfrm>
            <a:off x="3449599" y="1168870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let / </a:t>
            </a:r>
            <a:r>
              <a:rPr lang="fr-FR" sz="2000" err="1">
                <a:latin typeface="Agency FB" panose="020B0503020202020204" pitchFamily="34" charset="0"/>
              </a:rPr>
              <a:t>const</a:t>
            </a:r>
            <a:r>
              <a:rPr lang="fr-FR" sz="2000">
                <a:latin typeface="Agency FB" panose="020B0503020202020204" pitchFamily="34" charset="0"/>
              </a:rPr>
              <a:t> (remplace var)</a:t>
            </a:r>
          </a:p>
          <a:p>
            <a:r>
              <a:rPr lang="fr-FR" sz="2000">
                <a:latin typeface="Agency FB" panose="020B0503020202020204" pitchFamily="34" charset="0"/>
              </a:rPr>
              <a:t>Fonctions fléchées () =&gt; {}</a:t>
            </a:r>
          </a:p>
          <a:p>
            <a:r>
              <a:rPr lang="fr-FR" sz="2000">
                <a:latin typeface="Agency FB" panose="020B0503020202020204" pitchFamily="34" charset="0"/>
              </a:rPr>
              <a:t>Modules (import/export)</a:t>
            </a:r>
          </a:p>
        </p:txBody>
      </p:sp>
      <p:sp>
        <p:nvSpPr>
          <p:cNvPr id="925" name="ZoneTexte 924">
            <a:extLst>
              <a:ext uri="{FF2B5EF4-FFF2-40B4-BE49-F238E27FC236}">
                <a16:creationId xmlns:a16="http://schemas.microsoft.com/office/drawing/2014/main" id="{14EE6917-E7E1-DAEF-0EB0-A85CC9CEE60B}"/>
              </a:ext>
            </a:extLst>
          </p:cNvPr>
          <p:cNvSpPr txBox="1"/>
          <p:nvPr/>
        </p:nvSpPr>
        <p:spPr>
          <a:xfrm>
            <a:off x="4572000" y="5666033"/>
            <a:ext cx="33196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Depuis ES7 → ES2024+ (mises à jour annuelles)</a:t>
            </a:r>
          </a:p>
        </p:txBody>
      </p:sp>
      <p:sp>
        <p:nvSpPr>
          <p:cNvPr id="926" name="ZoneTexte 925">
            <a:extLst>
              <a:ext uri="{FF2B5EF4-FFF2-40B4-BE49-F238E27FC236}">
                <a16:creationId xmlns:a16="http://schemas.microsoft.com/office/drawing/2014/main" id="{DEEA287C-B6DA-0BA6-75D8-7229EFC92810}"/>
              </a:ext>
            </a:extLst>
          </p:cNvPr>
          <p:cNvSpPr txBox="1"/>
          <p:nvPr/>
        </p:nvSpPr>
        <p:spPr>
          <a:xfrm>
            <a:off x="4572000" y="6435505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err="1">
                <a:latin typeface="Agency FB" panose="020B0503020202020204" pitchFamily="34" charset="0"/>
              </a:rPr>
              <a:t>async</a:t>
            </a:r>
            <a:r>
              <a:rPr lang="fr-FR" sz="2000">
                <a:latin typeface="Agency FB" panose="020B0503020202020204" pitchFamily="34" charset="0"/>
              </a:rPr>
              <a:t> / </a:t>
            </a:r>
            <a:r>
              <a:rPr lang="fr-FR" sz="2000" err="1">
                <a:latin typeface="Agency FB" panose="020B0503020202020204" pitchFamily="34" charset="0"/>
              </a:rPr>
              <a:t>await</a:t>
            </a:r>
            <a:r>
              <a:rPr lang="fr-FR" sz="2000">
                <a:latin typeface="Agency FB" panose="020B0503020202020204" pitchFamily="34" charset="0"/>
              </a:rPr>
              <a:t> </a:t>
            </a:r>
          </a:p>
          <a:p>
            <a:r>
              <a:rPr lang="fr-FR" sz="2000">
                <a:latin typeface="Agency FB" panose="020B0503020202020204" pitchFamily="34" charset="0"/>
              </a:rPr>
              <a:t>Améliorations continues du langage</a:t>
            </a:r>
          </a:p>
          <a:p>
            <a:r>
              <a:rPr lang="fr-FR" sz="2000">
                <a:latin typeface="Agency FB" panose="020B0503020202020204" pitchFamily="34" charset="0"/>
              </a:rPr>
              <a:t>Nouvelles méthodes (</a:t>
            </a:r>
            <a:r>
              <a:rPr lang="fr-FR" sz="2000" err="1">
                <a:latin typeface="Agency FB" panose="020B0503020202020204" pitchFamily="34" charset="0"/>
              </a:rPr>
              <a:t>array</a:t>
            </a:r>
            <a:r>
              <a:rPr lang="fr-FR" sz="2000">
                <a:latin typeface="Agency FB" panose="020B0503020202020204" pitchFamily="34" charset="0"/>
              </a:rPr>
              <a:t>, string…)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A447F9E3-4F0A-18EB-DAF3-1971DF32C507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15A5B22A-D5E6-C25D-1C55-924182BF578E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63546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C5030035-5A96-CF6E-58CE-C3415455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>
            <a:extLst>
              <a:ext uri="{FF2B5EF4-FFF2-40B4-BE49-F238E27FC236}">
                <a16:creationId xmlns:a16="http://schemas.microsoft.com/office/drawing/2014/main" id="{792B794A-086D-76A0-40AF-64C2544F2FAD}"/>
              </a:ext>
            </a:extLst>
          </p:cNvPr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>
            <a:extLst>
              <a:ext uri="{FF2B5EF4-FFF2-40B4-BE49-F238E27FC236}">
                <a16:creationId xmlns:a16="http://schemas.microsoft.com/office/drawing/2014/main" id="{063F302D-18AD-27AD-E8A1-1C43D18800B9}"/>
              </a:ext>
            </a:extLst>
          </p:cNvPr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>
            <a:extLst>
              <a:ext uri="{FF2B5EF4-FFF2-40B4-BE49-F238E27FC236}">
                <a16:creationId xmlns:a16="http://schemas.microsoft.com/office/drawing/2014/main" id="{F1946E28-6E0D-D308-E9F9-FBFF798A1CC0}"/>
              </a:ext>
            </a:extLst>
          </p:cNvPr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>
            <a:extLst>
              <a:ext uri="{FF2B5EF4-FFF2-40B4-BE49-F238E27FC236}">
                <a16:creationId xmlns:a16="http://schemas.microsoft.com/office/drawing/2014/main" id="{7D4B47A7-16B1-5409-562A-83D1894526DA}"/>
              </a:ext>
            </a:extLst>
          </p:cNvPr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>
            <a:extLst>
              <a:ext uri="{FF2B5EF4-FFF2-40B4-BE49-F238E27FC236}">
                <a16:creationId xmlns:a16="http://schemas.microsoft.com/office/drawing/2014/main" id="{47013F40-07B7-61A4-940A-D60B2F31EAD4}"/>
              </a:ext>
            </a:extLst>
          </p:cNvPr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4846255C-3AA0-F54E-13A1-8879658E4477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6FC9398D-BAB6-70A9-BD2B-A75E4F4498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1D49D46C-0B7B-E3A5-35AF-8C70E6CEE3F4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4CA12A88-93F5-46AA-5A29-CBABCAACC1C3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236894A3-E9E0-B237-13DA-48FA59DDFC87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747D95E8-8BB4-530C-40C0-F2E02CB6DAF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B345FE4B-4E5D-0D91-F824-B9A4A557A36A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FF587A08-C94E-2205-41B9-7067EDE4AA69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6F3EA00B-82D8-EB79-322C-E6384B71E499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65F17918-54A2-57A4-AC9C-7A88C7145E7E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8782F355-3042-9E9E-5129-BB2D78BCC11E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BFE85BDA-7F88-C5DD-5871-47E0ACD6B13A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DE7A9589-2509-1B17-DA25-2035838DB417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4B2C67F5-2621-375D-39A9-BE24F19D145D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0309A230-B3E5-7DEE-A1E7-134CE37961A9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7F932D79-2847-36D6-E006-4ABD00DA40D6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A27068B4-C01E-FBF2-EF5D-FCF4B3A8B01E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B02D55E0-A8C6-6FA4-13AF-B9C487D49CD9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E9BEBF0E-5E26-C738-C8D0-BEB08C8730E0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7AA6AD28-8ABF-9EF2-4DD9-D12D6C5DF843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349E138C-DD1A-1F64-182B-B91327CD3991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8AEBA86C-3F3F-1C35-D418-8ADB200F1190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2DED2E83-8F66-50D6-651A-AAC4B1721B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A31498B5-74CD-E450-E373-C5FD1550F684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8278FE72-6693-DC05-834C-D73B4C56B77E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6BE431B3-5E2D-C255-78C7-CABD2FFBD71F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AD03D224-8B4A-3B3F-F9D5-296B6BE0C5AA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ED306ACB-9DDC-9D90-66F0-0B28C25E6CBF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5F9B69E8-8DF6-5E92-5135-A40871CEAC6D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05FB4CFB-F311-25FA-0AB6-DDE2B5654926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F3DFBAFF-6B3D-59C9-2250-E7ED480D8EFD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2CED32C8-23EB-DA99-9330-9C1D6E31F9DA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04996025-C933-4C7F-0469-4302F413836B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428C3B9A-3860-B6C8-B999-63CB61A6344E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61BAA3EE-F1A4-F613-28B0-B00B173148E5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BF22F08B-3AF2-5904-760C-CFF323EDE4D6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0F8E906A-76D3-3B3C-830C-E2AE03C885F4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22A9E170-46BD-74F1-FAFA-8E2DC4738A5E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3C20527D-6C95-42B7-9158-F802EDB60A42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7BF7A700-FC68-E900-EDF3-433CD2CCB417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0FE81B1E-9C5D-4A98-9DE7-BC4F42CA6CF9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4E14AFD6-DCC7-C4BA-C00C-75EFCDDD57E0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86AE18F2-1B4D-6CC0-F349-9DDC190D090D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5966CDBD-4660-49FA-6758-5825270F69E0}"/>
              </a:ext>
            </a:extLst>
          </p:cNvPr>
          <p:cNvSpPr txBox="1"/>
          <p:nvPr/>
        </p:nvSpPr>
        <p:spPr>
          <a:xfrm>
            <a:off x="0" y="1084109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342931D2-C7E1-395F-C94A-80E6CB5DA053}"/>
              </a:ext>
            </a:extLst>
          </p:cNvPr>
          <p:cNvSpPr txBox="1"/>
          <p:nvPr/>
        </p:nvSpPr>
        <p:spPr>
          <a:xfrm>
            <a:off x="0" y="1443460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1" name="ZoneTexte 920">
            <a:extLst>
              <a:ext uri="{FF2B5EF4-FFF2-40B4-BE49-F238E27FC236}">
                <a16:creationId xmlns:a16="http://schemas.microsoft.com/office/drawing/2014/main" id="{1C79DCB2-CABD-EE93-ED7C-51253E6627F6}"/>
              </a:ext>
            </a:extLst>
          </p:cNvPr>
          <p:cNvSpPr txBox="1"/>
          <p:nvPr/>
        </p:nvSpPr>
        <p:spPr>
          <a:xfrm>
            <a:off x="860626" y="2937888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922" name="ZoneTexte 921">
            <a:extLst>
              <a:ext uri="{FF2B5EF4-FFF2-40B4-BE49-F238E27FC236}">
                <a16:creationId xmlns:a16="http://schemas.microsoft.com/office/drawing/2014/main" id="{07DA0A31-00E0-9F5C-93C9-FE2D17F1FC97}"/>
              </a:ext>
            </a:extLst>
          </p:cNvPr>
          <p:cNvSpPr txBox="1"/>
          <p:nvPr/>
        </p:nvSpPr>
        <p:spPr>
          <a:xfrm>
            <a:off x="860626" y="3297239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Standard stable</a:t>
            </a:r>
          </a:p>
          <a:p>
            <a:r>
              <a:rPr lang="fr-FR" sz="2000">
                <a:latin typeface="Agency FB" panose="020B0503020202020204" pitchFamily="34" charset="0"/>
              </a:rPr>
              <a:t>Compatibilité entre navigateurs</a:t>
            </a:r>
          </a:p>
          <a:p>
            <a:r>
              <a:rPr lang="fr-FR" sz="2000">
                <a:latin typeface="Agency FB" panose="020B0503020202020204" pitchFamily="34" charset="0"/>
              </a:rPr>
              <a:t>Base du JavaScript moderne</a:t>
            </a:r>
          </a:p>
        </p:txBody>
      </p:sp>
      <p:sp>
        <p:nvSpPr>
          <p:cNvPr id="923" name="ZoneTexte 922">
            <a:extLst>
              <a:ext uri="{FF2B5EF4-FFF2-40B4-BE49-F238E27FC236}">
                <a16:creationId xmlns:a16="http://schemas.microsoft.com/office/drawing/2014/main" id="{5DD88816-DFA2-7F8D-165C-F1BAE3515F47}"/>
              </a:ext>
            </a:extLst>
          </p:cNvPr>
          <p:cNvSpPr txBox="1"/>
          <p:nvPr/>
        </p:nvSpPr>
        <p:spPr>
          <a:xfrm>
            <a:off x="3449599" y="795472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ES6 / ES2015</a:t>
            </a:r>
          </a:p>
        </p:txBody>
      </p:sp>
      <p:sp>
        <p:nvSpPr>
          <p:cNvPr id="924" name="ZoneTexte 923">
            <a:extLst>
              <a:ext uri="{FF2B5EF4-FFF2-40B4-BE49-F238E27FC236}">
                <a16:creationId xmlns:a16="http://schemas.microsoft.com/office/drawing/2014/main" id="{49D69164-5165-ECA3-E8CF-AB1DD2167064}"/>
              </a:ext>
            </a:extLst>
          </p:cNvPr>
          <p:cNvSpPr txBox="1"/>
          <p:nvPr/>
        </p:nvSpPr>
        <p:spPr>
          <a:xfrm>
            <a:off x="3449599" y="1168870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let / </a:t>
            </a:r>
            <a:r>
              <a:rPr lang="fr-FR" sz="2000" err="1">
                <a:latin typeface="Agency FB" panose="020B0503020202020204" pitchFamily="34" charset="0"/>
              </a:rPr>
              <a:t>const</a:t>
            </a:r>
            <a:r>
              <a:rPr lang="fr-FR" sz="2000">
                <a:latin typeface="Agency FB" panose="020B0503020202020204" pitchFamily="34" charset="0"/>
              </a:rPr>
              <a:t> (remplace var)</a:t>
            </a:r>
          </a:p>
          <a:p>
            <a:r>
              <a:rPr lang="fr-FR" sz="2000">
                <a:latin typeface="Agency FB" panose="020B0503020202020204" pitchFamily="34" charset="0"/>
              </a:rPr>
              <a:t>Fonctions fléchées () =&gt; {}</a:t>
            </a:r>
          </a:p>
          <a:p>
            <a:r>
              <a:rPr lang="fr-FR" sz="2000">
                <a:latin typeface="Agency FB" panose="020B0503020202020204" pitchFamily="34" charset="0"/>
              </a:rPr>
              <a:t>Modules (import/export)</a:t>
            </a:r>
          </a:p>
        </p:txBody>
      </p:sp>
      <p:sp>
        <p:nvSpPr>
          <p:cNvPr id="925" name="ZoneTexte 924">
            <a:extLst>
              <a:ext uri="{FF2B5EF4-FFF2-40B4-BE49-F238E27FC236}">
                <a16:creationId xmlns:a16="http://schemas.microsoft.com/office/drawing/2014/main" id="{E054194C-DDF9-D51B-67D2-E7334354F718}"/>
              </a:ext>
            </a:extLst>
          </p:cNvPr>
          <p:cNvSpPr txBox="1"/>
          <p:nvPr/>
        </p:nvSpPr>
        <p:spPr>
          <a:xfrm>
            <a:off x="4300512" y="3095420"/>
            <a:ext cx="33196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Depuis ES7 → ES2024+ (mises à jour annuelles)</a:t>
            </a:r>
          </a:p>
        </p:txBody>
      </p:sp>
      <p:sp>
        <p:nvSpPr>
          <p:cNvPr id="926" name="ZoneTexte 925">
            <a:extLst>
              <a:ext uri="{FF2B5EF4-FFF2-40B4-BE49-F238E27FC236}">
                <a16:creationId xmlns:a16="http://schemas.microsoft.com/office/drawing/2014/main" id="{8B01D7F7-3183-D71F-55C2-635F1D3D2D2E}"/>
              </a:ext>
            </a:extLst>
          </p:cNvPr>
          <p:cNvSpPr txBox="1"/>
          <p:nvPr/>
        </p:nvSpPr>
        <p:spPr>
          <a:xfrm>
            <a:off x="4300512" y="3864892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err="1">
                <a:latin typeface="Agency FB" panose="020B0503020202020204" pitchFamily="34" charset="0"/>
              </a:rPr>
              <a:t>async</a:t>
            </a:r>
            <a:r>
              <a:rPr lang="fr-FR" sz="2000">
                <a:latin typeface="Agency FB" panose="020B0503020202020204" pitchFamily="34" charset="0"/>
              </a:rPr>
              <a:t> / </a:t>
            </a:r>
            <a:r>
              <a:rPr lang="fr-FR" sz="2000" err="1">
                <a:latin typeface="Agency FB" panose="020B0503020202020204" pitchFamily="34" charset="0"/>
              </a:rPr>
              <a:t>await</a:t>
            </a:r>
            <a:r>
              <a:rPr lang="fr-FR" sz="2000">
                <a:latin typeface="Agency FB" panose="020B0503020202020204" pitchFamily="34" charset="0"/>
              </a:rPr>
              <a:t> </a:t>
            </a:r>
          </a:p>
          <a:p>
            <a:r>
              <a:rPr lang="fr-FR" sz="2000">
                <a:latin typeface="Agency FB" panose="020B0503020202020204" pitchFamily="34" charset="0"/>
              </a:rPr>
              <a:t>Améliorations continues du langage</a:t>
            </a:r>
          </a:p>
          <a:p>
            <a:r>
              <a:rPr lang="fr-FR" sz="2000">
                <a:latin typeface="Agency FB" panose="020B0503020202020204" pitchFamily="34" charset="0"/>
              </a:rPr>
              <a:t>Nouvelles méthodes (</a:t>
            </a:r>
            <a:r>
              <a:rPr lang="fr-FR" sz="2000" err="1">
                <a:latin typeface="Agency FB" panose="020B0503020202020204" pitchFamily="34" charset="0"/>
              </a:rPr>
              <a:t>array</a:t>
            </a:r>
            <a:r>
              <a:rPr lang="fr-FR" sz="2000">
                <a:latin typeface="Agency FB" panose="020B0503020202020204" pitchFamily="34" charset="0"/>
              </a:rPr>
              <a:t>, string…)</a:t>
            </a:r>
          </a:p>
        </p:txBody>
      </p:sp>
      <p:sp>
        <p:nvSpPr>
          <p:cNvPr id="927" name="ZoneTexte 926">
            <a:extLst>
              <a:ext uri="{FF2B5EF4-FFF2-40B4-BE49-F238E27FC236}">
                <a16:creationId xmlns:a16="http://schemas.microsoft.com/office/drawing/2014/main" id="{B5AF19B9-CEF2-04C6-5D8F-66300D5B1CC7}"/>
              </a:ext>
            </a:extLst>
          </p:cNvPr>
          <p:cNvSpPr txBox="1"/>
          <p:nvPr/>
        </p:nvSpPr>
        <p:spPr>
          <a:xfrm>
            <a:off x="10516953" y="981795"/>
            <a:ext cx="1425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Aujourd’hui</a:t>
            </a:r>
          </a:p>
        </p:txBody>
      </p:sp>
      <p:sp>
        <p:nvSpPr>
          <p:cNvPr id="928" name="ZoneTexte 927">
            <a:extLst>
              <a:ext uri="{FF2B5EF4-FFF2-40B4-BE49-F238E27FC236}">
                <a16:creationId xmlns:a16="http://schemas.microsoft.com/office/drawing/2014/main" id="{ECAE4B97-E7E5-0B5E-7287-36EAAFB095B0}"/>
              </a:ext>
            </a:extLst>
          </p:cNvPr>
          <p:cNvSpPr txBox="1"/>
          <p:nvPr/>
        </p:nvSpPr>
        <p:spPr>
          <a:xfrm>
            <a:off x="10516954" y="1341146"/>
            <a:ext cx="2776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Utilisé en frontend (navigateur)</a:t>
            </a:r>
          </a:p>
          <a:p>
            <a:r>
              <a:rPr lang="fr-FR" sz="2000">
                <a:latin typeface="Agency FB" panose="020B0503020202020204" pitchFamily="34" charset="0"/>
              </a:rPr>
              <a:t>Utilisé en backend (Node.js)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AB0ECAD0-C4E2-EE25-CB0B-9F6B971C7CE9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1A436603-FC29-CD71-D8AA-DB8956B18038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5230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48E2B51B-5D3B-F56E-23C0-42A1B998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>
            <a:extLst>
              <a:ext uri="{FF2B5EF4-FFF2-40B4-BE49-F238E27FC236}">
                <a16:creationId xmlns:a16="http://schemas.microsoft.com/office/drawing/2014/main" id="{42EFE91C-89A8-D44A-8827-BD1EB1B02377}"/>
              </a:ext>
            </a:extLst>
          </p:cNvPr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>
            <a:extLst>
              <a:ext uri="{FF2B5EF4-FFF2-40B4-BE49-F238E27FC236}">
                <a16:creationId xmlns:a16="http://schemas.microsoft.com/office/drawing/2014/main" id="{B758E2A5-0A49-F668-45CC-33226475EE8A}"/>
              </a:ext>
            </a:extLst>
          </p:cNvPr>
          <p:cNvSpPr/>
          <p:nvPr/>
        </p:nvSpPr>
        <p:spPr>
          <a:xfrm>
            <a:off x="7793275" y="362888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>
            <a:extLst>
              <a:ext uri="{FF2B5EF4-FFF2-40B4-BE49-F238E27FC236}">
                <a16:creationId xmlns:a16="http://schemas.microsoft.com/office/drawing/2014/main" id="{129F08D8-24AB-991D-5B49-D5E5B99D2E4C}"/>
              </a:ext>
            </a:extLst>
          </p:cNvPr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>
            <a:extLst>
              <a:ext uri="{FF2B5EF4-FFF2-40B4-BE49-F238E27FC236}">
                <a16:creationId xmlns:a16="http://schemas.microsoft.com/office/drawing/2014/main" id="{A0CC770C-F21E-81EA-365A-C744CFCFEEE3}"/>
              </a:ext>
            </a:extLst>
          </p:cNvPr>
          <p:cNvSpPr/>
          <p:nvPr/>
        </p:nvSpPr>
        <p:spPr>
          <a:xfrm>
            <a:off x="2661301" y="44371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>
            <a:extLst>
              <a:ext uri="{FF2B5EF4-FFF2-40B4-BE49-F238E27FC236}">
                <a16:creationId xmlns:a16="http://schemas.microsoft.com/office/drawing/2014/main" id="{E4F2B1B6-DB27-E28C-65D2-FB1CB658FCDF}"/>
              </a:ext>
            </a:extLst>
          </p:cNvPr>
          <p:cNvSpPr/>
          <p:nvPr/>
        </p:nvSpPr>
        <p:spPr>
          <a:xfrm>
            <a:off x="-102115" y="-13868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roupe 917">
            <a:extLst>
              <a:ext uri="{FF2B5EF4-FFF2-40B4-BE49-F238E27FC236}">
                <a16:creationId xmlns:a16="http://schemas.microsoft.com/office/drawing/2014/main" id="{E260232E-21BA-E7BA-7BFA-F2782CF94DF2}"/>
              </a:ext>
            </a:extLst>
          </p:cNvPr>
          <p:cNvGrpSpPr/>
          <p:nvPr/>
        </p:nvGrpSpPr>
        <p:grpSpPr>
          <a:xfrm>
            <a:off x="535385" y="2253000"/>
            <a:ext cx="11430397" cy="637499"/>
            <a:chOff x="221582" y="1875602"/>
            <a:chExt cx="11430397" cy="637499"/>
          </a:xfrm>
        </p:grpSpPr>
        <p:grpSp>
          <p:nvGrpSpPr>
            <p:cNvPr id="2" name="Google Shape;3546;p76">
              <a:extLst>
                <a:ext uri="{FF2B5EF4-FFF2-40B4-BE49-F238E27FC236}">
                  <a16:creationId xmlns:a16="http://schemas.microsoft.com/office/drawing/2014/main" id="{7BFFE52D-7A9C-F60A-CF39-D3E2B34CBF2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" name="Google Shape;3547;p76">
                <a:extLst>
                  <a:ext uri="{FF2B5EF4-FFF2-40B4-BE49-F238E27FC236}">
                    <a16:creationId xmlns:a16="http://schemas.microsoft.com/office/drawing/2014/main" id="{2EFE5DFC-9FCD-4F59-463C-F7BC5E3BF248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19" name="Google Shape;3548;p76">
                  <a:extLst>
                    <a:ext uri="{FF2B5EF4-FFF2-40B4-BE49-F238E27FC236}">
                      <a16:creationId xmlns:a16="http://schemas.microsoft.com/office/drawing/2014/main" id="{0CEB7980-34AF-5D83-3206-80221981978F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" name="Google Shape;3549;p76">
                  <a:extLst>
                    <a:ext uri="{FF2B5EF4-FFF2-40B4-BE49-F238E27FC236}">
                      <a16:creationId xmlns:a16="http://schemas.microsoft.com/office/drawing/2014/main" id="{2483F4AF-6988-75C4-7CB9-BDEAACC517BE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1" name="Google Shape;3550;p76">
                    <a:extLst>
                      <a:ext uri="{FF2B5EF4-FFF2-40B4-BE49-F238E27FC236}">
                        <a16:creationId xmlns:a16="http://schemas.microsoft.com/office/drawing/2014/main" id="{8B915C1C-CD78-342B-5E42-69596294B14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2" name="Google Shape;3551;p76">
                    <a:extLst>
                      <a:ext uri="{FF2B5EF4-FFF2-40B4-BE49-F238E27FC236}">
                        <a16:creationId xmlns:a16="http://schemas.microsoft.com/office/drawing/2014/main" id="{3D793FE0-61A0-BCAD-BA12-D3864CF57420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" name="Google Shape;3552;p76">
                <a:extLst>
                  <a:ext uri="{FF2B5EF4-FFF2-40B4-BE49-F238E27FC236}">
                    <a16:creationId xmlns:a16="http://schemas.microsoft.com/office/drawing/2014/main" id="{12ADCB09-C99F-FBB5-C974-95A0A1F3E694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15" name="Google Shape;3553;p76">
                  <a:extLst>
                    <a:ext uri="{FF2B5EF4-FFF2-40B4-BE49-F238E27FC236}">
                      <a16:creationId xmlns:a16="http://schemas.microsoft.com/office/drawing/2014/main" id="{2772C8FE-90C3-EDF2-FCD0-858423E7866B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" name="Google Shape;3554;p76">
                  <a:extLst>
                    <a:ext uri="{FF2B5EF4-FFF2-40B4-BE49-F238E27FC236}">
                      <a16:creationId xmlns:a16="http://schemas.microsoft.com/office/drawing/2014/main" id="{2EC6AECC-D9CB-7B4D-A364-BAFE906B1BF9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17" name="Google Shape;3555;p76">
                    <a:extLst>
                      <a:ext uri="{FF2B5EF4-FFF2-40B4-BE49-F238E27FC236}">
                        <a16:creationId xmlns:a16="http://schemas.microsoft.com/office/drawing/2014/main" id="{7217874A-22A1-6DCF-109B-86D5A1A70B2E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8" name="Google Shape;3556;p76">
                    <a:extLst>
                      <a:ext uri="{FF2B5EF4-FFF2-40B4-BE49-F238E27FC236}">
                        <a16:creationId xmlns:a16="http://schemas.microsoft.com/office/drawing/2014/main" id="{54E0FC42-DFDF-E12E-8940-7C162A3F37F2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" name="Google Shape;3557;p76">
                <a:extLst>
                  <a:ext uri="{FF2B5EF4-FFF2-40B4-BE49-F238E27FC236}">
                    <a16:creationId xmlns:a16="http://schemas.microsoft.com/office/drawing/2014/main" id="{61A6C81C-7C12-B942-9593-104B9DC26368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1" name="Google Shape;3558;p76">
                  <a:extLst>
                    <a:ext uri="{FF2B5EF4-FFF2-40B4-BE49-F238E27FC236}">
                      <a16:creationId xmlns:a16="http://schemas.microsoft.com/office/drawing/2014/main" id="{E06077E9-8CDC-7FE3-AE6E-351263B1D0DC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3559;p76">
                  <a:extLst>
                    <a:ext uri="{FF2B5EF4-FFF2-40B4-BE49-F238E27FC236}">
                      <a16:creationId xmlns:a16="http://schemas.microsoft.com/office/drawing/2014/main" id="{D34EA63A-3D5C-838A-28AA-E828B3291037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3" name="Google Shape;3560;p76">
                    <a:extLst>
                      <a:ext uri="{FF2B5EF4-FFF2-40B4-BE49-F238E27FC236}">
                        <a16:creationId xmlns:a16="http://schemas.microsoft.com/office/drawing/2014/main" id="{8630884E-450F-725F-686F-14166CB04DA5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4" name="Google Shape;3561;p76">
                    <a:extLst>
                      <a:ext uri="{FF2B5EF4-FFF2-40B4-BE49-F238E27FC236}">
                        <a16:creationId xmlns:a16="http://schemas.microsoft.com/office/drawing/2014/main" id="{D4E4164C-718A-2C30-E431-7C7120278525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3562;p76">
                <a:extLst>
                  <a:ext uri="{FF2B5EF4-FFF2-40B4-BE49-F238E27FC236}">
                    <a16:creationId xmlns:a16="http://schemas.microsoft.com/office/drawing/2014/main" id="{BF68E1C6-1A95-19A4-E660-1B4DB1047FBF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7" name="Google Shape;3563;p76">
                  <a:extLst>
                    <a:ext uri="{FF2B5EF4-FFF2-40B4-BE49-F238E27FC236}">
                      <a16:creationId xmlns:a16="http://schemas.microsoft.com/office/drawing/2014/main" id="{9B3D0788-800D-B6EF-A795-CBEFE3A98F8C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" name="Google Shape;3564;p76">
                  <a:extLst>
                    <a:ext uri="{FF2B5EF4-FFF2-40B4-BE49-F238E27FC236}">
                      <a16:creationId xmlns:a16="http://schemas.microsoft.com/office/drawing/2014/main" id="{205326D0-5BE1-C881-A5E1-BC8A1CDDD223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9" name="Google Shape;3565;p76">
                    <a:extLst>
                      <a:ext uri="{FF2B5EF4-FFF2-40B4-BE49-F238E27FC236}">
                        <a16:creationId xmlns:a16="http://schemas.microsoft.com/office/drawing/2014/main" id="{1312232C-59FC-15AF-D86A-656782137991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0" name="Google Shape;3566;p76">
                    <a:extLst>
                      <a:ext uri="{FF2B5EF4-FFF2-40B4-BE49-F238E27FC236}">
                        <a16:creationId xmlns:a16="http://schemas.microsoft.com/office/drawing/2014/main" id="{7FCC63CA-F3B0-071D-1BF1-1EBB5634144D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3" name="Google Shape;3546;p76">
              <a:extLst>
                <a:ext uri="{FF2B5EF4-FFF2-40B4-BE49-F238E27FC236}">
                  <a16:creationId xmlns:a16="http://schemas.microsoft.com/office/drawing/2014/main" id="{B0D27A99-663B-D21D-782F-FC0B7B6BED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34" name="Google Shape;3547;p76">
                <a:extLst>
                  <a:ext uri="{FF2B5EF4-FFF2-40B4-BE49-F238E27FC236}">
                    <a16:creationId xmlns:a16="http://schemas.microsoft.com/office/drawing/2014/main" id="{0FB4DC60-9A74-6081-5EA2-B748D68C3B90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50" name="Google Shape;3548;p76">
                  <a:extLst>
                    <a:ext uri="{FF2B5EF4-FFF2-40B4-BE49-F238E27FC236}">
                      <a16:creationId xmlns:a16="http://schemas.microsoft.com/office/drawing/2014/main" id="{AA06DBDD-D3DD-A578-8517-746C9CFFEFE6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3549;p76">
                  <a:extLst>
                    <a:ext uri="{FF2B5EF4-FFF2-40B4-BE49-F238E27FC236}">
                      <a16:creationId xmlns:a16="http://schemas.microsoft.com/office/drawing/2014/main" id="{4A823B20-1392-69FD-7B4E-0752B89801B4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52" name="Google Shape;3550;p76">
                    <a:extLst>
                      <a:ext uri="{FF2B5EF4-FFF2-40B4-BE49-F238E27FC236}">
                        <a16:creationId xmlns:a16="http://schemas.microsoft.com/office/drawing/2014/main" id="{C9E9479A-CD20-EF21-F9D5-3199EBD1537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53" name="Google Shape;3551;p76">
                    <a:extLst>
                      <a:ext uri="{FF2B5EF4-FFF2-40B4-BE49-F238E27FC236}">
                        <a16:creationId xmlns:a16="http://schemas.microsoft.com/office/drawing/2014/main" id="{900860DA-4C23-4CF5-670B-B5A0BD75D414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5" name="Google Shape;3552;p76">
                <a:extLst>
                  <a:ext uri="{FF2B5EF4-FFF2-40B4-BE49-F238E27FC236}">
                    <a16:creationId xmlns:a16="http://schemas.microsoft.com/office/drawing/2014/main" id="{4F13464A-22F5-664F-D5BA-635987DA4AEE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6" name="Google Shape;3553;p76">
                  <a:extLst>
                    <a:ext uri="{FF2B5EF4-FFF2-40B4-BE49-F238E27FC236}">
                      <a16:creationId xmlns:a16="http://schemas.microsoft.com/office/drawing/2014/main" id="{71B91516-0EAF-C51C-74E2-1CADCF40C1B6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3554;p76">
                  <a:extLst>
                    <a:ext uri="{FF2B5EF4-FFF2-40B4-BE49-F238E27FC236}">
                      <a16:creationId xmlns:a16="http://schemas.microsoft.com/office/drawing/2014/main" id="{05CB975C-AA9C-301A-6783-E6FE29DA783F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8" name="Google Shape;3555;p76">
                    <a:extLst>
                      <a:ext uri="{FF2B5EF4-FFF2-40B4-BE49-F238E27FC236}">
                        <a16:creationId xmlns:a16="http://schemas.microsoft.com/office/drawing/2014/main" id="{E3680BBC-9EF4-A466-FABF-F2134BECF81E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" name="Google Shape;3556;p76">
                    <a:extLst>
                      <a:ext uri="{FF2B5EF4-FFF2-40B4-BE49-F238E27FC236}">
                        <a16:creationId xmlns:a16="http://schemas.microsoft.com/office/drawing/2014/main" id="{0D9DFEE5-1410-D2EA-40F6-9AD545DDE860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6" name="Google Shape;3557;p76">
                <a:extLst>
                  <a:ext uri="{FF2B5EF4-FFF2-40B4-BE49-F238E27FC236}">
                    <a16:creationId xmlns:a16="http://schemas.microsoft.com/office/drawing/2014/main" id="{D8BE4A0C-921C-394B-FEDE-86F34D2BA63A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42" name="Google Shape;3558;p76">
                  <a:extLst>
                    <a:ext uri="{FF2B5EF4-FFF2-40B4-BE49-F238E27FC236}">
                      <a16:creationId xmlns:a16="http://schemas.microsoft.com/office/drawing/2014/main" id="{525B40C9-4DED-A491-9306-2F74F34C52A3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3559;p76">
                  <a:extLst>
                    <a:ext uri="{FF2B5EF4-FFF2-40B4-BE49-F238E27FC236}">
                      <a16:creationId xmlns:a16="http://schemas.microsoft.com/office/drawing/2014/main" id="{E4D0A792-C5BB-1BFC-E3C1-B2CC96D4C48E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4" name="Google Shape;3560;p76">
                    <a:extLst>
                      <a:ext uri="{FF2B5EF4-FFF2-40B4-BE49-F238E27FC236}">
                        <a16:creationId xmlns:a16="http://schemas.microsoft.com/office/drawing/2014/main" id="{1302A884-31BF-DBEA-B6DE-628DCD390788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" name="Google Shape;3561;p76">
                    <a:extLst>
                      <a:ext uri="{FF2B5EF4-FFF2-40B4-BE49-F238E27FC236}">
                        <a16:creationId xmlns:a16="http://schemas.microsoft.com/office/drawing/2014/main" id="{FE644913-0AD5-4A4C-F09D-03B50FE5982B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7" name="Google Shape;3562;p76">
                <a:extLst>
                  <a:ext uri="{FF2B5EF4-FFF2-40B4-BE49-F238E27FC236}">
                    <a16:creationId xmlns:a16="http://schemas.microsoft.com/office/drawing/2014/main" id="{0CAD024F-B357-AF9C-F6E2-E654BA03DBBF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8" name="Google Shape;3563;p76">
                  <a:extLst>
                    <a:ext uri="{FF2B5EF4-FFF2-40B4-BE49-F238E27FC236}">
                      <a16:creationId xmlns:a16="http://schemas.microsoft.com/office/drawing/2014/main" id="{02138E24-43BD-FE98-F715-C2D0B40BF03C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9" name="Google Shape;3564;p76">
                  <a:extLst>
                    <a:ext uri="{FF2B5EF4-FFF2-40B4-BE49-F238E27FC236}">
                      <a16:creationId xmlns:a16="http://schemas.microsoft.com/office/drawing/2014/main" id="{BA96F63C-9BE4-F33E-18A3-1C708C9953C2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40" name="Google Shape;3565;p76">
                    <a:extLst>
                      <a:ext uri="{FF2B5EF4-FFF2-40B4-BE49-F238E27FC236}">
                        <a16:creationId xmlns:a16="http://schemas.microsoft.com/office/drawing/2014/main" id="{27852F0C-5A88-34FB-31C4-E82CEA896D9A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1" name="Google Shape;3566;p76">
                    <a:extLst>
                      <a:ext uri="{FF2B5EF4-FFF2-40B4-BE49-F238E27FC236}">
                        <a16:creationId xmlns:a16="http://schemas.microsoft.com/office/drawing/2014/main" id="{167F0F28-8768-699D-682C-2560F62ACE0B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919" name="ZoneTexte 918">
            <a:extLst>
              <a:ext uri="{FF2B5EF4-FFF2-40B4-BE49-F238E27FC236}">
                <a16:creationId xmlns:a16="http://schemas.microsoft.com/office/drawing/2014/main" id="{6B9AE0FC-9312-E395-9C7B-AE67FB01AE23}"/>
              </a:ext>
            </a:extLst>
          </p:cNvPr>
          <p:cNvSpPr txBox="1"/>
          <p:nvPr/>
        </p:nvSpPr>
        <p:spPr>
          <a:xfrm>
            <a:off x="0" y="1084109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920" name="ZoneTexte 919">
            <a:extLst>
              <a:ext uri="{FF2B5EF4-FFF2-40B4-BE49-F238E27FC236}">
                <a16:creationId xmlns:a16="http://schemas.microsoft.com/office/drawing/2014/main" id="{AE926296-366E-4D08-A138-C7F71B29EEF6}"/>
              </a:ext>
            </a:extLst>
          </p:cNvPr>
          <p:cNvSpPr txBox="1"/>
          <p:nvPr/>
        </p:nvSpPr>
        <p:spPr>
          <a:xfrm>
            <a:off x="0" y="1443460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921" name="ZoneTexte 920">
            <a:extLst>
              <a:ext uri="{FF2B5EF4-FFF2-40B4-BE49-F238E27FC236}">
                <a16:creationId xmlns:a16="http://schemas.microsoft.com/office/drawing/2014/main" id="{A257A13B-6039-4E50-45F5-7F2099348E9E}"/>
              </a:ext>
            </a:extLst>
          </p:cNvPr>
          <p:cNvSpPr txBox="1"/>
          <p:nvPr/>
        </p:nvSpPr>
        <p:spPr>
          <a:xfrm>
            <a:off x="860626" y="2937888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922" name="ZoneTexte 921">
            <a:extLst>
              <a:ext uri="{FF2B5EF4-FFF2-40B4-BE49-F238E27FC236}">
                <a16:creationId xmlns:a16="http://schemas.microsoft.com/office/drawing/2014/main" id="{5E3F74C1-1364-E47D-0D16-4606DFC47E25}"/>
              </a:ext>
            </a:extLst>
          </p:cNvPr>
          <p:cNvSpPr txBox="1"/>
          <p:nvPr/>
        </p:nvSpPr>
        <p:spPr>
          <a:xfrm>
            <a:off x="860626" y="3297239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Standard stable</a:t>
            </a:r>
          </a:p>
          <a:p>
            <a:r>
              <a:rPr lang="fr-FR" sz="2000">
                <a:latin typeface="Agency FB" panose="020B0503020202020204" pitchFamily="34" charset="0"/>
              </a:rPr>
              <a:t>Compatibilité entre navigateurs</a:t>
            </a:r>
          </a:p>
          <a:p>
            <a:r>
              <a:rPr lang="fr-FR" sz="2000">
                <a:latin typeface="Agency FB" panose="020B0503020202020204" pitchFamily="34" charset="0"/>
              </a:rPr>
              <a:t>Base du JavaScript moderne</a:t>
            </a:r>
          </a:p>
        </p:txBody>
      </p:sp>
      <p:sp>
        <p:nvSpPr>
          <p:cNvPr id="923" name="ZoneTexte 922">
            <a:extLst>
              <a:ext uri="{FF2B5EF4-FFF2-40B4-BE49-F238E27FC236}">
                <a16:creationId xmlns:a16="http://schemas.microsoft.com/office/drawing/2014/main" id="{840A1828-393B-DD2E-983C-D2CCEDFF82CE}"/>
              </a:ext>
            </a:extLst>
          </p:cNvPr>
          <p:cNvSpPr txBox="1"/>
          <p:nvPr/>
        </p:nvSpPr>
        <p:spPr>
          <a:xfrm>
            <a:off x="3449599" y="795472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ES6 / ES2015</a:t>
            </a:r>
          </a:p>
        </p:txBody>
      </p:sp>
      <p:sp>
        <p:nvSpPr>
          <p:cNvPr id="924" name="ZoneTexte 923">
            <a:extLst>
              <a:ext uri="{FF2B5EF4-FFF2-40B4-BE49-F238E27FC236}">
                <a16:creationId xmlns:a16="http://schemas.microsoft.com/office/drawing/2014/main" id="{A6B1D6E7-AE4E-E944-1120-784E9054BFB1}"/>
              </a:ext>
            </a:extLst>
          </p:cNvPr>
          <p:cNvSpPr txBox="1"/>
          <p:nvPr/>
        </p:nvSpPr>
        <p:spPr>
          <a:xfrm>
            <a:off x="3449599" y="1168870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let / </a:t>
            </a:r>
            <a:r>
              <a:rPr lang="fr-FR" sz="2000" err="1">
                <a:latin typeface="Agency FB" panose="020B0503020202020204" pitchFamily="34" charset="0"/>
              </a:rPr>
              <a:t>const</a:t>
            </a:r>
            <a:r>
              <a:rPr lang="fr-FR" sz="2000">
                <a:latin typeface="Agency FB" panose="020B0503020202020204" pitchFamily="34" charset="0"/>
              </a:rPr>
              <a:t> (remplace var)</a:t>
            </a:r>
          </a:p>
          <a:p>
            <a:r>
              <a:rPr lang="fr-FR" sz="2000">
                <a:latin typeface="Agency FB" panose="020B0503020202020204" pitchFamily="34" charset="0"/>
              </a:rPr>
              <a:t>Fonctions fléchées () =&gt; {}</a:t>
            </a:r>
          </a:p>
          <a:p>
            <a:r>
              <a:rPr lang="fr-FR" sz="2000">
                <a:latin typeface="Agency FB" panose="020B0503020202020204" pitchFamily="34" charset="0"/>
              </a:rPr>
              <a:t>Modules (import/export)</a:t>
            </a:r>
          </a:p>
        </p:txBody>
      </p:sp>
      <p:sp>
        <p:nvSpPr>
          <p:cNvPr id="925" name="ZoneTexte 924">
            <a:extLst>
              <a:ext uri="{FF2B5EF4-FFF2-40B4-BE49-F238E27FC236}">
                <a16:creationId xmlns:a16="http://schemas.microsoft.com/office/drawing/2014/main" id="{1F56C329-AA28-4874-BD0F-CC39F02232BF}"/>
              </a:ext>
            </a:extLst>
          </p:cNvPr>
          <p:cNvSpPr txBox="1"/>
          <p:nvPr/>
        </p:nvSpPr>
        <p:spPr>
          <a:xfrm>
            <a:off x="4300512" y="3095420"/>
            <a:ext cx="33196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Depuis ES7 → ES2024+ (mises à jour annuelles)</a:t>
            </a:r>
          </a:p>
        </p:txBody>
      </p:sp>
      <p:sp>
        <p:nvSpPr>
          <p:cNvPr id="926" name="ZoneTexte 925">
            <a:extLst>
              <a:ext uri="{FF2B5EF4-FFF2-40B4-BE49-F238E27FC236}">
                <a16:creationId xmlns:a16="http://schemas.microsoft.com/office/drawing/2014/main" id="{0AE4D9F5-C816-F073-F9FF-B8571A6DBF53}"/>
              </a:ext>
            </a:extLst>
          </p:cNvPr>
          <p:cNvSpPr txBox="1"/>
          <p:nvPr/>
        </p:nvSpPr>
        <p:spPr>
          <a:xfrm>
            <a:off x="4300512" y="3864892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err="1">
                <a:latin typeface="Agency FB" panose="020B0503020202020204" pitchFamily="34" charset="0"/>
              </a:rPr>
              <a:t>async</a:t>
            </a:r>
            <a:r>
              <a:rPr lang="fr-FR" sz="2000">
                <a:latin typeface="Agency FB" panose="020B0503020202020204" pitchFamily="34" charset="0"/>
              </a:rPr>
              <a:t> / </a:t>
            </a:r>
            <a:r>
              <a:rPr lang="fr-FR" sz="2000" err="1">
                <a:latin typeface="Agency FB" panose="020B0503020202020204" pitchFamily="34" charset="0"/>
              </a:rPr>
              <a:t>await</a:t>
            </a:r>
            <a:r>
              <a:rPr lang="fr-FR" sz="2000">
                <a:latin typeface="Agency FB" panose="020B0503020202020204" pitchFamily="34" charset="0"/>
              </a:rPr>
              <a:t> </a:t>
            </a:r>
          </a:p>
          <a:p>
            <a:r>
              <a:rPr lang="fr-FR" sz="2000">
                <a:latin typeface="Agency FB" panose="020B0503020202020204" pitchFamily="34" charset="0"/>
              </a:rPr>
              <a:t>Améliorations continues du langage</a:t>
            </a:r>
          </a:p>
          <a:p>
            <a:r>
              <a:rPr lang="fr-FR" sz="2000">
                <a:latin typeface="Agency FB" panose="020B0503020202020204" pitchFamily="34" charset="0"/>
              </a:rPr>
              <a:t>Nouvelles méthodes (</a:t>
            </a:r>
            <a:r>
              <a:rPr lang="fr-FR" sz="2000" err="1">
                <a:latin typeface="Agency FB" panose="020B0503020202020204" pitchFamily="34" charset="0"/>
              </a:rPr>
              <a:t>array</a:t>
            </a:r>
            <a:r>
              <a:rPr lang="fr-FR" sz="2000">
                <a:latin typeface="Agency FB" panose="020B0503020202020204" pitchFamily="34" charset="0"/>
              </a:rPr>
              <a:t>, string…)</a:t>
            </a:r>
          </a:p>
        </p:txBody>
      </p:sp>
      <p:sp>
        <p:nvSpPr>
          <p:cNvPr id="927" name="ZoneTexte 926">
            <a:extLst>
              <a:ext uri="{FF2B5EF4-FFF2-40B4-BE49-F238E27FC236}">
                <a16:creationId xmlns:a16="http://schemas.microsoft.com/office/drawing/2014/main" id="{4505205C-5544-5893-CA6C-8113902634C9}"/>
              </a:ext>
            </a:extLst>
          </p:cNvPr>
          <p:cNvSpPr txBox="1"/>
          <p:nvPr/>
        </p:nvSpPr>
        <p:spPr>
          <a:xfrm>
            <a:off x="6466592" y="981613"/>
            <a:ext cx="1425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Aujourd’hui</a:t>
            </a:r>
          </a:p>
        </p:txBody>
      </p:sp>
      <p:sp>
        <p:nvSpPr>
          <p:cNvPr id="928" name="ZoneTexte 927">
            <a:extLst>
              <a:ext uri="{FF2B5EF4-FFF2-40B4-BE49-F238E27FC236}">
                <a16:creationId xmlns:a16="http://schemas.microsoft.com/office/drawing/2014/main" id="{90771C96-7C2E-F98A-9DA6-3731C031221E}"/>
              </a:ext>
            </a:extLst>
          </p:cNvPr>
          <p:cNvSpPr txBox="1"/>
          <p:nvPr/>
        </p:nvSpPr>
        <p:spPr>
          <a:xfrm>
            <a:off x="6466593" y="1340964"/>
            <a:ext cx="2776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Utilisé en frontend (navigateur)</a:t>
            </a:r>
          </a:p>
          <a:p>
            <a:r>
              <a:rPr lang="fr-FR" sz="2000">
                <a:latin typeface="Agency FB" panose="020B0503020202020204" pitchFamily="34" charset="0"/>
              </a:rPr>
              <a:t>Utilisé en backend (Node.js)</a:t>
            </a:r>
          </a:p>
        </p:txBody>
      </p:sp>
      <p:sp>
        <p:nvSpPr>
          <p:cNvPr id="929" name="Google Shape;282;p36">
            <a:extLst>
              <a:ext uri="{FF2B5EF4-FFF2-40B4-BE49-F238E27FC236}">
                <a16:creationId xmlns:a16="http://schemas.microsoft.com/office/drawing/2014/main" id="{C68450F6-A930-C3BE-E1D4-A3275993E0F1}"/>
              </a:ext>
            </a:extLst>
          </p:cNvPr>
          <p:cNvSpPr txBox="1">
            <a:spLocks/>
          </p:cNvSpPr>
          <p:nvPr/>
        </p:nvSpPr>
        <p:spPr>
          <a:xfrm>
            <a:off x="1346901" y="147736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930" name="Google Shape;301;p38">
            <a:extLst>
              <a:ext uri="{FF2B5EF4-FFF2-40B4-BE49-F238E27FC236}">
                <a16:creationId xmlns:a16="http://schemas.microsoft.com/office/drawing/2014/main" id="{8AE89BDD-2592-2E51-5D58-EC8AC1C6B1F0}"/>
              </a:ext>
            </a:extLst>
          </p:cNvPr>
          <p:cNvSpPr txBox="1">
            <a:spLocks/>
          </p:cNvSpPr>
          <p:nvPr/>
        </p:nvSpPr>
        <p:spPr>
          <a:xfrm>
            <a:off x="723085" y="65686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  <p:pic>
        <p:nvPicPr>
          <p:cNvPr id="23" name="Google Shape;240;p33">
            <a:extLst>
              <a:ext uri="{FF2B5EF4-FFF2-40B4-BE49-F238E27FC236}">
                <a16:creationId xmlns:a16="http://schemas.microsoft.com/office/drawing/2014/main" id="{4D04E422-2121-881F-35C0-1B3ECCB0B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-5125277" y="814193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4" name="Google Shape;234;p33">
            <a:extLst>
              <a:ext uri="{FF2B5EF4-FFF2-40B4-BE49-F238E27FC236}">
                <a16:creationId xmlns:a16="http://schemas.microsoft.com/office/drawing/2014/main" id="{F4688674-8A37-B8CC-762E-E3145582FD48}"/>
              </a:ext>
            </a:extLst>
          </p:cNvPr>
          <p:cNvSpPr txBox="1">
            <a:spLocks noChangeAspect="1"/>
          </p:cNvSpPr>
          <p:nvPr/>
        </p:nvSpPr>
        <p:spPr>
          <a:xfrm>
            <a:off x="10136290" y="2048850"/>
            <a:ext cx="5029200" cy="86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fr-FR" sz="5400">
                <a:latin typeface="Rockwell Extra Bold" panose="02060903040505020403" pitchFamily="18" charset="0"/>
              </a:rPr>
              <a:t>Merci !</a:t>
            </a:r>
            <a:endParaRPr lang="fr-FR" sz="5400">
              <a:solidFill>
                <a:schemeClr val="lt2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5A308B0-89A3-10A9-F5FC-7428F84D2403}"/>
              </a:ext>
            </a:extLst>
          </p:cNvPr>
          <p:cNvSpPr/>
          <p:nvPr/>
        </p:nvSpPr>
        <p:spPr>
          <a:xfrm>
            <a:off x="10395500" y="2867580"/>
            <a:ext cx="211455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551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3960E299-0767-4700-D542-EC6A28E0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>
            <a:extLst>
              <a:ext uri="{FF2B5EF4-FFF2-40B4-BE49-F238E27FC236}">
                <a16:creationId xmlns:a16="http://schemas.microsoft.com/office/drawing/2014/main" id="{ECFCB3C8-7AC5-BEFD-1C89-AADF74EB01CC}"/>
              </a:ext>
            </a:extLst>
          </p:cNvPr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>
            <a:extLst>
              <a:ext uri="{FF2B5EF4-FFF2-40B4-BE49-F238E27FC236}">
                <a16:creationId xmlns:a16="http://schemas.microsoft.com/office/drawing/2014/main" id="{DEB7EFC0-A893-FF41-4F0D-E8DEEF264896}"/>
              </a:ext>
            </a:extLst>
          </p:cNvPr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>
            <a:extLst>
              <a:ext uri="{FF2B5EF4-FFF2-40B4-BE49-F238E27FC236}">
                <a16:creationId xmlns:a16="http://schemas.microsoft.com/office/drawing/2014/main" id="{AD10A953-914C-541C-C2FB-D907B2A21AFA}"/>
              </a:ext>
            </a:extLst>
          </p:cNvPr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33">
            <a:extLst>
              <a:ext uri="{FF2B5EF4-FFF2-40B4-BE49-F238E27FC236}">
                <a16:creationId xmlns:a16="http://schemas.microsoft.com/office/drawing/2014/main" id="{1B65B1B4-B904-0193-334C-1C73DDFA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49" t="20329" r="4149" b="5683"/>
          <a:stretch>
            <a:fillRect/>
          </a:stretch>
        </p:blipFill>
        <p:spPr>
          <a:xfrm>
            <a:off x="-764525" y="966749"/>
            <a:ext cx="4338600" cy="3637249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241" name="Google Shape;241;p33">
            <a:extLst>
              <a:ext uri="{FF2B5EF4-FFF2-40B4-BE49-F238E27FC236}">
                <a16:creationId xmlns:a16="http://schemas.microsoft.com/office/drawing/2014/main" id="{742FF18C-FE8F-09C7-37D9-96E8EAE0D18B}"/>
              </a:ext>
            </a:extLst>
          </p:cNvPr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>
            <a:extLst>
              <a:ext uri="{FF2B5EF4-FFF2-40B4-BE49-F238E27FC236}">
                <a16:creationId xmlns:a16="http://schemas.microsoft.com/office/drawing/2014/main" id="{27C108E5-D6E7-6A3E-2CCF-9CDB1A2CB82A}"/>
              </a:ext>
            </a:extLst>
          </p:cNvPr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4;p33">
            <a:extLst>
              <a:ext uri="{FF2B5EF4-FFF2-40B4-BE49-F238E27FC236}">
                <a16:creationId xmlns:a16="http://schemas.microsoft.com/office/drawing/2014/main" id="{B90EEFDE-C7EF-974B-3074-6623CAF7186A}"/>
              </a:ext>
            </a:extLst>
          </p:cNvPr>
          <p:cNvSpPr txBox="1">
            <a:spLocks noGrp="1" noChangeAspect="1"/>
          </p:cNvSpPr>
          <p:nvPr>
            <p:ph type="ctrTitle"/>
          </p:nvPr>
        </p:nvSpPr>
        <p:spPr>
          <a:xfrm>
            <a:off x="3926475" y="2139525"/>
            <a:ext cx="5029200" cy="864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accent2"/>
                </a:solidFill>
                <a:latin typeface="Rockwell Extra Bold" panose="02060903040505020403" pitchFamily="18" charset="0"/>
              </a:rPr>
              <a:t>Merci !</a:t>
            </a:r>
            <a:endParaRPr sz="5400">
              <a:solidFill>
                <a:schemeClr val="lt2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3FD8236-EBAF-AF61-0539-50225826A915}"/>
              </a:ext>
            </a:extLst>
          </p:cNvPr>
          <p:cNvSpPr/>
          <p:nvPr/>
        </p:nvSpPr>
        <p:spPr>
          <a:xfrm>
            <a:off x="4185685" y="2958255"/>
            <a:ext cx="211455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D072F9C-ED4A-4DE8-D95E-E339CDB7833C}"/>
              </a:ext>
            </a:extLst>
          </p:cNvPr>
          <p:cNvGrpSpPr/>
          <p:nvPr/>
        </p:nvGrpSpPr>
        <p:grpSpPr>
          <a:xfrm>
            <a:off x="598885" y="5796300"/>
            <a:ext cx="11430397" cy="637499"/>
            <a:chOff x="221582" y="1875602"/>
            <a:chExt cx="11430397" cy="637499"/>
          </a:xfrm>
        </p:grpSpPr>
        <p:grpSp>
          <p:nvGrpSpPr>
            <p:cNvPr id="3" name="Google Shape;3546;p76">
              <a:extLst>
                <a:ext uri="{FF2B5EF4-FFF2-40B4-BE49-F238E27FC236}">
                  <a16:creationId xmlns:a16="http://schemas.microsoft.com/office/drawing/2014/main" id="{7086F7DA-7079-6A7C-27D0-9B26934C6AA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582" y="1875602"/>
              <a:ext cx="7751818" cy="637499"/>
              <a:chOff x="106648" y="895724"/>
              <a:chExt cx="4481413" cy="374297"/>
            </a:xfrm>
          </p:grpSpPr>
          <p:grpSp>
            <p:nvGrpSpPr>
              <p:cNvPr id="29" name="Google Shape;3547;p76">
                <a:extLst>
                  <a:ext uri="{FF2B5EF4-FFF2-40B4-BE49-F238E27FC236}">
                    <a16:creationId xmlns:a16="http://schemas.microsoft.com/office/drawing/2014/main" id="{F29A0064-0DBE-05E5-17D1-428B022491D3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45" name="Google Shape;3548;p76">
                  <a:extLst>
                    <a:ext uri="{FF2B5EF4-FFF2-40B4-BE49-F238E27FC236}">
                      <a16:creationId xmlns:a16="http://schemas.microsoft.com/office/drawing/2014/main" id="{C1FDE7ED-FFDB-E6EA-F37F-370EE073795B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6" name="Google Shape;3549;p76">
                  <a:extLst>
                    <a:ext uri="{FF2B5EF4-FFF2-40B4-BE49-F238E27FC236}">
                      <a16:creationId xmlns:a16="http://schemas.microsoft.com/office/drawing/2014/main" id="{D0720B9C-A544-3FAA-B3AF-ACA85F0796D0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47" name="Google Shape;3550;p76">
                    <a:extLst>
                      <a:ext uri="{FF2B5EF4-FFF2-40B4-BE49-F238E27FC236}">
                        <a16:creationId xmlns:a16="http://schemas.microsoft.com/office/drawing/2014/main" id="{845CA23B-20AB-B193-EC16-15071F0DC000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8" name="Google Shape;3551;p76">
                    <a:extLst>
                      <a:ext uri="{FF2B5EF4-FFF2-40B4-BE49-F238E27FC236}">
                        <a16:creationId xmlns:a16="http://schemas.microsoft.com/office/drawing/2014/main" id="{908E5D90-7BDF-CABC-ED8D-C3ED808AA50F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0" name="Google Shape;3552;p76">
                <a:extLst>
                  <a:ext uri="{FF2B5EF4-FFF2-40B4-BE49-F238E27FC236}">
                    <a16:creationId xmlns:a16="http://schemas.microsoft.com/office/drawing/2014/main" id="{8A9100DF-C92E-CFBE-86ED-DE8A05BD04FE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41" name="Google Shape;3553;p76">
                  <a:extLst>
                    <a:ext uri="{FF2B5EF4-FFF2-40B4-BE49-F238E27FC236}">
                      <a16:creationId xmlns:a16="http://schemas.microsoft.com/office/drawing/2014/main" id="{66E3803F-9B37-EEBC-E913-817B1057872A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2" name="Google Shape;3554;p76">
                  <a:extLst>
                    <a:ext uri="{FF2B5EF4-FFF2-40B4-BE49-F238E27FC236}">
                      <a16:creationId xmlns:a16="http://schemas.microsoft.com/office/drawing/2014/main" id="{8383CBDA-3E20-37FB-D1BE-3D73BB5357D8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43" name="Google Shape;3555;p76">
                    <a:extLst>
                      <a:ext uri="{FF2B5EF4-FFF2-40B4-BE49-F238E27FC236}">
                        <a16:creationId xmlns:a16="http://schemas.microsoft.com/office/drawing/2014/main" id="{A3B15B49-5C06-A85C-D485-21E0217B3C55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4" name="Google Shape;3556;p76">
                    <a:extLst>
                      <a:ext uri="{FF2B5EF4-FFF2-40B4-BE49-F238E27FC236}">
                        <a16:creationId xmlns:a16="http://schemas.microsoft.com/office/drawing/2014/main" id="{10C45D36-F5AA-2D72-3C7E-AA9FCF81DB25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1" name="Google Shape;3557;p76">
                <a:extLst>
                  <a:ext uri="{FF2B5EF4-FFF2-40B4-BE49-F238E27FC236}">
                    <a16:creationId xmlns:a16="http://schemas.microsoft.com/office/drawing/2014/main" id="{DE817F27-D792-13C0-0A69-E847EFE255CA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37" name="Google Shape;3558;p76">
                  <a:extLst>
                    <a:ext uri="{FF2B5EF4-FFF2-40B4-BE49-F238E27FC236}">
                      <a16:creationId xmlns:a16="http://schemas.microsoft.com/office/drawing/2014/main" id="{8C2A59F6-E89C-BE31-1E33-A874B9AAB7A3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8" name="Google Shape;3559;p76">
                  <a:extLst>
                    <a:ext uri="{FF2B5EF4-FFF2-40B4-BE49-F238E27FC236}">
                      <a16:creationId xmlns:a16="http://schemas.microsoft.com/office/drawing/2014/main" id="{12C518B7-6B39-7982-7364-F66FE14ECDDB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39" name="Google Shape;3560;p76">
                    <a:extLst>
                      <a:ext uri="{FF2B5EF4-FFF2-40B4-BE49-F238E27FC236}">
                        <a16:creationId xmlns:a16="http://schemas.microsoft.com/office/drawing/2014/main" id="{0ADF5C85-8537-2FE4-EF4C-2B9E71BDC966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0" name="Google Shape;3561;p76">
                    <a:extLst>
                      <a:ext uri="{FF2B5EF4-FFF2-40B4-BE49-F238E27FC236}">
                        <a16:creationId xmlns:a16="http://schemas.microsoft.com/office/drawing/2014/main" id="{8111D61E-A6D6-6F06-4EBB-EAF43DA946A1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2" name="Google Shape;3562;p76">
                <a:extLst>
                  <a:ext uri="{FF2B5EF4-FFF2-40B4-BE49-F238E27FC236}">
                    <a16:creationId xmlns:a16="http://schemas.microsoft.com/office/drawing/2014/main" id="{D58F7244-F1AE-D537-0695-12F5FABF41C6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33" name="Google Shape;3563;p76">
                  <a:extLst>
                    <a:ext uri="{FF2B5EF4-FFF2-40B4-BE49-F238E27FC236}">
                      <a16:creationId xmlns:a16="http://schemas.microsoft.com/office/drawing/2014/main" id="{4EABBBDA-8E1B-EDE0-1DEA-4FF0576D386A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4" name="Google Shape;3564;p76">
                  <a:extLst>
                    <a:ext uri="{FF2B5EF4-FFF2-40B4-BE49-F238E27FC236}">
                      <a16:creationId xmlns:a16="http://schemas.microsoft.com/office/drawing/2014/main" id="{EBAD5F8D-F8E0-B522-1F04-382EF11CA362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35" name="Google Shape;3565;p76">
                    <a:extLst>
                      <a:ext uri="{FF2B5EF4-FFF2-40B4-BE49-F238E27FC236}">
                        <a16:creationId xmlns:a16="http://schemas.microsoft.com/office/drawing/2014/main" id="{F1DEEF87-2EF7-AEEA-E066-51214AF41D77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36" name="Google Shape;3566;p76">
                    <a:extLst>
                      <a:ext uri="{FF2B5EF4-FFF2-40B4-BE49-F238E27FC236}">
                        <a16:creationId xmlns:a16="http://schemas.microsoft.com/office/drawing/2014/main" id="{F5EF7E53-9DA7-119B-38F3-923EB79F4856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" name="Google Shape;3546;p76">
              <a:extLst>
                <a:ext uri="{FF2B5EF4-FFF2-40B4-BE49-F238E27FC236}">
                  <a16:creationId xmlns:a16="http://schemas.microsoft.com/office/drawing/2014/main" id="{551D605B-A779-2746-E1AF-E7AA3A303E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00161" y="1875602"/>
              <a:ext cx="7751818" cy="637499"/>
              <a:chOff x="106648" y="895724"/>
              <a:chExt cx="4481413" cy="374297"/>
            </a:xfrm>
          </p:grpSpPr>
          <p:grpSp>
            <p:nvGrpSpPr>
              <p:cNvPr id="5" name="Google Shape;3547;p76">
                <a:extLst>
                  <a:ext uri="{FF2B5EF4-FFF2-40B4-BE49-F238E27FC236}">
                    <a16:creationId xmlns:a16="http://schemas.microsoft.com/office/drawing/2014/main" id="{1F7FA6EE-361E-BA2F-12AA-C0C6F621ADB9}"/>
                  </a:ext>
                </a:extLst>
              </p:cNvPr>
              <p:cNvGrpSpPr/>
              <p:nvPr/>
            </p:nvGrpSpPr>
            <p:grpSpPr>
              <a:xfrm>
                <a:off x="2233276" y="895724"/>
                <a:ext cx="1082667" cy="223591"/>
                <a:chOff x="4808316" y="2800062"/>
                <a:chExt cx="1999386" cy="412909"/>
              </a:xfrm>
            </p:grpSpPr>
            <p:sp>
              <p:nvSpPr>
                <p:cNvPr id="25" name="Google Shape;3548;p76">
                  <a:extLst>
                    <a:ext uri="{FF2B5EF4-FFF2-40B4-BE49-F238E27FC236}">
                      <a16:creationId xmlns:a16="http://schemas.microsoft.com/office/drawing/2014/main" id="{DFBEE0F0-61DE-C750-A6B9-26F1BED771E8}"/>
                    </a:ext>
                  </a:extLst>
                </p:cNvPr>
                <p:cNvSpPr/>
                <p:nvPr/>
              </p:nvSpPr>
              <p:spPr>
                <a:xfrm>
                  <a:off x="4849303" y="3079471"/>
                  <a:ext cx="1958399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" name="Google Shape;3549;p76">
                  <a:extLst>
                    <a:ext uri="{FF2B5EF4-FFF2-40B4-BE49-F238E27FC236}">
                      <a16:creationId xmlns:a16="http://schemas.microsoft.com/office/drawing/2014/main" id="{C775EF67-DC31-0ECC-8BC9-22B5702C87A6}"/>
                    </a:ext>
                  </a:extLst>
                </p:cNvPr>
                <p:cNvGrpSpPr/>
                <p:nvPr/>
              </p:nvGrpSpPr>
              <p:grpSpPr>
                <a:xfrm>
                  <a:off x="4808316" y="2800062"/>
                  <a:ext cx="92400" cy="411828"/>
                  <a:chOff x="845575" y="2563697"/>
                  <a:chExt cx="92400" cy="411828"/>
                </a:xfrm>
              </p:grpSpPr>
              <p:cxnSp>
                <p:nvCxnSpPr>
                  <p:cNvPr id="27" name="Google Shape;3550;p76">
                    <a:extLst>
                      <a:ext uri="{FF2B5EF4-FFF2-40B4-BE49-F238E27FC236}">
                        <a16:creationId xmlns:a16="http://schemas.microsoft.com/office/drawing/2014/main" id="{6D8626B1-EE12-54EF-BB6A-97F47FB8F26A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8" name="Google Shape;3551;p76">
                    <a:extLst>
                      <a:ext uri="{FF2B5EF4-FFF2-40B4-BE49-F238E27FC236}">
                        <a16:creationId xmlns:a16="http://schemas.microsoft.com/office/drawing/2014/main" id="{7B6634D8-8E39-7B99-4F59-44123B50C6B8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7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9" name="Google Shape;3552;p76">
                <a:extLst>
                  <a:ext uri="{FF2B5EF4-FFF2-40B4-BE49-F238E27FC236}">
                    <a16:creationId xmlns:a16="http://schemas.microsoft.com/office/drawing/2014/main" id="{25356C18-16CB-2066-65CC-C1B5794E3A93}"/>
                  </a:ext>
                </a:extLst>
              </p:cNvPr>
              <p:cNvGrpSpPr/>
              <p:nvPr/>
            </p:nvGrpSpPr>
            <p:grpSpPr>
              <a:xfrm>
                <a:off x="106648" y="895724"/>
                <a:ext cx="1088401" cy="223593"/>
                <a:chOff x="881025" y="2800064"/>
                <a:chExt cx="2009975" cy="412913"/>
              </a:xfrm>
            </p:grpSpPr>
            <p:sp>
              <p:nvSpPr>
                <p:cNvPr id="21" name="Google Shape;3553;p76">
                  <a:extLst>
                    <a:ext uri="{FF2B5EF4-FFF2-40B4-BE49-F238E27FC236}">
                      <a16:creationId xmlns:a16="http://schemas.microsoft.com/office/drawing/2014/main" id="{16641C05-0A19-5A40-8D56-04EEACD7F993}"/>
                    </a:ext>
                  </a:extLst>
                </p:cNvPr>
                <p:cNvSpPr/>
                <p:nvPr/>
              </p:nvSpPr>
              <p:spPr>
                <a:xfrm>
                  <a:off x="932599" y="3079477"/>
                  <a:ext cx="1958401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2" name="Google Shape;3554;p76">
                  <a:extLst>
                    <a:ext uri="{FF2B5EF4-FFF2-40B4-BE49-F238E27FC236}">
                      <a16:creationId xmlns:a16="http://schemas.microsoft.com/office/drawing/2014/main" id="{E057E414-E904-11DA-A9B7-A074240A3D8B}"/>
                    </a:ext>
                  </a:extLst>
                </p:cNvPr>
                <p:cNvGrpSpPr/>
                <p:nvPr/>
              </p:nvGrpSpPr>
              <p:grpSpPr>
                <a:xfrm>
                  <a:off x="881025" y="2800064"/>
                  <a:ext cx="92400" cy="411826"/>
                  <a:chOff x="845575" y="2563699"/>
                  <a:chExt cx="92400" cy="411826"/>
                </a:xfrm>
              </p:grpSpPr>
              <p:cxnSp>
                <p:nvCxnSpPr>
                  <p:cNvPr id="23" name="Google Shape;3555;p76">
                    <a:extLst>
                      <a:ext uri="{FF2B5EF4-FFF2-40B4-BE49-F238E27FC236}">
                        <a16:creationId xmlns:a16="http://schemas.microsoft.com/office/drawing/2014/main" id="{9C1E4C4F-7333-D165-CF35-384CAD7F6572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4" name="Google Shape;3556;p76">
                    <a:extLst>
                      <a:ext uri="{FF2B5EF4-FFF2-40B4-BE49-F238E27FC236}">
                        <a16:creationId xmlns:a16="http://schemas.microsoft.com/office/drawing/2014/main" id="{71C723C9-D79C-C71B-FA23-3373D78B22F7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699"/>
                    <a:ext cx="92400" cy="92399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" name="Google Shape;3557;p76">
                <a:extLst>
                  <a:ext uri="{FF2B5EF4-FFF2-40B4-BE49-F238E27FC236}">
                    <a16:creationId xmlns:a16="http://schemas.microsoft.com/office/drawing/2014/main" id="{E5E6AF86-D34A-02BE-489F-D392E4BA07AB}"/>
                  </a:ext>
                </a:extLst>
              </p:cNvPr>
              <p:cNvGrpSpPr/>
              <p:nvPr/>
            </p:nvGrpSpPr>
            <p:grpSpPr>
              <a:xfrm>
                <a:off x="1172346" y="1047017"/>
                <a:ext cx="1083151" cy="223004"/>
                <a:chOff x="2849073" y="3079467"/>
                <a:chExt cx="2000279" cy="411827"/>
              </a:xfrm>
            </p:grpSpPr>
            <p:sp>
              <p:nvSpPr>
                <p:cNvPr id="17" name="Google Shape;3558;p76">
                  <a:extLst>
                    <a:ext uri="{FF2B5EF4-FFF2-40B4-BE49-F238E27FC236}">
                      <a16:creationId xmlns:a16="http://schemas.microsoft.com/office/drawing/2014/main" id="{F0D22446-793C-363E-EDBD-8F5E9FBCBF1B}"/>
                    </a:ext>
                  </a:extLst>
                </p:cNvPr>
                <p:cNvSpPr/>
                <p:nvPr/>
              </p:nvSpPr>
              <p:spPr>
                <a:xfrm>
                  <a:off x="2890951" y="3079475"/>
                  <a:ext cx="19584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" name="Google Shape;3559;p76">
                  <a:extLst>
                    <a:ext uri="{FF2B5EF4-FFF2-40B4-BE49-F238E27FC236}">
                      <a16:creationId xmlns:a16="http://schemas.microsoft.com/office/drawing/2014/main" id="{EDE1445E-533C-308D-A077-9642F90E3C6D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9" name="Google Shape;3560;p76">
                    <a:extLst>
                      <a:ext uri="{FF2B5EF4-FFF2-40B4-BE49-F238E27FC236}">
                        <a16:creationId xmlns:a16="http://schemas.microsoft.com/office/drawing/2014/main" id="{680BE40D-08B1-6F59-7CAD-3D99D5FF7F28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0" name="Google Shape;3561;p76">
                    <a:extLst>
                      <a:ext uri="{FF2B5EF4-FFF2-40B4-BE49-F238E27FC236}">
                        <a16:creationId xmlns:a16="http://schemas.microsoft.com/office/drawing/2014/main" id="{CAC876B0-7A2E-DFB1-497A-573A0F567A3E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1" name="Google Shape;3562;p76">
                <a:extLst>
                  <a:ext uri="{FF2B5EF4-FFF2-40B4-BE49-F238E27FC236}">
                    <a16:creationId xmlns:a16="http://schemas.microsoft.com/office/drawing/2014/main" id="{67E74E13-F463-4A9C-AA46-8216BDE569C1}"/>
                  </a:ext>
                </a:extLst>
              </p:cNvPr>
              <p:cNvGrpSpPr/>
              <p:nvPr/>
            </p:nvGrpSpPr>
            <p:grpSpPr>
              <a:xfrm>
                <a:off x="3290132" y="1047017"/>
                <a:ext cx="1297929" cy="223004"/>
                <a:chOff x="6760035" y="3079467"/>
                <a:chExt cx="2396914" cy="411827"/>
              </a:xfrm>
            </p:grpSpPr>
            <p:sp>
              <p:nvSpPr>
                <p:cNvPr id="12" name="Google Shape;3563;p76">
                  <a:extLst>
                    <a:ext uri="{FF2B5EF4-FFF2-40B4-BE49-F238E27FC236}">
                      <a16:creationId xmlns:a16="http://schemas.microsoft.com/office/drawing/2014/main" id="{DAA042BE-F7C0-0416-A8A7-AED8E6D47A8C}"/>
                    </a:ext>
                  </a:extLst>
                </p:cNvPr>
                <p:cNvSpPr/>
                <p:nvPr/>
              </p:nvSpPr>
              <p:spPr>
                <a:xfrm>
                  <a:off x="6807648" y="3079475"/>
                  <a:ext cx="2349301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" name="Google Shape;3564;p76">
                  <a:extLst>
                    <a:ext uri="{FF2B5EF4-FFF2-40B4-BE49-F238E27FC236}">
                      <a16:creationId xmlns:a16="http://schemas.microsoft.com/office/drawing/2014/main" id="{6F7DED4E-9623-FD99-41CD-AA8F2B7C263B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7"/>
                  <a:chOff x="2070100" y="2563698"/>
                  <a:chExt cx="92400" cy="411827"/>
                </a:xfrm>
              </p:grpSpPr>
              <p:cxnSp>
                <p:nvCxnSpPr>
                  <p:cNvPr id="15" name="Google Shape;3565;p76">
                    <a:extLst>
                      <a:ext uri="{FF2B5EF4-FFF2-40B4-BE49-F238E27FC236}">
                        <a16:creationId xmlns:a16="http://schemas.microsoft.com/office/drawing/2014/main" id="{D9FF8EDC-BF71-7406-BC5D-1A213B522705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16" name="Google Shape;3566;p76">
                    <a:extLst>
                      <a:ext uri="{FF2B5EF4-FFF2-40B4-BE49-F238E27FC236}">
                        <a16:creationId xmlns:a16="http://schemas.microsoft.com/office/drawing/2014/main" id="{6F067112-D6C8-AA84-213D-D4189E01C70D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698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7EF33DC6-C54B-5B47-A2DE-B8053136B74D}"/>
              </a:ext>
            </a:extLst>
          </p:cNvPr>
          <p:cNvSpPr txBox="1"/>
          <p:nvPr/>
        </p:nvSpPr>
        <p:spPr>
          <a:xfrm>
            <a:off x="-85261" y="-1535900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1995 : création de JavaScript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E4E64CE-4DD7-053F-C6EC-8CF166F2BA6E}"/>
              </a:ext>
            </a:extLst>
          </p:cNvPr>
          <p:cNvSpPr txBox="1"/>
          <p:nvPr/>
        </p:nvSpPr>
        <p:spPr>
          <a:xfrm>
            <a:off x="-85261" y="-1176549"/>
            <a:ext cx="361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Langage conçu pour le navigateur (frontend)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A843CD3-0075-0E3D-2ED0-F3761EB57B9F}"/>
              </a:ext>
            </a:extLst>
          </p:cNvPr>
          <p:cNvSpPr txBox="1"/>
          <p:nvPr/>
        </p:nvSpPr>
        <p:spPr>
          <a:xfrm>
            <a:off x="924126" y="6481188"/>
            <a:ext cx="143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ES5 (2009)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DBB7022-6905-E8E7-769C-4CBFB82D77EC}"/>
              </a:ext>
            </a:extLst>
          </p:cNvPr>
          <p:cNvSpPr txBox="1"/>
          <p:nvPr/>
        </p:nvSpPr>
        <p:spPr>
          <a:xfrm>
            <a:off x="3364338" y="-1824537"/>
            <a:ext cx="3439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ES6 / ES2015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3937687A-B973-6432-6BB3-1AAC327FB7A4}"/>
              </a:ext>
            </a:extLst>
          </p:cNvPr>
          <p:cNvSpPr txBox="1"/>
          <p:nvPr/>
        </p:nvSpPr>
        <p:spPr>
          <a:xfrm>
            <a:off x="3364338" y="-1451139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let / </a:t>
            </a:r>
            <a:r>
              <a:rPr lang="fr-FR" sz="2000" err="1">
                <a:latin typeface="Agency FB" panose="020B0503020202020204" pitchFamily="34" charset="0"/>
              </a:rPr>
              <a:t>const</a:t>
            </a:r>
            <a:r>
              <a:rPr lang="fr-FR" sz="2000">
                <a:latin typeface="Agency FB" panose="020B0503020202020204" pitchFamily="34" charset="0"/>
              </a:rPr>
              <a:t> (remplace var)</a:t>
            </a:r>
          </a:p>
          <a:p>
            <a:r>
              <a:rPr lang="fr-FR" sz="2000">
                <a:latin typeface="Agency FB" panose="020B0503020202020204" pitchFamily="34" charset="0"/>
              </a:rPr>
              <a:t>Fonctions fléchées () =&gt; {}</a:t>
            </a:r>
          </a:p>
          <a:p>
            <a:r>
              <a:rPr lang="fr-FR" sz="2000">
                <a:latin typeface="Agency FB" panose="020B0503020202020204" pitchFamily="34" charset="0"/>
              </a:rPr>
              <a:t>Modules (import/export)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8DBB8F0-A0A1-6C28-E087-6EE370BE234E}"/>
              </a:ext>
            </a:extLst>
          </p:cNvPr>
          <p:cNvSpPr txBox="1"/>
          <p:nvPr/>
        </p:nvSpPr>
        <p:spPr>
          <a:xfrm>
            <a:off x="4364012" y="6638720"/>
            <a:ext cx="33196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Depuis ES7 → ES2024+ (mises à jour annuelles)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B7FF42D-9EDE-DAD6-CD19-AAF8C5C14F22}"/>
              </a:ext>
            </a:extLst>
          </p:cNvPr>
          <p:cNvSpPr txBox="1"/>
          <p:nvPr/>
        </p:nvSpPr>
        <p:spPr>
          <a:xfrm>
            <a:off x="4364012" y="7408192"/>
            <a:ext cx="3617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err="1">
                <a:latin typeface="Agency FB" panose="020B0503020202020204" pitchFamily="34" charset="0"/>
              </a:rPr>
              <a:t>async</a:t>
            </a:r>
            <a:r>
              <a:rPr lang="fr-FR" sz="2000">
                <a:latin typeface="Agency FB" panose="020B0503020202020204" pitchFamily="34" charset="0"/>
              </a:rPr>
              <a:t> / </a:t>
            </a:r>
            <a:r>
              <a:rPr lang="fr-FR" sz="2000" err="1">
                <a:latin typeface="Agency FB" panose="020B0503020202020204" pitchFamily="34" charset="0"/>
              </a:rPr>
              <a:t>await</a:t>
            </a:r>
            <a:r>
              <a:rPr lang="fr-FR" sz="2000">
                <a:latin typeface="Agency FB" panose="020B0503020202020204" pitchFamily="34" charset="0"/>
              </a:rPr>
              <a:t> </a:t>
            </a:r>
          </a:p>
          <a:p>
            <a:r>
              <a:rPr lang="fr-FR" sz="2000">
                <a:latin typeface="Agency FB" panose="020B0503020202020204" pitchFamily="34" charset="0"/>
              </a:rPr>
              <a:t>Améliorations continues du langage</a:t>
            </a:r>
          </a:p>
          <a:p>
            <a:r>
              <a:rPr lang="fr-FR" sz="2000">
                <a:latin typeface="Agency FB" panose="020B0503020202020204" pitchFamily="34" charset="0"/>
              </a:rPr>
              <a:t>Nouvelles méthodes (</a:t>
            </a:r>
            <a:r>
              <a:rPr lang="fr-FR" sz="2000" err="1">
                <a:latin typeface="Agency FB" panose="020B0503020202020204" pitchFamily="34" charset="0"/>
              </a:rPr>
              <a:t>array</a:t>
            </a:r>
            <a:r>
              <a:rPr lang="fr-FR" sz="2000">
                <a:latin typeface="Agency FB" panose="020B0503020202020204" pitchFamily="34" charset="0"/>
              </a:rPr>
              <a:t>, string…)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DC44966-0D9F-5FDA-BD25-F4DA2C169A6E}"/>
              </a:ext>
            </a:extLst>
          </p:cNvPr>
          <p:cNvSpPr txBox="1"/>
          <p:nvPr/>
        </p:nvSpPr>
        <p:spPr>
          <a:xfrm>
            <a:off x="6381331" y="-1638396"/>
            <a:ext cx="1425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latin typeface="Agency FB" panose="020B0503020202020204" pitchFamily="34" charset="0"/>
              </a:rPr>
              <a:t>Aujourd’hui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257E6749-15D2-6C51-8DE9-6061825CCBAC}"/>
              </a:ext>
            </a:extLst>
          </p:cNvPr>
          <p:cNvSpPr txBox="1"/>
          <p:nvPr/>
        </p:nvSpPr>
        <p:spPr>
          <a:xfrm>
            <a:off x="6381332" y="-1279045"/>
            <a:ext cx="2776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>
                <a:latin typeface="Agency FB" panose="020B0503020202020204" pitchFamily="34" charset="0"/>
              </a:rPr>
              <a:t>Utilisé en frontend (navigateur)</a:t>
            </a:r>
          </a:p>
          <a:p>
            <a:r>
              <a:rPr lang="fr-FR" sz="2000">
                <a:latin typeface="Agency FB" panose="020B0503020202020204" pitchFamily="34" charset="0"/>
              </a:rPr>
              <a:t>Utilisé en backend (Node.js)</a:t>
            </a:r>
          </a:p>
        </p:txBody>
      </p:sp>
      <p:sp>
        <p:nvSpPr>
          <p:cNvPr id="58" name="Google Shape;282;p36">
            <a:extLst>
              <a:ext uri="{FF2B5EF4-FFF2-40B4-BE49-F238E27FC236}">
                <a16:creationId xmlns:a16="http://schemas.microsoft.com/office/drawing/2014/main" id="{14497600-6E20-AC5B-9CC0-71CB31B2838F}"/>
              </a:ext>
            </a:extLst>
          </p:cNvPr>
          <p:cNvSpPr txBox="1">
            <a:spLocks/>
          </p:cNvSpPr>
          <p:nvPr/>
        </p:nvSpPr>
        <p:spPr>
          <a:xfrm>
            <a:off x="1261640" y="-2472273"/>
            <a:ext cx="532967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>
                <a:latin typeface="Rockwell Extra Bold" panose="02060903040505020403" pitchFamily="18" charset="0"/>
              </a:rPr>
              <a:t>Évolution de JavaScript</a:t>
            </a:r>
          </a:p>
        </p:txBody>
      </p:sp>
      <p:sp>
        <p:nvSpPr>
          <p:cNvPr id="59" name="Google Shape;301;p38">
            <a:extLst>
              <a:ext uri="{FF2B5EF4-FFF2-40B4-BE49-F238E27FC236}">
                <a16:creationId xmlns:a16="http://schemas.microsoft.com/office/drawing/2014/main" id="{5CA4EDB4-38A4-A14A-CE25-EF782B51D9ED}"/>
              </a:ext>
            </a:extLst>
          </p:cNvPr>
          <p:cNvSpPr txBox="1">
            <a:spLocks/>
          </p:cNvSpPr>
          <p:nvPr/>
        </p:nvSpPr>
        <p:spPr>
          <a:xfrm>
            <a:off x="637824" y="-2554323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600" b="1">
                <a:solidFill>
                  <a:srgbClr val="FFC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9050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Word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68</Slides>
  <Notes>68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Computer Science &amp; Mathematics Major For College: Mathematics by Slidesgo</vt:lpstr>
      <vt:lpstr>JAVASCRIPT</vt:lpstr>
      <vt:lpstr>JAVASCRIPT</vt:lpstr>
      <vt:lpstr>01</vt:lpstr>
      <vt:lpstr>PowerPoint Presentation</vt:lpstr>
      <vt:lpstr>PowerPoint Presentation</vt:lpstr>
      <vt:lpstr>PowerPoint Presentation</vt:lpstr>
      <vt:lpstr>Fonctionnement de JavaScript</vt:lpstr>
      <vt:lpstr>Fonctionnement de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Avantages et Inconvénients des Langages interprétés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Avantages et Inconvénients des Langages compilés</vt:lpstr>
      <vt:lpstr>Avantages et Inconvénients des Langages compilés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: typage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Avantages des langages typés</vt:lpstr>
      <vt:lpstr>Avantages des Langages typés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Évolution de JavaScript</vt:lpstr>
      <vt:lpstr>Évolution de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2026-04-28T06:12:41Z</dcterms:modified>
</cp:coreProperties>
</file>